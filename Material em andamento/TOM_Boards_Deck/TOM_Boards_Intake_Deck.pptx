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vs1_m2c_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vs2_field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vs3_corporate_global_s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boar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intake_step_by_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jira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intake_field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portfolio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squad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_cos_in_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_lifecycle_end_to_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