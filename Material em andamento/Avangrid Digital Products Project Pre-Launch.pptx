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comments/modernComment_11B_CCA4DCFA.xml" ContentType="application/vnd.ms-powerpoint.comments+xml"/>
  <Override PartName="/ppt/notesSlides/notesSlide9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0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1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2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3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4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5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8" r:id="rId5"/>
    <p:sldMasterId id="2147483717" r:id="rId6"/>
    <p:sldMasterId id="2147483726" r:id="rId7"/>
  </p:sldMasterIdLst>
  <p:notesMasterIdLst>
    <p:notesMasterId r:id="rId34"/>
  </p:notesMasterIdLst>
  <p:sldIdLst>
    <p:sldId id="2147483614" r:id="rId8"/>
    <p:sldId id="270" r:id="rId9"/>
    <p:sldId id="268" r:id="rId10"/>
    <p:sldId id="262" r:id="rId11"/>
    <p:sldId id="266" r:id="rId12"/>
    <p:sldId id="265" r:id="rId13"/>
    <p:sldId id="264" r:id="rId14"/>
    <p:sldId id="263" r:id="rId15"/>
    <p:sldId id="258" r:id="rId16"/>
    <p:sldId id="261" r:id="rId17"/>
    <p:sldId id="283" r:id="rId18"/>
    <p:sldId id="273" r:id="rId19"/>
    <p:sldId id="276" r:id="rId20"/>
    <p:sldId id="272" r:id="rId21"/>
    <p:sldId id="280" r:id="rId22"/>
    <p:sldId id="281" r:id="rId23"/>
    <p:sldId id="282" r:id="rId24"/>
    <p:sldId id="2147483586" r:id="rId25"/>
    <p:sldId id="260" r:id="rId26"/>
    <p:sldId id="267" r:id="rId27"/>
    <p:sldId id="2147483645" r:id="rId28"/>
    <p:sldId id="2147483647" r:id="rId29"/>
    <p:sldId id="2147483646" r:id="rId30"/>
    <p:sldId id="256" r:id="rId31"/>
    <p:sldId id="257" r:id="rId32"/>
    <p:sldId id="259" r:id="rId3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7DB39AB-BC3E-8A02-7D4E-C00B2BD6237D}" name="Gustavo Castellano" initials="GC" userId="S::gucastel@emeal.nttdata.com::a9cf1106-c481-4d5c-8dce-a3913bae123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8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microsoft.com/office/2018/10/relationships/authors" Target="authors.xml"/><Relationship Id="rId21" Type="http://schemas.openxmlformats.org/officeDocument/2006/relationships/slide" Target="slides/slide14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omments/modernComment_11B_CCA4DC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A217847-D0D3-490C-BEB0-0E96533A1BC2}" authorId="{67DB39AB-BC3E-8A02-7D4E-C00B2BD6237D}" created="2026-04-01T16:02:51.7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33356538" sldId="283"/>
      <ac:spMk id="13" creationId="{5B112C4D-D410-A842-9D3B-8E5C916458E0}"/>
    </ac:deMkLst>
    <p188:txBody>
      <a:bodyPr/>
      <a:lstStyle/>
      <a:p>
        <a:r>
          <a:rPr lang="pt-BR"/>
          <a:t>[@Ana Sancha Medina] Here is the list of the documents that I found more useful for us (main ones), do you agree ?</a:t>
        </a:r>
      </a:p>
    </p188:txBody>
  </p188:cm>
  <p188:cm id="{90AB419C-2F77-4A55-8A08-621792043F44}" authorId="{67DB39AB-BC3E-8A02-7D4E-C00B2BD6237D}" created="2026-04-01T16:04:44.81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33356538" sldId="283"/>
      <ac:spMk id="6" creationId="{C3E49A9D-B0D2-5D40-BD63-18485FC919A2}"/>
    </ac:deMkLst>
    <p188:txBody>
      <a:bodyPr/>
      <a:lstStyle/>
      <a:p>
        <a:r>
          <a:rPr lang="pt-BR"/>
          <a:t>[@Ana Sancha Medina] , I think we can have these 6 templates so we can capture the information that is not possible to have in the current documentation they have. What do you think ?
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60D88-9793-445E-AB3D-C51D83D04860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8C5A1-F860-4E0B-B4D3-7F6BEE384A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034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E240-D894-06FF-4AAF-AB208D6B7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CC2DB-1B36-960B-DB38-562D0304C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3A28B-AE4F-DC6C-23EF-50B76C69D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BD2C9-9746-87ED-205C-C0BC35E13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330459-04A6-496E-99F7-EB9EEED2D26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988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5240D-720E-1B27-784F-0F2EBA45C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492E43-9256-0EFD-B85F-73EFBC916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2840767-CA50-162B-BF35-D883AD03D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365E20-30A7-6403-72C7-7C7375F95F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661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54AAA-CBBB-B87A-3238-CD7EC9E86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E2A85EA-4054-10FA-BD25-8C082E737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29B031-8DFD-2EF5-5983-BABEEBF1C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C70672-11EA-4F7E-2F5B-53604162A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6302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F178D-F33D-5FE9-762A-C8535FD02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B99811-8518-E873-5375-CD0DF9E65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043C76-2F52-2B92-1C15-10C42D952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Focus </a:t>
            </a:r>
            <a:r>
              <a:rPr lang="es-ES_tradnl" err="1"/>
              <a:t>on</a:t>
            </a:r>
            <a:r>
              <a:rPr lang="es-ES_tradnl"/>
              <a:t> </a:t>
            </a:r>
            <a:r>
              <a:rPr lang="es-ES_tradnl" err="1"/>
              <a:t>mapping</a:t>
            </a:r>
            <a:r>
              <a:rPr lang="es-ES_tradnl"/>
              <a:t> </a:t>
            </a:r>
            <a:r>
              <a:rPr lang="es-ES_tradnl" err="1"/>
              <a:t>the</a:t>
            </a:r>
            <a:r>
              <a:rPr lang="es-ES_tradnl"/>
              <a:t> </a:t>
            </a:r>
            <a:r>
              <a:rPr lang="es-ES_tradnl" err="1"/>
              <a:t>lifecycel</a:t>
            </a:r>
            <a:r>
              <a:rPr lang="es-ES_tradnl"/>
              <a:t> </a:t>
            </a:r>
            <a:r>
              <a:rPr lang="es-ES_tradnl" err="1"/>
              <a:t>for</a:t>
            </a:r>
            <a:r>
              <a:rPr lang="es-ES_tradnl"/>
              <a:t> BRS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2C9ACD-93D3-8340-BC31-B5792E8480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662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613AE-2108-FEF9-98B5-A169627D0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79E1404-E334-EBBB-1F2E-9BD92B0F5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0D85DB-3943-6E89-3535-3CEB761C9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E9146A-D799-3933-5DE7-1F443F0BC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2739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B9682-0A62-B350-114D-3CBD29B5B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5736A4-9C75-C1CC-FB78-C65112B22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BD2613-CB8B-2DD2-FD01-B3BD612E9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EE63A6-AB96-E6B2-FD2F-790F80929E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8891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A2453-8C83-9D68-6207-158D43910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1178199-2560-C3E0-4032-A128F5385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8DB5DB-27A0-D17F-6F7C-5A079BCEA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753A83-9B9F-7671-2488-EB6ABE8669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2481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17F6A-C515-3551-3E89-0AF8637E5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453ED2E-62CB-472E-C832-30FCCBE10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D62C3EA-5B17-1CF6-19EC-13EDAC441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CFC6C6-BFA2-A599-19F4-91283338F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6350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A8721-416D-1B33-156F-047D667D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4E8B9-CA95-7BC1-6CDC-46228C0A7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1D8E6-BD42-F4A1-6D37-B4B1B3D9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Heather = Ken </a:t>
            </a:r>
          </a:p>
          <a:p>
            <a:r>
              <a:rPr lang="en-US"/>
              <a:t>WoW se ha </a:t>
            </a:r>
            <a:r>
              <a:rPr lang="en-US" err="1"/>
              <a:t>trabajado</a:t>
            </a:r>
            <a:r>
              <a:rPr lang="en-US"/>
              <a:t> en </a:t>
            </a:r>
            <a:r>
              <a:rPr lang="en-US" err="1"/>
              <a:t>Cx</a:t>
            </a:r>
            <a:r>
              <a:rPr lang="en-US"/>
              <a:t> &amp; Digital </a:t>
            </a:r>
            <a:r>
              <a:rPr lang="en-US" err="1"/>
              <a:t>CoE</a:t>
            </a:r>
            <a:r>
              <a:rPr lang="en-US"/>
              <a:t>. (</a:t>
            </a:r>
            <a:r>
              <a:rPr lang="en-US" err="1"/>
              <a:t>ramón</a:t>
            </a:r>
            <a:r>
              <a:rPr lang="en-US">
                <a:sym typeface="Wingdings" panose="05000000000000000000" pitchFamily="2" charset="2"/>
              </a:rPr>
              <a:t> Javi). </a:t>
            </a:r>
            <a:r>
              <a:rPr lang="en-US" err="1">
                <a:sym typeface="Wingdings" panose="05000000000000000000" pitchFamily="2" charset="2"/>
              </a:rPr>
              <a:t>Diseño</a:t>
            </a:r>
            <a:r>
              <a:rPr lang="en-US">
                <a:sym typeface="Wingdings" panose="05000000000000000000" pitchFamily="2" charset="2"/>
              </a:rPr>
              <a:t> de </a:t>
            </a:r>
            <a:r>
              <a:rPr lang="en-US" err="1">
                <a:sym typeface="Wingdings" panose="05000000000000000000" pitchFamily="2" charset="2"/>
              </a:rPr>
              <a:t>solución</a:t>
            </a:r>
            <a:r>
              <a:rPr lang="en-US">
                <a:sym typeface="Wingdings" panose="05000000000000000000" pitchFamily="2" charset="2"/>
              </a:rPr>
              <a:t> de customer. Websites/mobile, </a:t>
            </a:r>
            <a:r>
              <a:rPr lang="en-US" err="1">
                <a:sym typeface="Wingdings" panose="05000000000000000000" pitchFamily="2" charset="2"/>
              </a:rPr>
              <a:t>etc</a:t>
            </a:r>
            <a:endParaRPr lang="en-US">
              <a:sym typeface="Wingdings" panose="05000000000000000000" pitchFamily="2" charset="2"/>
            </a:endParaRPr>
          </a:p>
          <a:p>
            <a:r>
              <a:rPr lang="en-US" err="1">
                <a:sym typeface="Wingdings" panose="05000000000000000000" pitchFamily="2" charset="2"/>
              </a:rPr>
              <a:t>Midiendo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nps</a:t>
            </a:r>
            <a:r>
              <a:rPr lang="en-US">
                <a:sym typeface="Wingdings" panose="05000000000000000000" pitchFamily="2" charset="2"/>
              </a:rPr>
              <a:t> de customer. </a:t>
            </a:r>
          </a:p>
          <a:p>
            <a:r>
              <a:rPr lang="en-US">
                <a:sym typeface="Wingdings" panose="05000000000000000000" pitchFamily="2" charset="2"/>
              </a:rPr>
              <a:t>2. P&amp;T Process &amp; Technology: </a:t>
            </a:r>
            <a:r>
              <a:rPr lang="en-US" err="1">
                <a:sym typeface="Wingdings" panose="05000000000000000000" pitchFamily="2" charset="2"/>
              </a:rPr>
              <a:t>Aplicaciones</a:t>
            </a:r>
            <a:r>
              <a:rPr lang="en-US">
                <a:sym typeface="Wingdings" panose="05000000000000000000" pitchFamily="2" charset="2"/>
              </a:rPr>
              <a:t> para field operators. Como se </a:t>
            </a:r>
            <a:r>
              <a:rPr lang="en-US" err="1">
                <a:sym typeface="Wingdings" panose="05000000000000000000" pitchFamily="2" charset="2"/>
              </a:rPr>
              <a:t>roganziacion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proeyctos</a:t>
            </a:r>
            <a:r>
              <a:rPr lang="en-US">
                <a:sym typeface="Wingdings" panose="05000000000000000000" pitchFamily="2" charset="2"/>
              </a:rPr>
              <a:t> en JIRA, portfolio, gestion de </a:t>
            </a:r>
            <a:r>
              <a:rPr lang="en-US" err="1">
                <a:sym typeface="Wingdings" panose="05000000000000000000" pitchFamily="2" charset="2"/>
              </a:rPr>
              <a:t>operación</a:t>
            </a:r>
            <a:r>
              <a:rPr lang="en-US">
                <a:sym typeface="Wingdings" panose="05000000000000000000" pitchFamily="2" charset="2"/>
              </a:rPr>
              <a:t>, skill, roles. </a:t>
            </a:r>
            <a:r>
              <a:rPr lang="en-US" err="1">
                <a:sym typeface="Wingdings" panose="05000000000000000000" pitchFamily="2" charset="2"/>
              </a:rPr>
              <a:t>Tocamos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dimensiones</a:t>
            </a:r>
            <a:r>
              <a:rPr lang="en-US">
                <a:sym typeface="Wingdings" panose="05000000000000000000" pitchFamily="2" charset="2"/>
              </a:rPr>
              <a:t> para </a:t>
            </a:r>
            <a:r>
              <a:rPr lang="en-US" err="1">
                <a:sym typeface="Wingdings" panose="05000000000000000000" pitchFamily="2" charset="2"/>
              </a:rPr>
              <a:t>mejorar</a:t>
            </a:r>
            <a:r>
              <a:rPr lang="en-US">
                <a:sym typeface="Wingdings" panose="05000000000000000000" pitchFamily="2" charset="2"/>
              </a:rPr>
              <a:t> y </a:t>
            </a:r>
            <a:r>
              <a:rPr lang="en-US" err="1">
                <a:sym typeface="Wingdings" panose="05000000000000000000" pitchFamily="2" charset="2"/>
              </a:rPr>
              <a:t>eficientar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modelo</a:t>
            </a:r>
            <a:r>
              <a:rPr lang="en-US">
                <a:sym typeface="Wingdings" panose="05000000000000000000" pitchFamily="2" charset="2"/>
              </a:rPr>
              <a:t>. Se ha </a:t>
            </a:r>
            <a:r>
              <a:rPr lang="en-US" err="1">
                <a:sym typeface="Wingdings" panose="05000000000000000000" pitchFamily="2" charset="2"/>
              </a:rPr>
              <a:t>hecho</a:t>
            </a:r>
            <a:r>
              <a:rPr lang="en-US">
                <a:sym typeface="Wingdings" panose="05000000000000000000" pitchFamily="2" charset="2"/>
              </a:rPr>
              <a:t> lo </a:t>
            </a:r>
            <a:r>
              <a:rPr lang="en-US" err="1">
                <a:sym typeface="Wingdings" panose="05000000000000000000" pitchFamily="2" charset="2"/>
              </a:rPr>
              <a:t>mismo</a:t>
            </a:r>
            <a:r>
              <a:rPr lang="en-US">
                <a:sym typeface="Wingdings" panose="05000000000000000000" pitchFamily="2" charset="2"/>
              </a:rPr>
              <a:t>. </a:t>
            </a:r>
            <a:r>
              <a:rPr lang="en-US" err="1">
                <a:sym typeface="Wingdings" panose="05000000000000000000" pitchFamily="2" charset="2"/>
              </a:rPr>
              <a:t>Diagnostico</a:t>
            </a:r>
            <a:r>
              <a:rPr lang="en-US">
                <a:sym typeface="Wingdings" panose="05000000000000000000" pitchFamily="2" charset="2"/>
              </a:rPr>
              <a:t>-&gt; </a:t>
            </a:r>
            <a:r>
              <a:rPr lang="en-US" err="1">
                <a:sym typeface="Wingdings" panose="05000000000000000000" pitchFamily="2" charset="2"/>
              </a:rPr>
              <a:t>equipo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estbale</a:t>
            </a:r>
            <a:r>
              <a:rPr lang="en-US">
                <a:sym typeface="Wingdings" panose="05000000000000000000" pitchFamily="2" charset="2"/>
              </a:rPr>
              <a:t> en la </a:t>
            </a:r>
            <a:r>
              <a:rPr lang="en-US" err="1">
                <a:sym typeface="Wingdings" panose="05000000000000000000" pitchFamily="2" charset="2"/>
              </a:rPr>
              <a:t>implementación</a:t>
            </a:r>
            <a:r>
              <a:rPr lang="en-US">
                <a:sym typeface="Wingdings" panose="05000000000000000000" pitchFamily="2" charset="2"/>
              </a:rPr>
              <a:t>. </a:t>
            </a:r>
            <a:r>
              <a:rPr lang="en-US" err="1">
                <a:sym typeface="Wingdings" panose="05000000000000000000" pitchFamily="2" charset="2"/>
              </a:rPr>
              <a:t>Ahora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está</a:t>
            </a:r>
            <a:r>
              <a:rPr lang="en-US">
                <a:sym typeface="Wingdings" panose="05000000000000000000" pitchFamily="2" charset="2"/>
              </a:rPr>
              <a:t> en </a:t>
            </a:r>
            <a:r>
              <a:rPr lang="en-US" err="1">
                <a:sym typeface="Wingdings" panose="05000000000000000000" pitchFamily="2" charset="2"/>
              </a:rPr>
              <a:t>implementación</a:t>
            </a:r>
            <a:r>
              <a:rPr lang="en-US">
                <a:sym typeface="Wingdings" panose="05000000000000000000" pitchFamily="2" charset="2"/>
              </a:rPr>
              <a:t>. </a:t>
            </a: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 err="1">
                <a:sym typeface="Wingdings" panose="05000000000000000000" pitchFamily="2" charset="2"/>
              </a:rPr>
              <a:t>Otro</a:t>
            </a:r>
            <a:r>
              <a:rPr lang="en-US">
                <a:sym typeface="Wingdings" panose="05000000000000000000" pitchFamily="2" charset="2"/>
              </a:rPr>
              <a:t> Proyecto en </a:t>
            </a:r>
            <a:r>
              <a:rPr lang="en-US" err="1">
                <a:sym typeface="Wingdings" panose="05000000000000000000" pitchFamily="2" charset="2"/>
              </a:rPr>
              <a:t>Renovables</a:t>
            </a:r>
            <a:r>
              <a:rPr lang="en-US">
                <a:sym typeface="Wingdings" panose="05000000000000000000" pitchFamily="2" charset="2"/>
              </a:rPr>
              <a:t>: con </a:t>
            </a:r>
            <a:r>
              <a:rPr lang="en-US" err="1">
                <a:sym typeface="Wingdings" panose="05000000000000000000" pitchFamily="2" charset="2"/>
              </a:rPr>
              <a:t>CoE</a:t>
            </a:r>
            <a:r>
              <a:rPr lang="en-US">
                <a:sym typeface="Wingdings" panose="05000000000000000000" pitchFamily="2" charset="2"/>
              </a:rPr>
              <a:t> de IT (WoW). </a:t>
            </a:r>
          </a:p>
          <a:p>
            <a:r>
              <a:rPr lang="en-US">
                <a:sym typeface="Wingdings" panose="05000000000000000000" pitchFamily="2" charset="2"/>
              </a:rPr>
              <a:t>Nueva </a:t>
            </a:r>
            <a:r>
              <a:rPr lang="en-US" err="1">
                <a:sym typeface="Wingdings" panose="05000000000000000000" pitchFamily="2" charset="2"/>
              </a:rPr>
              <a:t>estrcutura</a:t>
            </a:r>
            <a:r>
              <a:rPr lang="en-US">
                <a:sym typeface="Wingdings" panose="05000000000000000000" pitchFamily="2" charset="2"/>
              </a:rPr>
              <a:t> de Digital products </a:t>
            </a:r>
            <a:r>
              <a:rPr lang="en-US" err="1">
                <a:sym typeface="Wingdings" panose="05000000000000000000" pitchFamily="2" charset="2"/>
              </a:rPr>
              <a:t>integrando</a:t>
            </a:r>
            <a:r>
              <a:rPr lang="en-US">
                <a:sym typeface="Wingdings" panose="05000000000000000000" pitchFamily="2" charset="2"/>
              </a:rPr>
              <a:t> SAP y APP. </a:t>
            </a:r>
            <a:r>
              <a:rPr lang="en-US" err="1">
                <a:sym typeface="Wingdings" panose="05000000000000000000" pitchFamily="2" charset="2"/>
              </a:rPr>
              <a:t>Aplications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tiene</a:t>
            </a:r>
            <a:r>
              <a:rPr lang="en-US">
                <a:sym typeface="Wingdings" panose="05000000000000000000" pitchFamily="2" charset="2"/>
              </a:rPr>
              <a:t> mayor curva </a:t>
            </a:r>
            <a:r>
              <a:rPr lang="en-US" err="1">
                <a:sym typeface="Wingdings" panose="05000000000000000000" pitchFamily="2" charset="2"/>
              </a:rPr>
              <a:t>por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el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proeycto</a:t>
            </a:r>
            <a:r>
              <a:rPr lang="en-US">
                <a:sym typeface="Wingdings" panose="05000000000000000000" pitchFamily="2" charset="2"/>
              </a:rPr>
              <a:t> de P&amp;T. con Sap no </a:t>
            </a:r>
            <a:r>
              <a:rPr lang="en-US" err="1">
                <a:sym typeface="Wingdings" panose="05000000000000000000" pitchFamily="2" charset="2"/>
              </a:rPr>
              <a:t>habia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tenido</a:t>
            </a:r>
            <a:r>
              <a:rPr lang="en-US">
                <a:sym typeface="Wingdings" panose="05000000000000000000" pitchFamily="2" charset="2"/>
              </a:rPr>
              <a:t> un link con </a:t>
            </a:r>
            <a:r>
              <a:rPr lang="en-US" err="1">
                <a:sym typeface="Wingdings" panose="05000000000000000000" pitchFamily="2" charset="2"/>
              </a:rPr>
              <a:t>el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proeycto</a:t>
            </a:r>
            <a:r>
              <a:rPr lang="en-US">
                <a:sym typeface="Wingdings" panose="05000000000000000000" pitchFamily="2" charset="2"/>
              </a:rPr>
              <a:t> de CX. En Sap no </a:t>
            </a:r>
            <a:r>
              <a:rPr lang="en-US" err="1">
                <a:sym typeface="Wingdings" panose="05000000000000000000" pitchFamily="2" charset="2"/>
              </a:rPr>
              <a:t>conocemos</a:t>
            </a:r>
            <a:r>
              <a:rPr lang="en-US">
                <a:sym typeface="Wingdings" panose="05000000000000000000" pitchFamily="2" charset="2"/>
              </a:rPr>
              <a:t>. Con Applications, </a:t>
            </a:r>
            <a:r>
              <a:rPr lang="en-US" err="1">
                <a:sym typeface="Wingdings" panose="05000000000000000000" pitchFamily="2" charset="2"/>
              </a:rPr>
              <a:t>ya</a:t>
            </a:r>
            <a:r>
              <a:rPr lang="en-US">
                <a:sym typeface="Wingdings" panose="05000000000000000000" pitchFamily="2" charset="2"/>
              </a:rPr>
              <a:t> lo temenos </a:t>
            </a:r>
            <a:r>
              <a:rPr lang="en-US" err="1">
                <a:sym typeface="Wingdings" panose="05000000000000000000" pitchFamily="2" charset="2"/>
              </a:rPr>
              <a:t>mapeado</a:t>
            </a:r>
            <a:r>
              <a:rPr lang="en-US">
                <a:sym typeface="Wingdings" panose="05000000000000000000" pitchFamily="2" charset="2"/>
              </a:rPr>
              <a:t>. Pendiente saber </a:t>
            </a:r>
            <a:r>
              <a:rPr lang="en-US" err="1">
                <a:sym typeface="Wingdings" panose="05000000000000000000" pitchFamily="2" charset="2"/>
              </a:rPr>
              <a:t>como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trabajan</a:t>
            </a:r>
            <a:r>
              <a:rPr lang="en-US">
                <a:sym typeface="Wingdings" panose="05000000000000000000" pitchFamily="2" charset="2"/>
              </a:rPr>
              <a:t> con </a:t>
            </a:r>
            <a:r>
              <a:rPr lang="en-US" err="1">
                <a:sym typeface="Wingdings" panose="05000000000000000000" pitchFamily="2" charset="2"/>
              </a:rPr>
              <a:t>otras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áreas</a:t>
            </a:r>
            <a:r>
              <a:rPr lang="en-US">
                <a:sym typeface="Wingdings" panose="05000000000000000000" pitchFamily="2" charset="2"/>
              </a:rPr>
              <a:t>. </a:t>
            </a:r>
            <a:r>
              <a:rPr lang="en-US" err="1">
                <a:sym typeface="Wingdings" panose="05000000000000000000" pitchFamily="2" charset="2"/>
              </a:rPr>
              <a:t>Ahroa</a:t>
            </a:r>
            <a:r>
              <a:rPr lang="en-US">
                <a:sym typeface="Wingdings" panose="05000000000000000000" pitchFamily="2" charset="2"/>
              </a:rPr>
              <a:t> solo es la </a:t>
            </a:r>
            <a:r>
              <a:rPr lang="en-US" err="1">
                <a:sym typeface="Wingdings" panose="05000000000000000000" pitchFamily="2" charset="2"/>
              </a:rPr>
              <a:t>definición</a:t>
            </a:r>
            <a:r>
              <a:rPr lang="en-US">
                <a:sym typeface="Wingdings" panose="05000000000000000000" pitchFamily="2" charset="2"/>
              </a:rPr>
              <a:t>. Hacer </a:t>
            </a:r>
            <a:r>
              <a:rPr lang="en-US" err="1">
                <a:sym typeface="Wingdings" panose="05000000000000000000" pitchFamily="2" charset="2"/>
              </a:rPr>
              <a:t>el</a:t>
            </a:r>
            <a:r>
              <a:rPr lang="en-US">
                <a:sym typeface="Wingdings" panose="05000000000000000000" pitchFamily="2" charset="2"/>
              </a:rPr>
              <a:t> blueprint del </a:t>
            </a:r>
            <a:r>
              <a:rPr lang="en-US" err="1">
                <a:sym typeface="Wingdings" panose="05000000000000000000" pitchFamily="2" charset="2"/>
              </a:rPr>
              <a:t>proceso</a:t>
            </a:r>
            <a:r>
              <a:rPr lang="en-US">
                <a:sym typeface="Wingdings" panose="05000000000000000000" pitchFamily="2" charset="2"/>
              </a:rPr>
              <a:t> y de </a:t>
            </a:r>
            <a:r>
              <a:rPr lang="en-US" err="1">
                <a:sym typeface="Wingdings" panose="05000000000000000000" pitchFamily="2" charset="2"/>
              </a:rPr>
              <a:t>los</a:t>
            </a:r>
            <a:r>
              <a:rPr lang="en-US">
                <a:sym typeface="Wingdings" panose="05000000000000000000" pitchFamily="2" charset="2"/>
              </a:rPr>
              <a:t> roles. </a:t>
            </a:r>
            <a:r>
              <a:rPr lang="en-US" err="1">
                <a:sym typeface="Wingdings" panose="05000000000000000000" pitchFamily="2" charset="2"/>
              </a:rPr>
              <a:t>Definir</a:t>
            </a:r>
            <a:r>
              <a:rPr lang="en-US">
                <a:sym typeface="Wingdings" panose="05000000000000000000" pitchFamily="2" charset="2"/>
              </a:rPr>
              <a:t> y </a:t>
            </a:r>
            <a:r>
              <a:rPr lang="en-US" err="1">
                <a:sym typeface="Wingdings" panose="05000000000000000000" pitchFamily="2" charset="2"/>
              </a:rPr>
              <a:t>reutilizar</a:t>
            </a:r>
            <a:r>
              <a:rPr lang="en-US">
                <a:sym typeface="Wingdings" panose="05000000000000000000" pitchFamily="2" charset="2"/>
              </a:rPr>
              <a:t> al </a:t>
            </a:r>
            <a:r>
              <a:rPr lang="en-US" err="1">
                <a:sym typeface="Wingdings" panose="05000000000000000000" pitchFamily="2" charset="2"/>
              </a:rPr>
              <a:t>maximo</a:t>
            </a:r>
            <a:r>
              <a:rPr lang="en-US">
                <a:sym typeface="Wingdings" panose="05000000000000000000" pitchFamily="2" charset="2"/>
              </a:rPr>
              <a:t> lo </a:t>
            </a:r>
            <a:r>
              <a:rPr lang="en-US" err="1">
                <a:sym typeface="Wingdings" panose="05000000000000000000" pitchFamily="2" charset="2"/>
              </a:rPr>
              <a:t>ya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definido</a:t>
            </a:r>
            <a:r>
              <a:rPr lang="en-US">
                <a:sym typeface="Wingdings" panose="05000000000000000000" pitchFamily="2" charset="2"/>
              </a:rPr>
              <a:t>. </a:t>
            </a:r>
            <a:r>
              <a:rPr lang="en-US" err="1">
                <a:sym typeface="Wingdings" panose="05000000000000000000" pitchFamily="2" charset="2"/>
              </a:rPr>
              <a:t>Centralziar</a:t>
            </a:r>
            <a:r>
              <a:rPr lang="en-US">
                <a:sym typeface="Wingdings" panose="05000000000000000000" pitchFamily="2" charset="2"/>
              </a:rPr>
              <a:t> y </a:t>
            </a:r>
            <a:r>
              <a:rPr lang="en-US" err="1">
                <a:sym typeface="Wingdings" panose="05000000000000000000" pitchFamily="2" charset="2"/>
              </a:rPr>
              <a:t>decidir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sobre</a:t>
            </a:r>
            <a:r>
              <a:rPr lang="en-US">
                <a:sym typeface="Wingdings" panose="05000000000000000000" pitchFamily="2" charset="2"/>
              </a:rPr>
              <a:t> la gestion de </a:t>
            </a:r>
            <a:r>
              <a:rPr lang="en-US" err="1">
                <a:sym typeface="Wingdings" panose="05000000000000000000" pitchFamily="2" charset="2"/>
              </a:rPr>
              <a:t>demanda</a:t>
            </a:r>
            <a:r>
              <a:rPr lang="en-US">
                <a:sym typeface="Wingdings" panose="05000000000000000000" pitchFamily="2" charset="2"/>
              </a:rPr>
              <a:t>. </a:t>
            </a:r>
            <a:r>
              <a:rPr lang="en-US" err="1">
                <a:sym typeface="Wingdings" panose="05000000000000000000" pitchFamily="2" charset="2"/>
              </a:rPr>
              <a:t>Buscar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estandarizar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definición</a:t>
            </a:r>
            <a:r>
              <a:rPr lang="en-US">
                <a:sym typeface="Wingdings" panose="05000000000000000000" pitchFamily="2" charset="2"/>
              </a:rPr>
              <a:t>. Marcar GAPs en </a:t>
            </a:r>
            <a:r>
              <a:rPr lang="en-US" err="1">
                <a:sym typeface="Wingdings" panose="05000000000000000000" pitchFamily="2" charset="2"/>
              </a:rPr>
              <a:t>el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proceso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pedir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información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suficiente</a:t>
            </a:r>
            <a:r>
              <a:rPr lang="en-US">
                <a:sym typeface="Wingdings" panose="05000000000000000000" pitchFamily="2" charset="2"/>
              </a:rPr>
              <a:t> para </a:t>
            </a:r>
            <a:r>
              <a:rPr lang="en-US" err="1">
                <a:sym typeface="Wingdings" panose="05000000000000000000" pitchFamily="2" charset="2"/>
              </a:rPr>
              <a:t>priorizar</a:t>
            </a:r>
            <a:r>
              <a:rPr lang="en-US">
                <a:sym typeface="Wingdings" panose="05000000000000000000" pitchFamily="2" charset="2"/>
              </a:rPr>
              <a:t>. </a:t>
            </a:r>
          </a:p>
          <a:p>
            <a:r>
              <a:rPr lang="en-US">
                <a:sym typeface="Wingdings" panose="05000000000000000000" pitchFamily="2" charset="2"/>
              </a:rPr>
              <a:t>La </a:t>
            </a:r>
            <a:r>
              <a:rPr lang="en-US" err="1">
                <a:sym typeface="Wingdings" panose="05000000000000000000" pitchFamily="2" charset="2"/>
              </a:rPr>
              <a:t>priorización</a:t>
            </a:r>
            <a:r>
              <a:rPr lang="en-US">
                <a:sym typeface="Wingdings" panose="05000000000000000000" pitchFamily="2" charset="2"/>
              </a:rPr>
              <a:t> es P&amp;T en conjunto con </a:t>
            </a:r>
            <a:r>
              <a:rPr lang="en-US" err="1">
                <a:sym typeface="Wingdings" panose="05000000000000000000" pitchFamily="2" charset="2"/>
              </a:rPr>
              <a:t>aplicaciones</a:t>
            </a:r>
            <a:r>
              <a:rPr lang="en-US">
                <a:sym typeface="Wingdings" panose="05000000000000000000" pitchFamily="2" charset="2"/>
              </a:rPr>
              <a:t>. Big Room planning, </a:t>
            </a:r>
            <a:r>
              <a:rPr lang="en-US" err="1">
                <a:sym typeface="Wingdings" panose="05000000000000000000" pitchFamily="2" charset="2"/>
              </a:rPr>
              <a:t>todos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los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equipos</a:t>
            </a:r>
            <a:r>
              <a:rPr lang="en-US">
                <a:sym typeface="Wingdings" panose="05000000000000000000" pitchFamily="2" charset="2"/>
              </a:rPr>
              <a:t> y </a:t>
            </a:r>
            <a:r>
              <a:rPr lang="en-US" err="1">
                <a:sym typeface="Wingdings" panose="05000000000000000000" pitchFamily="2" charset="2"/>
              </a:rPr>
              <a:t>trabajan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los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objetivos</a:t>
            </a:r>
            <a:r>
              <a:rPr lang="en-US">
                <a:sym typeface="Wingdings" panose="05000000000000000000" pitchFamily="2" charset="2"/>
              </a:rPr>
              <a:t> del Q. </a:t>
            </a:r>
            <a:r>
              <a:rPr lang="en-US" err="1">
                <a:sym typeface="Wingdings" panose="05000000000000000000" pitchFamily="2" charset="2"/>
              </a:rPr>
              <a:t>que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si</a:t>
            </a:r>
            <a:r>
              <a:rPr lang="en-US">
                <a:sym typeface="Wingdings" panose="05000000000000000000" pitchFamily="2" charset="2"/>
              </a:rPr>
              <a:t> es </a:t>
            </a:r>
            <a:r>
              <a:rPr lang="en-US" err="1">
                <a:sym typeface="Wingdings" panose="05000000000000000000" pitchFamily="2" charset="2"/>
              </a:rPr>
              <a:t>necesario</a:t>
            </a:r>
            <a:r>
              <a:rPr lang="en-US">
                <a:sym typeface="Wingdings" panose="05000000000000000000" pitchFamily="2" charset="2"/>
              </a:rPr>
              <a:t> levanter con Fuentes de la </a:t>
            </a:r>
            <a:r>
              <a:rPr lang="en-US" err="1">
                <a:sym typeface="Wingdings" panose="05000000000000000000" pitchFamily="2" charset="2"/>
              </a:rPr>
              <a:t>demanda</a:t>
            </a:r>
            <a:r>
              <a:rPr lang="en-US">
                <a:sym typeface="Wingdings" panose="05000000000000000000" pitchFamily="2" charset="2"/>
              </a:rPr>
              <a:t>. </a:t>
            </a: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Lo mas </a:t>
            </a:r>
            <a:r>
              <a:rPr lang="en-US" err="1">
                <a:sym typeface="Wingdings" panose="05000000000000000000" pitchFamily="2" charset="2"/>
              </a:rPr>
              <a:t>importante</a:t>
            </a:r>
            <a:r>
              <a:rPr lang="en-US">
                <a:sym typeface="Wingdings" panose="05000000000000000000" pitchFamily="2" charset="2"/>
              </a:rPr>
              <a:t> para Victor </a:t>
            </a:r>
            <a:r>
              <a:rPr lang="en-US" err="1">
                <a:sym typeface="Wingdings" panose="05000000000000000000" pitchFamily="2" charset="2"/>
              </a:rPr>
              <a:t>poner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orden</a:t>
            </a:r>
            <a:r>
              <a:rPr lang="en-US">
                <a:sym typeface="Wingdings" panose="05000000000000000000" pitchFamily="2" charset="2"/>
              </a:rPr>
              <a:t> en </a:t>
            </a:r>
            <a:r>
              <a:rPr lang="en-US" err="1">
                <a:sym typeface="Wingdings" panose="05000000000000000000" pitchFamily="2" charset="2"/>
              </a:rPr>
              <a:t>el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departametno</a:t>
            </a:r>
            <a:r>
              <a:rPr lang="en-US">
                <a:sym typeface="Wingdings" panose="05000000000000000000" pitchFamily="2" charset="2"/>
              </a:rPr>
              <a:t>. Y </a:t>
            </a:r>
            <a:r>
              <a:rPr lang="en-US" err="1">
                <a:sym typeface="Wingdings" panose="05000000000000000000" pitchFamily="2" charset="2"/>
              </a:rPr>
              <a:t>ver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qué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pedirles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como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tienen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interlocuiones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conversaciones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etc</a:t>
            </a:r>
            <a:r>
              <a:rPr lang="en-US">
                <a:sym typeface="Wingdings" panose="05000000000000000000" pitchFamily="2" charset="2"/>
              </a:rPr>
              <a:t>… Si </a:t>
            </a:r>
            <a:r>
              <a:rPr lang="en-US" err="1">
                <a:sym typeface="Wingdings" panose="05000000000000000000" pitchFamily="2" charset="2"/>
              </a:rPr>
              <a:t>mapear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cómo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entra</a:t>
            </a:r>
            <a:r>
              <a:rPr lang="en-US">
                <a:sym typeface="Wingdings" panose="05000000000000000000" pitchFamily="2" charset="2"/>
              </a:rPr>
              <a:t> la </a:t>
            </a:r>
            <a:r>
              <a:rPr lang="en-US" err="1">
                <a:sym typeface="Wingdings" panose="05000000000000000000" pitchFamily="2" charset="2"/>
              </a:rPr>
              <a:t>demanda</a:t>
            </a:r>
            <a:r>
              <a:rPr lang="en-US">
                <a:sym typeface="Wingdings" panose="05000000000000000000" pitchFamily="2" charset="2"/>
              </a:rPr>
              <a:t>, volume </a:t>
            </a:r>
            <a:r>
              <a:rPr lang="en-US" err="1">
                <a:sym typeface="Wingdings" panose="05000000000000000000" pitchFamily="2" charset="2"/>
              </a:rPr>
              <a:t>tipo</a:t>
            </a:r>
            <a:r>
              <a:rPr lang="en-US">
                <a:sym typeface="Wingdings" panose="05000000000000000000" pitchFamily="2" charset="2"/>
              </a:rPr>
              <a:t> de info, y </a:t>
            </a:r>
            <a:r>
              <a:rPr lang="en-US" err="1">
                <a:sym typeface="Wingdings" panose="05000000000000000000" pitchFamily="2" charset="2"/>
              </a:rPr>
              <a:t>ver</a:t>
            </a:r>
            <a:r>
              <a:rPr lang="en-US">
                <a:sym typeface="Wingdings" panose="05000000000000000000" pitchFamily="2" charset="2"/>
              </a:rPr>
              <a:t> GAPs. </a:t>
            </a:r>
            <a:r>
              <a:rPr lang="en-US" err="1">
                <a:sym typeface="Wingdings" panose="05000000000000000000" pitchFamily="2" charset="2"/>
              </a:rPr>
              <a:t>Establecer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igual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proceso</a:t>
            </a:r>
            <a:r>
              <a:rPr lang="en-US">
                <a:sym typeface="Wingdings" panose="05000000000000000000" pitchFamily="2" charset="2"/>
              </a:rPr>
              <a:t> en Digital Products. </a:t>
            </a: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El </a:t>
            </a:r>
            <a:r>
              <a:rPr lang="en-US" err="1">
                <a:sym typeface="Wingdings" panose="05000000000000000000" pitchFamily="2" charset="2"/>
              </a:rPr>
              <a:t>foco</a:t>
            </a:r>
            <a:r>
              <a:rPr lang="en-US">
                <a:sym typeface="Wingdings" panose="05000000000000000000" pitchFamily="2" charset="2"/>
              </a:rPr>
              <a:t> es la base; </a:t>
            </a:r>
            <a:r>
              <a:rPr lang="en-US" err="1">
                <a:sym typeface="Wingdings" panose="05000000000000000000" pitchFamily="2" charset="2"/>
              </a:rPr>
              <a:t>poder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ver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cuantos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proeyctos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progreso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riesgos</a:t>
            </a:r>
            <a:r>
              <a:rPr lang="en-US">
                <a:sym typeface="Wingdings" panose="05000000000000000000" pitchFamily="2" charset="2"/>
              </a:rPr>
              <a:t>, </a:t>
            </a:r>
            <a:r>
              <a:rPr lang="en-US" err="1">
                <a:sym typeface="Wingdings" panose="05000000000000000000" pitchFamily="2" charset="2"/>
              </a:rPr>
              <a:t>impactos</a:t>
            </a:r>
            <a:r>
              <a:rPr lang="en-US">
                <a:sym typeface="Wingdings" panose="05000000000000000000" pitchFamily="2" charset="2"/>
              </a:rPr>
              <a:t>. </a:t>
            </a:r>
          </a:p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}3: </a:t>
            </a:r>
            <a:r>
              <a:rPr lang="en-US" err="1">
                <a:sym typeface="Wingdings" panose="05000000000000000000" pitchFamily="2" charset="2"/>
              </a:rPr>
              <a:t>Ahora</a:t>
            </a:r>
            <a:r>
              <a:rPr lang="en-US">
                <a:sym typeface="Wingdings" panose="05000000000000000000" pitchFamily="2" charset="2"/>
              </a:rPr>
              <a:t> digital Products</a:t>
            </a:r>
          </a:p>
          <a:p>
            <a:r>
              <a:rPr lang="en-US" err="1">
                <a:sym typeface="Wingdings" panose="05000000000000000000" pitchFamily="2" charset="2"/>
              </a:rPr>
              <a:t>Esos</a:t>
            </a:r>
            <a:r>
              <a:rPr lang="en-US">
                <a:sym typeface="Wingdings" panose="05000000000000000000" pitchFamily="2" charset="2"/>
              </a:rPr>
              <a:t> dos son </a:t>
            </a:r>
            <a:r>
              <a:rPr lang="en-US" err="1">
                <a:sym typeface="Wingdings" panose="05000000000000000000" pitchFamily="2" charset="2"/>
              </a:rPr>
              <a:t>los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más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grandes</a:t>
            </a:r>
            <a:r>
              <a:rPr lang="en-US">
                <a:sym typeface="Wingdings" panose="05000000000000000000" pitchFamily="2" charset="2"/>
              </a:rPr>
              <a:t>.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91BA9-1F83-8AE4-DA19-D093991F8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65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79531-926B-3D17-A001-28A21EFEA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B2D254-CBBF-E48B-9694-012B4C49C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83525D-1D92-DB4A-AA71-FB6835BCA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E53F9C-9445-D6C4-1559-84861DAD4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9761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BD6D1-ABCB-F567-A945-86DAC9D7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968C30C-E7C1-114E-B069-D9EFEE3CA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E7466A-67E2-F29A-5649-3186B19E3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0ABE22-D0B9-762B-6D39-9E065324C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157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BD9F7-5ABC-7768-9567-FDEC6EB2F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D7EAE37-539C-15CE-2DE9-073DEA867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A8814FB-DCF8-235F-9F19-390A00538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7E38A2-AF1D-F1E7-F566-7E84CA780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612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5550A-4CBA-94F0-17F2-AE1CFA32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CD9CA5-C16B-FFE1-0B85-0D9F83D6B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E1E3F8-F87B-DCFA-2812-24F670110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D4442B-3A38-8BBB-8A4B-301B382A3D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823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9858-92C3-9E3D-329F-89FF9F1F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6A53A5-B80A-0C01-B7AD-C0FCC770C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7091322-6FA3-A037-C2D4-2DA30737E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BE4FC0-0733-D7E5-69DF-2C154E60F1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57609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EBC04-4243-23F1-7C4A-416155FD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8122C1-D016-9B7A-092C-61435AA67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63E0F5B-313E-9116-D22D-01E019A97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42C5E5-2B66-44F8-8DAF-6446B0A77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5422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5154-89C8-FE28-2327-2638EC96A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31719C9-02F5-6B5D-A908-8F7863B3C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78C3A03-0914-8D9B-2FF4-EF9D63532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1FCA8F-600C-6EE1-5FC5-3A2B8375E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54F799-0B61-402A-BFDB-4D5D18407F0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2" charset="77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8462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microsoft.com/office/2007/relationships/hdphoto" Target="../media/hdphoto1.wdp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8.emf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8.emf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1.png"/><Relationship Id="rId5" Type="http://schemas.openxmlformats.org/officeDocument/2006/relationships/image" Target="../media/image10.tiff"/><Relationship Id="rId4" Type="http://schemas.openxmlformats.org/officeDocument/2006/relationships/image" Target="../media/image8.emf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12.emf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2">
            <a:extLst>
              <a:ext uri="{FF2B5EF4-FFF2-40B4-BE49-F238E27FC236}">
                <a16:creationId xmlns:a16="http://schemas.microsoft.com/office/drawing/2014/main" id="{02C6E78E-94C2-B86A-43B0-C98F58009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9512" y="1527134"/>
            <a:ext cx="8066088" cy="443328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s-ES"/>
              <a:t>Presentation subtitle</a:t>
            </a:r>
          </a:p>
        </p:txBody>
      </p:sp>
      <p:sp>
        <p:nvSpPr>
          <p:cNvPr id="2" name="Título 14">
            <a:extLst>
              <a:ext uri="{FF2B5EF4-FFF2-40B4-BE49-F238E27FC236}">
                <a16:creationId xmlns:a16="http://schemas.microsoft.com/office/drawing/2014/main" id="{EE43D0D4-53D9-E48B-97B4-161635A2CF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9513" y="2730572"/>
            <a:ext cx="8066087" cy="90984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4400" b="1" i="0" spc="-150">
                <a:solidFill>
                  <a:schemeClr val="accent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s-ES"/>
              <a:t>Presentation </a:t>
            </a:r>
            <a:r>
              <a:rPr lang="es-ES" err="1"/>
              <a:t>Title</a:t>
            </a:r>
            <a:endParaRPr lang="es-ES"/>
          </a:p>
        </p:txBody>
      </p:sp>
      <p:cxnSp>
        <p:nvCxnSpPr>
          <p:cNvPr id="22" name="Conector recto 17">
            <a:extLst>
              <a:ext uri="{FF2B5EF4-FFF2-40B4-BE49-F238E27FC236}">
                <a16:creationId xmlns:a16="http://schemas.microsoft.com/office/drawing/2014/main" id="{E6BFB2A2-D551-503C-6002-FDD2DD5E20A0}"/>
              </a:ext>
            </a:extLst>
          </p:cNvPr>
          <p:cNvCxnSpPr>
            <a:cxnSpLocks/>
          </p:cNvCxnSpPr>
          <p:nvPr/>
        </p:nvCxnSpPr>
        <p:spPr>
          <a:xfrm>
            <a:off x="395847" y="2312570"/>
            <a:ext cx="1138893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7A58FAF-2A85-4439-D987-87A26EAC372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343" y="1402510"/>
            <a:ext cx="3257824" cy="75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352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502" y="2808051"/>
            <a:ext cx="11000786" cy="353354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62" y="3284983"/>
            <a:ext cx="5488645" cy="3025329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6000" b="1" i="0" spc="-15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Small PPT Title</a:t>
            </a:r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394C8709-5400-E9AB-2B49-4AD77847F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221" y="6454775"/>
            <a:ext cx="4075367" cy="23915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74C3D-5AB0-6A17-C266-0C6A890DAC54}"/>
              </a:ext>
            </a:extLst>
          </p:cNvPr>
          <p:cNvSpPr txBox="1"/>
          <p:nvPr/>
        </p:nvSpPr>
        <p:spPr>
          <a:xfrm>
            <a:off x="9509761" y="6454776"/>
            <a:ext cx="2273340" cy="239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6318FB6F-139D-E242-9895-EB6663796CDE}" type="datetime1">
              <a:rPr lang="en-GB" sz="15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06/04/2026</a:t>
            </a:fld>
            <a:endParaRPr lang="en-US" sz="15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E568369-7479-5BCB-DA9E-55BA0A31DE0B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F5461EC0-D6A0-32FD-6D8F-3BA2DC71FC1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DEA05D7F-7085-A6D3-747F-8F8742FE7E5D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E8C6456F-33BF-ED67-1687-666967284F8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759237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C25132B-49EB-2005-F0C7-1B94ECBC50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5341" y="438865"/>
            <a:ext cx="9289413" cy="301607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>
              <a:lnSpc>
                <a:spcPct val="80000"/>
              </a:lnSpc>
              <a:defRPr sz="7000" b="1" i="0" spc="-150">
                <a:solidFill>
                  <a:schemeClr val="bg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Divider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B7A11-3EF6-0DC2-8445-70CAD5E94FC7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A792B81-F3CB-42B6-4C44-02DD4B91D2F1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07FADB92-7184-0633-1361-C74F0B54DB66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01FC3207-CC84-D465-4921-ED4DF38B310E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C20E5765-22A1-207D-F6C2-B0FAC3D374C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38962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C25132B-49EB-2005-F0C7-1B94ECBC50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5341" y="438865"/>
            <a:ext cx="9289413" cy="301607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>
              <a:lnSpc>
                <a:spcPct val="80000"/>
              </a:lnSpc>
              <a:defRPr sz="7000" b="1" i="0" spc="-150">
                <a:solidFill>
                  <a:schemeClr val="bg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Divider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B7A11-3EF6-0DC2-8445-70CAD5E94FC7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7B614D0-9608-BAF4-A121-9EE0297FD782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4A01FDC8-402A-CF0C-317A-BBF89E7C6913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8BE9981B-089B-F65E-207A-E42AB73A5B76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98272DF2-4963-4767-F77D-AD9D18C4F0E7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7203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C25132B-49EB-2005-F0C7-1B94ECBC50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5341" y="438865"/>
            <a:ext cx="9289413" cy="301607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>
              <a:lnSpc>
                <a:spcPct val="80000"/>
              </a:lnSpc>
              <a:defRPr sz="7000" b="1" i="0" spc="-150">
                <a:solidFill>
                  <a:schemeClr val="bg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Divider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B7A11-3EF6-0DC2-8445-70CAD5E94FC7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F6B9B181-D4CA-2A83-6EC9-032D02A44F0B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91FF17BF-DD64-310B-A2E8-BC57D86B1AF4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E1D418F4-1A0B-15E9-0FEF-C6C8DCF9171A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0F658400-AFEC-E739-A8A4-AB7B4A8C42D1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286395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9E5E572-ACA6-848C-1471-C2088F7E0D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6400" y="439200"/>
            <a:ext cx="9289413" cy="301607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>
              <a:lnSpc>
                <a:spcPct val="80000"/>
              </a:lnSpc>
              <a:defRPr sz="7000" b="1" i="0" spc="-150">
                <a:solidFill>
                  <a:schemeClr val="accent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Divider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FFA5EA-9D96-A3B7-5DD4-A4D9BED659C6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4106F7-F3F5-322B-340A-A0B5B5B14FA0}"/>
              </a:ext>
            </a:extLst>
          </p:cNvPr>
          <p:cNvGrpSpPr/>
          <p:nvPr/>
        </p:nvGrpSpPr>
        <p:grpSpPr>
          <a:xfrm>
            <a:off x="11396118" y="222969"/>
            <a:ext cx="473773" cy="432461"/>
            <a:chOff x="5465909" y="2845257"/>
            <a:chExt cx="729516" cy="665904"/>
          </a:xfrm>
        </p:grpSpPr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4D910D61-F022-6774-2592-7417D66FAB28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925907EA-B88B-F8B9-010F-94CA64A50B71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0BDF54D-155A-AB37-29BA-BA264F8705B7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848508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ymb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ECADF309-5276-4BCA-840A-5331B411185E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2574" y="2622552"/>
            <a:ext cx="1706063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82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17C244DD-AAF1-8228-278E-6247B6BAA300}"/>
              </a:ext>
            </a:extLst>
          </p:cNvPr>
          <p:cNvGrpSpPr/>
          <p:nvPr/>
        </p:nvGrpSpPr>
        <p:grpSpPr>
          <a:xfrm>
            <a:off x="4496068" y="3036081"/>
            <a:ext cx="3199864" cy="1278273"/>
            <a:chOff x="10709665" y="301762"/>
            <a:chExt cx="1082567" cy="432461"/>
          </a:xfrm>
        </p:grpSpPr>
        <p:sp>
          <p:nvSpPr>
            <p:cNvPr id="16" name="Forma libre 163">
              <a:extLst>
                <a:ext uri="{FF2B5EF4-FFF2-40B4-BE49-F238E27FC236}">
                  <a16:creationId xmlns:a16="http://schemas.microsoft.com/office/drawing/2014/main" id="{79BDF630-4C31-EEC5-7782-76B85E36EAB9}"/>
                </a:ext>
              </a:extLst>
            </p:cNvPr>
            <p:cNvSpPr/>
            <p:nvPr/>
          </p:nvSpPr>
          <p:spPr>
            <a:xfrm>
              <a:off x="11039633" y="364114"/>
              <a:ext cx="132622" cy="141132"/>
            </a:xfrm>
            <a:custGeom>
              <a:avLst/>
              <a:gdLst>
                <a:gd name="connsiteX0" fmla="*/ 236399 w 558508"/>
                <a:gd name="connsiteY0" fmla="*/ 0 h 594344"/>
                <a:gd name="connsiteX1" fmla="*/ 0 w 558508"/>
                <a:gd name="connsiteY1" fmla="*/ 594344 h 594344"/>
                <a:gd name="connsiteX2" fmla="*/ 90961 w 558508"/>
                <a:gd name="connsiteY2" fmla="*/ 594344 h 594344"/>
                <a:gd name="connsiteX3" fmla="*/ 156074 w 558508"/>
                <a:gd name="connsiteY3" fmla="*/ 424519 h 594344"/>
                <a:gd name="connsiteX4" fmla="*/ 399518 w 558508"/>
                <a:gd name="connsiteY4" fmla="*/ 424519 h 594344"/>
                <a:gd name="connsiteX5" fmla="*/ 464272 w 558508"/>
                <a:gd name="connsiteY5" fmla="*/ 594344 h 594344"/>
                <a:gd name="connsiteX6" fmla="*/ 558508 w 558508"/>
                <a:gd name="connsiteY6" fmla="*/ 594344 h 594344"/>
                <a:gd name="connsiteX7" fmla="*/ 321391 w 558508"/>
                <a:gd name="connsiteY7" fmla="*/ 0 h 594344"/>
                <a:gd name="connsiteX8" fmla="*/ 184703 w 558508"/>
                <a:gd name="connsiteY8" fmla="*/ 349822 h 594344"/>
                <a:gd name="connsiteX9" fmla="*/ 253361 w 558508"/>
                <a:gd name="connsiteY9" fmla="*/ 170587 h 594344"/>
                <a:gd name="connsiteX10" fmla="*/ 278042 w 558508"/>
                <a:gd name="connsiteY10" fmla="*/ 106914 h 594344"/>
                <a:gd name="connsiteX11" fmla="*/ 302723 w 558508"/>
                <a:gd name="connsiteY11" fmla="*/ 170587 h 594344"/>
                <a:gd name="connsiteX12" fmla="*/ 371022 w 558508"/>
                <a:gd name="connsiteY12" fmla="*/ 349822 h 5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508" h="594344">
                  <a:moveTo>
                    <a:pt x="236399" y="0"/>
                  </a:moveTo>
                  <a:lnTo>
                    <a:pt x="0" y="594344"/>
                  </a:lnTo>
                  <a:lnTo>
                    <a:pt x="90961" y="594344"/>
                  </a:lnTo>
                  <a:lnTo>
                    <a:pt x="156074" y="424519"/>
                  </a:lnTo>
                  <a:lnTo>
                    <a:pt x="399518" y="424519"/>
                  </a:lnTo>
                  <a:lnTo>
                    <a:pt x="464272" y="594344"/>
                  </a:lnTo>
                  <a:lnTo>
                    <a:pt x="558508" y="594344"/>
                  </a:lnTo>
                  <a:lnTo>
                    <a:pt x="321391" y="0"/>
                  </a:lnTo>
                  <a:close/>
                  <a:moveTo>
                    <a:pt x="184703" y="349822"/>
                  </a:moveTo>
                  <a:lnTo>
                    <a:pt x="253361" y="170587"/>
                  </a:lnTo>
                  <a:cubicBezTo>
                    <a:pt x="259586" y="154725"/>
                    <a:pt x="267811" y="133499"/>
                    <a:pt x="278042" y="106914"/>
                  </a:cubicBezTo>
                  <a:cubicBezTo>
                    <a:pt x="288215" y="133530"/>
                    <a:pt x="296441" y="154756"/>
                    <a:pt x="302723" y="170587"/>
                  </a:cubicBezTo>
                  <a:lnTo>
                    <a:pt x="371022" y="349822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7" name="Forma libre 164">
              <a:extLst>
                <a:ext uri="{FF2B5EF4-FFF2-40B4-BE49-F238E27FC236}">
                  <a16:creationId xmlns:a16="http://schemas.microsoft.com/office/drawing/2014/main" id="{03EB5C4F-659A-EAF9-1A48-EC4793FB35BF}"/>
                </a:ext>
              </a:extLst>
            </p:cNvPr>
            <p:cNvSpPr/>
            <p:nvPr/>
          </p:nvSpPr>
          <p:spPr>
            <a:xfrm>
              <a:off x="11159160" y="402802"/>
              <a:ext cx="100548" cy="102625"/>
            </a:xfrm>
            <a:custGeom>
              <a:avLst/>
              <a:gdLst>
                <a:gd name="connsiteX0" fmla="*/ 235501 w 423435"/>
                <a:gd name="connsiteY0" fmla="*/ 259891 h 432180"/>
                <a:gd name="connsiteX1" fmla="*/ 225315 w 423435"/>
                <a:gd name="connsiteY1" fmla="*/ 287493 h 432180"/>
                <a:gd name="connsiteX2" fmla="*/ 212571 w 423435"/>
                <a:gd name="connsiteY2" fmla="*/ 316798 h 432180"/>
                <a:gd name="connsiteX3" fmla="*/ 201935 w 423435"/>
                <a:gd name="connsiteY3" fmla="*/ 287493 h 432180"/>
                <a:gd name="connsiteX4" fmla="*/ 191300 w 423435"/>
                <a:gd name="connsiteY4" fmla="*/ 259891 h 432180"/>
                <a:gd name="connsiteX5" fmla="*/ 90961 w 423435"/>
                <a:gd name="connsiteY5" fmla="*/ 0 h 432180"/>
                <a:gd name="connsiteX6" fmla="*/ 0 w 423435"/>
                <a:gd name="connsiteY6" fmla="*/ 0 h 432180"/>
                <a:gd name="connsiteX7" fmla="*/ 173440 w 423435"/>
                <a:gd name="connsiteY7" fmla="*/ 432181 h 432180"/>
                <a:gd name="connsiteX8" fmla="*/ 250848 w 423435"/>
                <a:gd name="connsiteY8" fmla="*/ 432181 h 432180"/>
                <a:gd name="connsiteX9" fmla="*/ 423436 w 423435"/>
                <a:gd name="connsiteY9" fmla="*/ 0 h 432180"/>
                <a:gd name="connsiteX10" fmla="*/ 334988 w 423435"/>
                <a:gd name="connsiteY10" fmla="*/ 0 h 432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3435" h="432180">
                  <a:moveTo>
                    <a:pt x="235501" y="259891"/>
                  </a:moveTo>
                  <a:cubicBezTo>
                    <a:pt x="232136" y="269525"/>
                    <a:pt x="228725" y="278756"/>
                    <a:pt x="225315" y="287493"/>
                  </a:cubicBezTo>
                  <a:cubicBezTo>
                    <a:pt x="221904" y="296231"/>
                    <a:pt x="217686" y="306044"/>
                    <a:pt x="212571" y="316798"/>
                  </a:cubicBezTo>
                  <a:cubicBezTo>
                    <a:pt x="208590" y="306044"/>
                    <a:pt x="205045" y="296276"/>
                    <a:pt x="201935" y="287493"/>
                  </a:cubicBezTo>
                  <a:cubicBezTo>
                    <a:pt x="198794" y="278532"/>
                    <a:pt x="195249" y="269570"/>
                    <a:pt x="191300" y="259891"/>
                  </a:cubicBezTo>
                  <a:lnTo>
                    <a:pt x="90961" y="0"/>
                  </a:lnTo>
                  <a:lnTo>
                    <a:pt x="0" y="0"/>
                  </a:lnTo>
                  <a:lnTo>
                    <a:pt x="173440" y="432181"/>
                  </a:lnTo>
                  <a:lnTo>
                    <a:pt x="250848" y="432181"/>
                  </a:lnTo>
                  <a:lnTo>
                    <a:pt x="423436" y="0"/>
                  </a:lnTo>
                  <a:lnTo>
                    <a:pt x="334988" y="0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8" name="Forma libre 165">
              <a:extLst>
                <a:ext uri="{FF2B5EF4-FFF2-40B4-BE49-F238E27FC236}">
                  <a16:creationId xmlns:a16="http://schemas.microsoft.com/office/drawing/2014/main" id="{4D3FC74B-62F1-EEE5-5210-1BF87ECF958F}"/>
                </a:ext>
              </a:extLst>
            </p:cNvPr>
            <p:cNvSpPr/>
            <p:nvPr/>
          </p:nvSpPr>
          <p:spPr>
            <a:xfrm>
              <a:off x="11260890" y="400806"/>
              <a:ext cx="90878" cy="106690"/>
            </a:xfrm>
            <a:custGeom>
              <a:avLst/>
              <a:gdLst>
                <a:gd name="connsiteX0" fmla="*/ 323640 w 382711"/>
                <a:gd name="connsiteY0" fmla="*/ 40354 h 449300"/>
                <a:gd name="connsiteX1" fmla="*/ 262431 w 382711"/>
                <a:gd name="connsiteY1" fmla="*/ 9794 h 449300"/>
                <a:gd name="connsiteX2" fmla="*/ 189734 w 382711"/>
                <a:gd name="connsiteY2" fmla="*/ 26 h 449300"/>
                <a:gd name="connsiteX3" fmla="*/ 84279 w 382711"/>
                <a:gd name="connsiteY3" fmla="*/ 25925 h 449300"/>
                <a:gd name="connsiteX4" fmla="*/ 14679 w 382711"/>
                <a:gd name="connsiteY4" fmla="*/ 104430 h 449300"/>
                <a:gd name="connsiteX5" fmla="*/ 80016 w 382711"/>
                <a:gd name="connsiteY5" fmla="*/ 141935 h 449300"/>
                <a:gd name="connsiteX6" fmla="*/ 120403 w 382711"/>
                <a:gd name="connsiteY6" fmla="*/ 92645 h 449300"/>
                <a:gd name="connsiteX7" fmla="*/ 188029 w 382711"/>
                <a:gd name="connsiteY7" fmla="*/ 74722 h 449300"/>
                <a:gd name="connsiteX8" fmla="*/ 243539 w 382711"/>
                <a:gd name="connsiteY8" fmla="*/ 84938 h 449300"/>
                <a:gd name="connsiteX9" fmla="*/ 283926 w 382711"/>
                <a:gd name="connsiteY9" fmla="*/ 118052 h 449300"/>
                <a:gd name="connsiteX10" fmla="*/ 299228 w 382711"/>
                <a:gd name="connsiteY10" fmla="*/ 178320 h 449300"/>
                <a:gd name="connsiteX11" fmla="*/ 299228 w 382711"/>
                <a:gd name="connsiteY11" fmla="*/ 226445 h 449300"/>
                <a:gd name="connsiteX12" fmla="*/ 289894 w 382711"/>
                <a:gd name="connsiteY12" fmla="*/ 217483 h 449300"/>
                <a:gd name="connsiteX13" fmla="*/ 174253 w 382711"/>
                <a:gd name="connsiteY13" fmla="*/ 182711 h 449300"/>
                <a:gd name="connsiteX14" fmla="*/ 85805 w 382711"/>
                <a:gd name="connsiteY14" fmla="*/ 197991 h 449300"/>
                <a:gd name="connsiteX15" fmla="*/ 22981 w 382711"/>
                <a:gd name="connsiteY15" fmla="*/ 243427 h 449300"/>
                <a:gd name="connsiteX16" fmla="*/ 22577 w 382711"/>
                <a:gd name="connsiteY16" fmla="*/ 388160 h 449300"/>
                <a:gd name="connsiteX17" fmla="*/ 83786 w 382711"/>
                <a:gd name="connsiteY17" fmla="*/ 433596 h 449300"/>
                <a:gd name="connsiteX18" fmla="*/ 170079 w 382711"/>
                <a:gd name="connsiteY18" fmla="*/ 449279 h 449300"/>
                <a:gd name="connsiteX19" fmla="*/ 288234 w 382711"/>
                <a:gd name="connsiteY19" fmla="*/ 413208 h 449300"/>
                <a:gd name="connsiteX20" fmla="*/ 303581 w 382711"/>
                <a:gd name="connsiteY20" fmla="*/ 397077 h 449300"/>
                <a:gd name="connsiteX21" fmla="*/ 303581 w 382711"/>
                <a:gd name="connsiteY21" fmla="*/ 439959 h 449300"/>
                <a:gd name="connsiteX22" fmla="*/ 382650 w 382711"/>
                <a:gd name="connsiteY22" fmla="*/ 439959 h 449300"/>
                <a:gd name="connsiteX23" fmla="*/ 382650 w 382711"/>
                <a:gd name="connsiteY23" fmla="*/ 170658 h 449300"/>
                <a:gd name="connsiteX24" fmla="*/ 366495 w 382711"/>
                <a:gd name="connsiteY24" fmla="*/ 93407 h 449300"/>
                <a:gd name="connsiteX25" fmla="*/ 323640 w 382711"/>
                <a:gd name="connsiteY25" fmla="*/ 40354 h 449300"/>
                <a:gd name="connsiteX26" fmla="*/ 271361 w 382711"/>
                <a:gd name="connsiteY26" fmla="*/ 366786 h 449300"/>
                <a:gd name="connsiteX27" fmla="*/ 194805 w 382711"/>
                <a:gd name="connsiteY27" fmla="*/ 384709 h 449300"/>
                <a:gd name="connsiteX28" fmla="*/ 117038 w 382711"/>
                <a:gd name="connsiteY28" fmla="*/ 366786 h 449300"/>
                <a:gd name="connsiteX29" fmla="*/ 85985 w 382711"/>
                <a:gd name="connsiteY29" fmla="*/ 315032 h 449300"/>
                <a:gd name="connsiteX30" fmla="*/ 117038 w 382711"/>
                <a:gd name="connsiteY30" fmla="*/ 261933 h 449300"/>
                <a:gd name="connsiteX31" fmla="*/ 194805 w 382711"/>
                <a:gd name="connsiteY31" fmla="*/ 244547 h 449300"/>
                <a:gd name="connsiteX32" fmla="*/ 271361 w 382711"/>
                <a:gd name="connsiteY32" fmla="*/ 262471 h 449300"/>
                <a:gd name="connsiteX33" fmla="*/ 301876 w 382711"/>
                <a:gd name="connsiteY33" fmla="*/ 315032 h 449300"/>
                <a:gd name="connsiteX34" fmla="*/ 271361 w 382711"/>
                <a:gd name="connsiteY34" fmla="*/ 366786 h 44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82711" h="449300">
                  <a:moveTo>
                    <a:pt x="323640" y="40354"/>
                  </a:moveTo>
                  <a:cubicBezTo>
                    <a:pt x="305407" y="26310"/>
                    <a:pt x="284622" y="15933"/>
                    <a:pt x="262431" y="9794"/>
                  </a:cubicBezTo>
                  <a:cubicBezTo>
                    <a:pt x="238769" y="3194"/>
                    <a:pt x="214303" y="-91"/>
                    <a:pt x="189734" y="26"/>
                  </a:cubicBezTo>
                  <a:cubicBezTo>
                    <a:pt x="152937" y="-543"/>
                    <a:pt x="116616" y="8378"/>
                    <a:pt x="84279" y="25925"/>
                  </a:cubicBezTo>
                  <a:cubicBezTo>
                    <a:pt x="52872" y="43499"/>
                    <a:pt x="28339" y="71169"/>
                    <a:pt x="14679" y="104430"/>
                  </a:cubicBezTo>
                  <a:lnTo>
                    <a:pt x="80016" y="141935"/>
                  </a:lnTo>
                  <a:cubicBezTo>
                    <a:pt x="87959" y="121677"/>
                    <a:pt x="102090" y="104430"/>
                    <a:pt x="120403" y="92645"/>
                  </a:cubicBezTo>
                  <a:cubicBezTo>
                    <a:pt x="138833" y="80695"/>
                    <a:pt x="161374" y="74722"/>
                    <a:pt x="188029" y="74722"/>
                  </a:cubicBezTo>
                  <a:cubicBezTo>
                    <a:pt x="207020" y="74498"/>
                    <a:pt x="225876" y="77966"/>
                    <a:pt x="243539" y="84938"/>
                  </a:cubicBezTo>
                  <a:cubicBezTo>
                    <a:pt x="260075" y="91592"/>
                    <a:pt x="274175" y="103149"/>
                    <a:pt x="283926" y="118052"/>
                  </a:cubicBezTo>
                  <a:cubicBezTo>
                    <a:pt x="294099" y="133345"/>
                    <a:pt x="299197" y="153438"/>
                    <a:pt x="299228" y="178320"/>
                  </a:cubicBezTo>
                  <a:lnTo>
                    <a:pt x="299228" y="226445"/>
                  </a:lnTo>
                  <a:cubicBezTo>
                    <a:pt x="296280" y="223290"/>
                    <a:pt x="293166" y="220301"/>
                    <a:pt x="289894" y="217483"/>
                  </a:cubicBezTo>
                  <a:cubicBezTo>
                    <a:pt x="263239" y="194303"/>
                    <a:pt x="224692" y="182711"/>
                    <a:pt x="174253" y="182711"/>
                  </a:cubicBezTo>
                  <a:cubicBezTo>
                    <a:pt x="144079" y="182317"/>
                    <a:pt x="114094" y="187497"/>
                    <a:pt x="85805" y="197991"/>
                  </a:cubicBezTo>
                  <a:cubicBezTo>
                    <a:pt x="60971" y="206881"/>
                    <a:pt x="39185" y="222640"/>
                    <a:pt x="22981" y="243427"/>
                  </a:cubicBezTo>
                  <a:cubicBezTo>
                    <a:pt x="-7511" y="286820"/>
                    <a:pt x="-7673" y="344596"/>
                    <a:pt x="22577" y="388160"/>
                  </a:cubicBezTo>
                  <a:cubicBezTo>
                    <a:pt x="38431" y="408610"/>
                    <a:pt x="59603" y="424329"/>
                    <a:pt x="83786" y="433596"/>
                  </a:cubicBezTo>
                  <a:cubicBezTo>
                    <a:pt x="111258" y="444363"/>
                    <a:pt x="140570" y="449687"/>
                    <a:pt x="170079" y="449279"/>
                  </a:cubicBezTo>
                  <a:cubicBezTo>
                    <a:pt x="221088" y="449279"/>
                    <a:pt x="260470" y="437257"/>
                    <a:pt x="288234" y="413208"/>
                  </a:cubicBezTo>
                  <a:cubicBezTo>
                    <a:pt x="293857" y="408337"/>
                    <a:pt x="298995" y="402933"/>
                    <a:pt x="303581" y="397077"/>
                  </a:cubicBezTo>
                  <a:lnTo>
                    <a:pt x="303581" y="439959"/>
                  </a:lnTo>
                  <a:lnTo>
                    <a:pt x="382650" y="439959"/>
                  </a:lnTo>
                  <a:lnTo>
                    <a:pt x="382650" y="170658"/>
                  </a:lnTo>
                  <a:cubicBezTo>
                    <a:pt x="383368" y="144001"/>
                    <a:pt x="377835" y="117550"/>
                    <a:pt x="366495" y="93407"/>
                  </a:cubicBezTo>
                  <a:cubicBezTo>
                    <a:pt x="356407" y="72719"/>
                    <a:pt x="341756" y="54580"/>
                    <a:pt x="323640" y="40354"/>
                  </a:cubicBezTo>
                  <a:close/>
                  <a:moveTo>
                    <a:pt x="271361" y="366786"/>
                  </a:moveTo>
                  <a:cubicBezTo>
                    <a:pt x="250930" y="378736"/>
                    <a:pt x="225410" y="384709"/>
                    <a:pt x="194805" y="384709"/>
                  </a:cubicBezTo>
                  <a:cubicBezTo>
                    <a:pt x="163662" y="384709"/>
                    <a:pt x="137738" y="378736"/>
                    <a:pt x="117038" y="366786"/>
                  </a:cubicBezTo>
                  <a:cubicBezTo>
                    <a:pt x="96337" y="354835"/>
                    <a:pt x="85985" y="337584"/>
                    <a:pt x="85985" y="315032"/>
                  </a:cubicBezTo>
                  <a:cubicBezTo>
                    <a:pt x="85056" y="292793"/>
                    <a:pt x="97185" y="272051"/>
                    <a:pt x="117038" y="261933"/>
                  </a:cubicBezTo>
                  <a:cubicBezTo>
                    <a:pt x="137711" y="250372"/>
                    <a:pt x="163631" y="244579"/>
                    <a:pt x="194805" y="244547"/>
                  </a:cubicBezTo>
                  <a:cubicBezTo>
                    <a:pt x="225468" y="244547"/>
                    <a:pt x="250988" y="250520"/>
                    <a:pt x="271361" y="262471"/>
                  </a:cubicBezTo>
                  <a:cubicBezTo>
                    <a:pt x="290747" y="272741"/>
                    <a:pt x="302585" y="293133"/>
                    <a:pt x="301876" y="315032"/>
                  </a:cubicBezTo>
                  <a:cubicBezTo>
                    <a:pt x="301876" y="337673"/>
                    <a:pt x="291703" y="354925"/>
                    <a:pt x="271361" y="366786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9" name="Forma libre 166">
              <a:extLst>
                <a:ext uri="{FF2B5EF4-FFF2-40B4-BE49-F238E27FC236}">
                  <a16:creationId xmlns:a16="http://schemas.microsoft.com/office/drawing/2014/main" id="{0B75B6BD-A879-7358-397B-F220DC219E46}"/>
                </a:ext>
              </a:extLst>
            </p:cNvPr>
            <p:cNvSpPr/>
            <p:nvPr/>
          </p:nvSpPr>
          <p:spPr>
            <a:xfrm>
              <a:off x="11371157" y="400803"/>
              <a:ext cx="88040" cy="104474"/>
            </a:xfrm>
            <a:custGeom>
              <a:avLst/>
              <a:gdLst>
                <a:gd name="connsiteX0" fmla="*/ 293300 w 370759"/>
                <a:gd name="connsiteY0" fmla="*/ 20424 h 439968"/>
                <a:gd name="connsiteX1" fmla="*/ 210865 w 370759"/>
                <a:gd name="connsiteY1" fmla="*/ 36 h 439968"/>
                <a:gd name="connsiteX2" fmla="*/ 127937 w 370759"/>
                <a:gd name="connsiteY2" fmla="*/ 23381 h 439968"/>
                <a:gd name="connsiteX3" fmla="*/ 83062 w 370759"/>
                <a:gd name="connsiteY3" fmla="*/ 72313 h 439968"/>
                <a:gd name="connsiteX4" fmla="*/ 83062 w 370759"/>
                <a:gd name="connsiteY4" fmla="*/ 8505 h 439968"/>
                <a:gd name="connsiteX5" fmla="*/ 0 w 370759"/>
                <a:gd name="connsiteY5" fmla="*/ 8505 h 439968"/>
                <a:gd name="connsiteX6" fmla="*/ 0 w 370759"/>
                <a:gd name="connsiteY6" fmla="*/ 439835 h 439968"/>
                <a:gd name="connsiteX7" fmla="*/ 83287 w 370759"/>
                <a:gd name="connsiteY7" fmla="*/ 439835 h 439968"/>
                <a:gd name="connsiteX8" fmla="*/ 83287 w 370759"/>
                <a:gd name="connsiteY8" fmla="*/ 184424 h 439968"/>
                <a:gd name="connsiteX9" fmla="*/ 113488 w 370759"/>
                <a:gd name="connsiteY9" fmla="*/ 103320 h 439968"/>
                <a:gd name="connsiteX10" fmla="*/ 191300 w 370759"/>
                <a:gd name="connsiteY10" fmla="*/ 74015 h 439968"/>
                <a:gd name="connsiteX11" fmla="*/ 260182 w 370759"/>
                <a:gd name="connsiteY11" fmla="*/ 102917 h 439968"/>
                <a:gd name="connsiteX12" fmla="*/ 286524 w 370759"/>
                <a:gd name="connsiteY12" fmla="*/ 181019 h 439968"/>
                <a:gd name="connsiteX13" fmla="*/ 286524 w 370759"/>
                <a:gd name="connsiteY13" fmla="*/ 439969 h 439968"/>
                <a:gd name="connsiteX14" fmla="*/ 370708 w 370759"/>
                <a:gd name="connsiteY14" fmla="*/ 439969 h 439968"/>
                <a:gd name="connsiteX15" fmla="*/ 370708 w 370759"/>
                <a:gd name="connsiteY15" fmla="*/ 167307 h 439968"/>
                <a:gd name="connsiteX16" fmla="*/ 349886 w 370759"/>
                <a:gd name="connsiteY16" fmla="*/ 78586 h 439968"/>
                <a:gd name="connsiteX17" fmla="*/ 293300 w 370759"/>
                <a:gd name="connsiteY17" fmla="*/ 20424 h 43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0759" h="439968">
                  <a:moveTo>
                    <a:pt x="293300" y="20424"/>
                  </a:moveTo>
                  <a:cubicBezTo>
                    <a:pt x="268111" y="6466"/>
                    <a:pt x="239666" y="-569"/>
                    <a:pt x="210865" y="36"/>
                  </a:cubicBezTo>
                  <a:cubicBezTo>
                    <a:pt x="181589" y="-13"/>
                    <a:pt x="152874" y="8066"/>
                    <a:pt x="127937" y="23381"/>
                  </a:cubicBezTo>
                  <a:cubicBezTo>
                    <a:pt x="108753" y="35256"/>
                    <a:pt x="93227" y="52189"/>
                    <a:pt x="83062" y="72313"/>
                  </a:cubicBezTo>
                  <a:lnTo>
                    <a:pt x="83062" y="8505"/>
                  </a:lnTo>
                  <a:lnTo>
                    <a:pt x="0" y="8505"/>
                  </a:lnTo>
                  <a:lnTo>
                    <a:pt x="0" y="439835"/>
                  </a:lnTo>
                  <a:lnTo>
                    <a:pt x="83287" y="439835"/>
                  </a:lnTo>
                  <a:lnTo>
                    <a:pt x="83287" y="184424"/>
                  </a:lnTo>
                  <a:cubicBezTo>
                    <a:pt x="83287" y="149890"/>
                    <a:pt x="93352" y="122857"/>
                    <a:pt x="113488" y="103320"/>
                  </a:cubicBezTo>
                  <a:cubicBezTo>
                    <a:pt x="133623" y="83784"/>
                    <a:pt x="159560" y="74015"/>
                    <a:pt x="191300" y="74015"/>
                  </a:cubicBezTo>
                  <a:cubicBezTo>
                    <a:pt x="219602" y="74015"/>
                    <a:pt x="242560" y="83649"/>
                    <a:pt x="260182" y="102917"/>
                  </a:cubicBezTo>
                  <a:cubicBezTo>
                    <a:pt x="277805" y="122185"/>
                    <a:pt x="286582" y="148219"/>
                    <a:pt x="286524" y="181019"/>
                  </a:cubicBezTo>
                  <a:lnTo>
                    <a:pt x="286524" y="439969"/>
                  </a:lnTo>
                  <a:lnTo>
                    <a:pt x="370708" y="439969"/>
                  </a:lnTo>
                  <a:lnTo>
                    <a:pt x="370708" y="167307"/>
                  </a:lnTo>
                  <a:cubicBezTo>
                    <a:pt x="371444" y="136447"/>
                    <a:pt x="364278" y="105906"/>
                    <a:pt x="349886" y="78586"/>
                  </a:cubicBezTo>
                  <a:cubicBezTo>
                    <a:pt x="336855" y="54286"/>
                    <a:pt x="317245" y="34135"/>
                    <a:pt x="293300" y="20424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0" name="Forma libre 167">
              <a:extLst>
                <a:ext uri="{FF2B5EF4-FFF2-40B4-BE49-F238E27FC236}">
                  <a16:creationId xmlns:a16="http://schemas.microsoft.com/office/drawing/2014/main" id="{A7FE316F-39DA-3077-2147-59CCE508BEF0}"/>
                </a:ext>
              </a:extLst>
            </p:cNvPr>
            <p:cNvSpPr/>
            <p:nvPr/>
          </p:nvSpPr>
          <p:spPr>
            <a:xfrm>
              <a:off x="11472902" y="400789"/>
              <a:ext cx="98722" cy="140357"/>
            </a:xfrm>
            <a:custGeom>
              <a:avLst/>
              <a:gdLst>
                <a:gd name="connsiteX0" fmla="*/ 331652 w 415746"/>
                <a:gd name="connsiteY0" fmla="*/ 81022 h 591083"/>
                <a:gd name="connsiteX1" fmla="*/ 322273 w 415746"/>
                <a:gd name="connsiteY1" fmla="*/ 65876 h 591083"/>
                <a:gd name="connsiteX2" fmla="*/ 269994 w 415746"/>
                <a:gd name="connsiteY2" fmla="*/ 17931 h 591083"/>
                <a:gd name="connsiteX3" fmla="*/ 192182 w 415746"/>
                <a:gd name="connsiteY3" fmla="*/ 7 h 591083"/>
                <a:gd name="connsiteX4" fmla="*/ 115895 w 415746"/>
                <a:gd name="connsiteY4" fmla="*/ 15287 h 591083"/>
                <a:gd name="connsiteX5" fmla="*/ 54686 w 415746"/>
                <a:gd name="connsiteY5" fmla="*/ 58169 h 591083"/>
                <a:gd name="connsiteX6" fmla="*/ 14299 w 415746"/>
                <a:gd name="connsiteY6" fmla="*/ 123097 h 591083"/>
                <a:gd name="connsiteX7" fmla="*/ 29 w 415746"/>
                <a:gd name="connsiteY7" fmla="*/ 204739 h 591083"/>
                <a:gd name="connsiteX8" fmla="*/ 25518 w 415746"/>
                <a:gd name="connsiteY8" fmla="*/ 309591 h 591083"/>
                <a:gd name="connsiteX9" fmla="*/ 94400 w 415746"/>
                <a:gd name="connsiteY9" fmla="*/ 382630 h 591083"/>
                <a:gd name="connsiteX10" fmla="*/ 192182 w 415746"/>
                <a:gd name="connsiteY10" fmla="*/ 409515 h 591083"/>
                <a:gd name="connsiteX11" fmla="*/ 269994 w 415746"/>
                <a:gd name="connsiteY11" fmla="*/ 391233 h 591083"/>
                <a:gd name="connsiteX12" fmla="*/ 322273 w 415746"/>
                <a:gd name="connsiteY12" fmla="*/ 343288 h 591083"/>
                <a:gd name="connsiteX13" fmla="*/ 331652 w 415746"/>
                <a:gd name="connsiteY13" fmla="*/ 328366 h 591083"/>
                <a:gd name="connsiteX14" fmla="*/ 331652 w 415746"/>
                <a:gd name="connsiteY14" fmla="*/ 389127 h 591083"/>
                <a:gd name="connsiteX15" fmla="*/ 313702 w 415746"/>
                <a:gd name="connsiteY15" fmla="*/ 460015 h 591083"/>
                <a:gd name="connsiteX16" fmla="*/ 266135 w 415746"/>
                <a:gd name="connsiteY16" fmla="*/ 502717 h 591083"/>
                <a:gd name="connsiteX17" fmla="*/ 200663 w 415746"/>
                <a:gd name="connsiteY17" fmla="*/ 517146 h 591083"/>
                <a:gd name="connsiteX18" fmla="*/ 125812 w 415746"/>
                <a:gd name="connsiteY18" fmla="*/ 497206 h 591083"/>
                <a:gd name="connsiteX19" fmla="*/ 70572 w 415746"/>
                <a:gd name="connsiteY19" fmla="*/ 441598 h 591083"/>
                <a:gd name="connsiteX20" fmla="*/ 11876 w 415746"/>
                <a:gd name="connsiteY20" fmla="*/ 488289 h 591083"/>
                <a:gd name="connsiteX21" fmla="*/ 62046 w 415746"/>
                <a:gd name="connsiteY21" fmla="*/ 546854 h 591083"/>
                <a:gd name="connsiteX22" fmla="*/ 127114 w 415746"/>
                <a:gd name="connsiteY22" fmla="*/ 580416 h 591083"/>
                <a:gd name="connsiteX23" fmla="*/ 199811 w 415746"/>
                <a:gd name="connsiteY23" fmla="*/ 591035 h 591083"/>
                <a:gd name="connsiteX24" fmla="*/ 311189 w 415746"/>
                <a:gd name="connsiteY24" fmla="*/ 567242 h 591083"/>
                <a:gd name="connsiteX25" fmla="*/ 387700 w 415746"/>
                <a:gd name="connsiteY25" fmla="*/ 497206 h 591083"/>
                <a:gd name="connsiteX26" fmla="*/ 415747 w 415746"/>
                <a:gd name="connsiteY26" fmla="*/ 384691 h 591083"/>
                <a:gd name="connsiteX27" fmla="*/ 415747 w 415746"/>
                <a:gd name="connsiteY27" fmla="*/ 8566 h 591083"/>
                <a:gd name="connsiteX28" fmla="*/ 331652 w 415746"/>
                <a:gd name="connsiteY28" fmla="*/ 8566 h 591083"/>
                <a:gd name="connsiteX29" fmla="*/ 317202 w 415746"/>
                <a:gd name="connsiteY29" fmla="*/ 271369 h 591083"/>
                <a:gd name="connsiteX30" fmla="*/ 273405 w 415746"/>
                <a:gd name="connsiteY30" fmla="*/ 317209 h 591083"/>
                <a:gd name="connsiteX31" fmla="*/ 145423 w 415746"/>
                <a:gd name="connsiteY31" fmla="*/ 317209 h 591083"/>
                <a:gd name="connsiteX32" fmla="*/ 101221 w 415746"/>
                <a:gd name="connsiteY32" fmla="*/ 271369 h 591083"/>
                <a:gd name="connsiteX33" fmla="*/ 85067 w 415746"/>
                <a:gd name="connsiteY33" fmla="*/ 204694 h 591083"/>
                <a:gd name="connsiteX34" fmla="*/ 101221 w 415746"/>
                <a:gd name="connsiteY34" fmla="*/ 137212 h 591083"/>
                <a:gd name="connsiteX35" fmla="*/ 145423 w 415746"/>
                <a:gd name="connsiteY35" fmla="*/ 91372 h 591083"/>
                <a:gd name="connsiteX36" fmla="*/ 273405 w 415746"/>
                <a:gd name="connsiteY36" fmla="*/ 91372 h 591083"/>
                <a:gd name="connsiteX37" fmla="*/ 317202 w 415746"/>
                <a:gd name="connsiteY37" fmla="*/ 137212 h 591083"/>
                <a:gd name="connsiteX38" fmla="*/ 333447 w 415746"/>
                <a:gd name="connsiteY38" fmla="*/ 204739 h 591083"/>
                <a:gd name="connsiteX39" fmla="*/ 317202 w 415746"/>
                <a:gd name="connsiteY39" fmla="*/ 271369 h 59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15746" h="591083">
                  <a:moveTo>
                    <a:pt x="331652" y="81022"/>
                  </a:moveTo>
                  <a:cubicBezTo>
                    <a:pt x="328735" y="75869"/>
                    <a:pt x="325594" y="70805"/>
                    <a:pt x="322273" y="65876"/>
                  </a:cubicBezTo>
                  <a:cubicBezTo>
                    <a:pt x="308896" y="45986"/>
                    <a:pt x="290978" y="29554"/>
                    <a:pt x="269994" y="17931"/>
                  </a:cubicBezTo>
                  <a:cubicBezTo>
                    <a:pt x="248724" y="5980"/>
                    <a:pt x="222786" y="7"/>
                    <a:pt x="192182" y="7"/>
                  </a:cubicBezTo>
                  <a:cubicBezTo>
                    <a:pt x="165966" y="-221"/>
                    <a:pt x="139993" y="4981"/>
                    <a:pt x="115895" y="15287"/>
                  </a:cubicBezTo>
                  <a:cubicBezTo>
                    <a:pt x="92749" y="25217"/>
                    <a:pt x="71914" y="39815"/>
                    <a:pt x="54686" y="58169"/>
                  </a:cubicBezTo>
                  <a:cubicBezTo>
                    <a:pt x="37140" y="76998"/>
                    <a:pt x="23423" y="99048"/>
                    <a:pt x="14299" y="123097"/>
                  </a:cubicBezTo>
                  <a:cubicBezTo>
                    <a:pt x="4499" y="149189"/>
                    <a:pt x="-339" y="176877"/>
                    <a:pt x="29" y="204739"/>
                  </a:cubicBezTo>
                  <a:cubicBezTo>
                    <a:pt x="-576" y="241289"/>
                    <a:pt x="8197" y="277387"/>
                    <a:pt x="25518" y="309591"/>
                  </a:cubicBezTo>
                  <a:cubicBezTo>
                    <a:pt x="41668" y="339546"/>
                    <a:pt x="65425" y="364733"/>
                    <a:pt x="94400" y="382630"/>
                  </a:cubicBezTo>
                  <a:cubicBezTo>
                    <a:pt x="123789" y="400647"/>
                    <a:pt x="157696" y="409972"/>
                    <a:pt x="192182" y="409515"/>
                  </a:cubicBezTo>
                  <a:cubicBezTo>
                    <a:pt x="222786" y="409515"/>
                    <a:pt x="248724" y="403421"/>
                    <a:pt x="269994" y="391233"/>
                  </a:cubicBezTo>
                  <a:cubicBezTo>
                    <a:pt x="290856" y="379444"/>
                    <a:pt x="308739" y="363044"/>
                    <a:pt x="322273" y="343288"/>
                  </a:cubicBezTo>
                  <a:cubicBezTo>
                    <a:pt x="325594" y="338448"/>
                    <a:pt x="328735" y="333474"/>
                    <a:pt x="331652" y="328366"/>
                  </a:cubicBezTo>
                  <a:lnTo>
                    <a:pt x="331652" y="389127"/>
                  </a:lnTo>
                  <a:cubicBezTo>
                    <a:pt x="331652" y="417446"/>
                    <a:pt x="325670" y="441074"/>
                    <a:pt x="313702" y="460015"/>
                  </a:cubicBezTo>
                  <a:cubicBezTo>
                    <a:pt x="302232" y="478476"/>
                    <a:pt x="285732" y="493290"/>
                    <a:pt x="266135" y="502717"/>
                  </a:cubicBezTo>
                  <a:cubicBezTo>
                    <a:pt x="245699" y="512450"/>
                    <a:pt x="223303" y="517383"/>
                    <a:pt x="200663" y="517146"/>
                  </a:cubicBezTo>
                  <a:cubicBezTo>
                    <a:pt x="174349" y="517522"/>
                    <a:pt x="148443" y="510622"/>
                    <a:pt x="125812" y="497206"/>
                  </a:cubicBezTo>
                  <a:cubicBezTo>
                    <a:pt x="103196" y="483364"/>
                    <a:pt x="84250" y="464294"/>
                    <a:pt x="70572" y="441598"/>
                  </a:cubicBezTo>
                  <a:lnTo>
                    <a:pt x="11876" y="488289"/>
                  </a:lnTo>
                  <a:cubicBezTo>
                    <a:pt x="24535" y="510944"/>
                    <a:pt x="41592" y="530857"/>
                    <a:pt x="62046" y="546854"/>
                  </a:cubicBezTo>
                  <a:cubicBezTo>
                    <a:pt x="81485" y="561941"/>
                    <a:pt x="103541" y="573318"/>
                    <a:pt x="127114" y="580416"/>
                  </a:cubicBezTo>
                  <a:cubicBezTo>
                    <a:pt x="150696" y="587482"/>
                    <a:pt x="175188" y="591062"/>
                    <a:pt x="199811" y="591035"/>
                  </a:cubicBezTo>
                  <a:cubicBezTo>
                    <a:pt x="238277" y="591788"/>
                    <a:pt x="276398" y="583647"/>
                    <a:pt x="311189" y="567242"/>
                  </a:cubicBezTo>
                  <a:cubicBezTo>
                    <a:pt x="342987" y="551846"/>
                    <a:pt x="369580" y="527501"/>
                    <a:pt x="387700" y="497206"/>
                  </a:cubicBezTo>
                  <a:cubicBezTo>
                    <a:pt x="406399" y="466346"/>
                    <a:pt x="415747" y="428841"/>
                    <a:pt x="415747" y="384691"/>
                  </a:cubicBezTo>
                  <a:lnTo>
                    <a:pt x="415747" y="8566"/>
                  </a:lnTo>
                  <a:lnTo>
                    <a:pt x="331652" y="8566"/>
                  </a:lnTo>
                  <a:close/>
                  <a:moveTo>
                    <a:pt x="317202" y="271369"/>
                  </a:moveTo>
                  <a:cubicBezTo>
                    <a:pt x="306980" y="290292"/>
                    <a:pt x="291853" y="306123"/>
                    <a:pt x="273405" y="317209"/>
                  </a:cubicBezTo>
                  <a:cubicBezTo>
                    <a:pt x="233601" y="339255"/>
                    <a:pt x="185226" y="339255"/>
                    <a:pt x="145423" y="317209"/>
                  </a:cubicBezTo>
                  <a:cubicBezTo>
                    <a:pt x="126773" y="306244"/>
                    <a:pt x="111489" y="290391"/>
                    <a:pt x="101221" y="271369"/>
                  </a:cubicBezTo>
                  <a:cubicBezTo>
                    <a:pt x="90218" y="250887"/>
                    <a:pt x="84654" y="227932"/>
                    <a:pt x="85067" y="204694"/>
                  </a:cubicBezTo>
                  <a:cubicBezTo>
                    <a:pt x="84591" y="181192"/>
                    <a:pt x="90155" y="157958"/>
                    <a:pt x="101221" y="137212"/>
                  </a:cubicBezTo>
                  <a:cubicBezTo>
                    <a:pt x="111489" y="118190"/>
                    <a:pt x="126773" y="102337"/>
                    <a:pt x="145423" y="91372"/>
                  </a:cubicBezTo>
                  <a:cubicBezTo>
                    <a:pt x="185213" y="69268"/>
                    <a:pt x="233615" y="69268"/>
                    <a:pt x="273405" y="91372"/>
                  </a:cubicBezTo>
                  <a:cubicBezTo>
                    <a:pt x="291853" y="102458"/>
                    <a:pt x="306980" y="118289"/>
                    <a:pt x="317202" y="137212"/>
                  </a:cubicBezTo>
                  <a:cubicBezTo>
                    <a:pt x="328291" y="157972"/>
                    <a:pt x="333882" y="181214"/>
                    <a:pt x="333447" y="204739"/>
                  </a:cubicBezTo>
                  <a:cubicBezTo>
                    <a:pt x="333801" y="227968"/>
                    <a:pt x="328210" y="250901"/>
                    <a:pt x="317202" y="271369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1" name="Forma libre 168">
              <a:extLst>
                <a:ext uri="{FF2B5EF4-FFF2-40B4-BE49-F238E27FC236}">
                  <a16:creationId xmlns:a16="http://schemas.microsoft.com/office/drawing/2014/main" id="{EC410FB2-853F-D2D2-36C6-FE812A27B186}"/>
                </a:ext>
              </a:extLst>
            </p:cNvPr>
            <p:cNvSpPr/>
            <p:nvPr/>
          </p:nvSpPr>
          <p:spPr>
            <a:xfrm>
              <a:off x="11591573" y="400808"/>
              <a:ext cx="53503" cy="104437"/>
            </a:xfrm>
            <a:custGeom>
              <a:avLst/>
              <a:gdLst>
                <a:gd name="connsiteX0" fmla="*/ 132200 w 225314"/>
                <a:gd name="connsiteY0" fmla="*/ 19551 h 439813"/>
                <a:gd name="connsiteX1" fmla="*/ 83287 w 225314"/>
                <a:gd name="connsiteY1" fmla="*/ 79192 h 439813"/>
                <a:gd name="connsiteX2" fmla="*/ 83287 w 225314"/>
                <a:gd name="connsiteY2" fmla="*/ 8483 h 439813"/>
                <a:gd name="connsiteX3" fmla="*/ 0 w 225314"/>
                <a:gd name="connsiteY3" fmla="*/ 8483 h 439813"/>
                <a:gd name="connsiteX4" fmla="*/ 0 w 225314"/>
                <a:gd name="connsiteY4" fmla="*/ 439813 h 439813"/>
                <a:gd name="connsiteX5" fmla="*/ 83287 w 225314"/>
                <a:gd name="connsiteY5" fmla="*/ 439813 h 439813"/>
                <a:gd name="connsiteX6" fmla="*/ 83287 w 225314"/>
                <a:gd name="connsiteY6" fmla="*/ 209720 h 439813"/>
                <a:gd name="connsiteX7" fmla="*/ 111379 w 225314"/>
                <a:gd name="connsiteY7" fmla="*/ 121402 h 439813"/>
                <a:gd name="connsiteX8" fmla="*/ 182774 w 225314"/>
                <a:gd name="connsiteY8" fmla="*/ 88153 h 439813"/>
                <a:gd name="connsiteX9" fmla="*/ 225315 w 225314"/>
                <a:gd name="connsiteY9" fmla="*/ 88153 h 439813"/>
                <a:gd name="connsiteX10" fmla="*/ 225315 w 225314"/>
                <a:gd name="connsiteY10" fmla="*/ 14 h 439813"/>
                <a:gd name="connsiteX11" fmla="*/ 200634 w 225314"/>
                <a:gd name="connsiteY11" fmla="*/ 14 h 439813"/>
                <a:gd name="connsiteX12" fmla="*/ 132200 w 225314"/>
                <a:gd name="connsiteY12" fmla="*/ 19551 h 439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5314" h="439813">
                  <a:moveTo>
                    <a:pt x="132200" y="19551"/>
                  </a:moveTo>
                  <a:cubicBezTo>
                    <a:pt x="112065" y="32425"/>
                    <a:pt x="95762" y="52306"/>
                    <a:pt x="83287" y="79192"/>
                  </a:cubicBezTo>
                  <a:lnTo>
                    <a:pt x="83287" y="8483"/>
                  </a:lnTo>
                  <a:lnTo>
                    <a:pt x="0" y="8483"/>
                  </a:lnTo>
                  <a:lnTo>
                    <a:pt x="0" y="439813"/>
                  </a:lnTo>
                  <a:lnTo>
                    <a:pt x="83287" y="439813"/>
                  </a:lnTo>
                  <a:lnTo>
                    <a:pt x="83287" y="209720"/>
                  </a:lnTo>
                  <a:cubicBezTo>
                    <a:pt x="83287" y="172945"/>
                    <a:pt x="92652" y="143506"/>
                    <a:pt x="111379" y="121402"/>
                  </a:cubicBezTo>
                  <a:cubicBezTo>
                    <a:pt x="128749" y="99893"/>
                    <a:pt x="155109" y="87616"/>
                    <a:pt x="182774" y="88153"/>
                  </a:cubicBezTo>
                  <a:lnTo>
                    <a:pt x="225315" y="88153"/>
                  </a:lnTo>
                  <a:lnTo>
                    <a:pt x="225315" y="14"/>
                  </a:lnTo>
                  <a:lnTo>
                    <a:pt x="200634" y="14"/>
                  </a:lnTo>
                  <a:cubicBezTo>
                    <a:pt x="176393" y="-357"/>
                    <a:pt x="152582" y="6440"/>
                    <a:pt x="132200" y="19551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2" name="Forma libre 169">
              <a:extLst>
                <a:ext uri="{FF2B5EF4-FFF2-40B4-BE49-F238E27FC236}">
                  <a16:creationId xmlns:a16="http://schemas.microsoft.com/office/drawing/2014/main" id="{B04AC523-F4A8-14E7-9FD2-3C11E1220EA5}"/>
                </a:ext>
              </a:extLst>
            </p:cNvPr>
            <p:cNvSpPr/>
            <p:nvPr/>
          </p:nvSpPr>
          <p:spPr>
            <a:xfrm>
              <a:off x="11656200" y="402823"/>
              <a:ext cx="19788" cy="102412"/>
            </a:xfrm>
            <a:custGeom>
              <a:avLst/>
              <a:gdLst>
                <a:gd name="connsiteX0" fmla="*/ 0 w 83331"/>
                <a:gd name="connsiteY0" fmla="*/ 0 h 431284"/>
                <a:gd name="connsiteX1" fmla="*/ 83332 w 83331"/>
                <a:gd name="connsiteY1" fmla="*/ 0 h 431284"/>
                <a:gd name="connsiteX2" fmla="*/ 83332 w 83331"/>
                <a:gd name="connsiteY2" fmla="*/ 431285 h 431284"/>
                <a:gd name="connsiteX3" fmla="*/ 0 w 83331"/>
                <a:gd name="connsiteY3" fmla="*/ 431285 h 43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331" h="431284">
                  <a:moveTo>
                    <a:pt x="0" y="0"/>
                  </a:moveTo>
                  <a:lnTo>
                    <a:pt x="83332" y="0"/>
                  </a:lnTo>
                  <a:lnTo>
                    <a:pt x="83332" y="431285"/>
                  </a:lnTo>
                  <a:lnTo>
                    <a:pt x="0" y="431285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3" name="Forma libre 170">
              <a:extLst>
                <a:ext uri="{FF2B5EF4-FFF2-40B4-BE49-F238E27FC236}">
                  <a16:creationId xmlns:a16="http://schemas.microsoft.com/office/drawing/2014/main" id="{70F9271C-C5F2-1D1B-93A1-BF100980532E}"/>
                </a:ext>
              </a:extLst>
            </p:cNvPr>
            <p:cNvSpPr/>
            <p:nvPr/>
          </p:nvSpPr>
          <p:spPr>
            <a:xfrm>
              <a:off x="11652553" y="359481"/>
              <a:ext cx="27284" cy="26014"/>
            </a:xfrm>
            <a:custGeom>
              <a:avLst/>
              <a:gdLst>
                <a:gd name="connsiteX0" fmla="*/ 97841 w 114900"/>
                <a:gd name="connsiteY0" fmla="*/ 14850 h 109551"/>
                <a:gd name="connsiteX1" fmla="*/ 57005 w 114900"/>
                <a:gd name="connsiteY1" fmla="*/ 19 h 109551"/>
                <a:gd name="connsiteX2" fmla="*/ 16618 w 114900"/>
                <a:gd name="connsiteY2" fmla="*/ 14850 h 109551"/>
                <a:gd name="connsiteX3" fmla="*/ 59 w 114900"/>
                <a:gd name="connsiteY3" fmla="*/ 55178 h 109551"/>
                <a:gd name="connsiteX4" fmla="*/ 16618 w 114900"/>
                <a:gd name="connsiteY4" fmla="*/ 94655 h 109551"/>
                <a:gd name="connsiteX5" fmla="*/ 57005 w 114900"/>
                <a:gd name="connsiteY5" fmla="*/ 109531 h 109551"/>
                <a:gd name="connsiteX6" fmla="*/ 97841 w 114900"/>
                <a:gd name="connsiteY6" fmla="*/ 94655 h 109551"/>
                <a:gd name="connsiteX7" fmla="*/ 114848 w 114900"/>
                <a:gd name="connsiteY7" fmla="*/ 55178 h 109551"/>
                <a:gd name="connsiteX8" fmla="*/ 97841 w 114900"/>
                <a:gd name="connsiteY8" fmla="*/ 14850 h 10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900" h="109551">
                  <a:moveTo>
                    <a:pt x="97841" y="14850"/>
                  </a:moveTo>
                  <a:cubicBezTo>
                    <a:pt x="86564" y="4984"/>
                    <a:pt x="71998" y="-308"/>
                    <a:pt x="57005" y="19"/>
                  </a:cubicBezTo>
                  <a:cubicBezTo>
                    <a:pt x="42143" y="-358"/>
                    <a:pt x="27697" y="4948"/>
                    <a:pt x="16618" y="14850"/>
                  </a:cubicBezTo>
                  <a:cubicBezTo>
                    <a:pt x="5390" y="25183"/>
                    <a:pt x="-672" y="39952"/>
                    <a:pt x="59" y="55178"/>
                  </a:cubicBezTo>
                  <a:cubicBezTo>
                    <a:pt x="-560" y="70140"/>
                    <a:pt x="5507" y="84600"/>
                    <a:pt x="16618" y="94655"/>
                  </a:cubicBezTo>
                  <a:cubicBezTo>
                    <a:pt x="27675" y="104598"/>
                    <a:pt x="42129" y="109921"/>
                    <a:pt x="57005" y="109531"/>
                  </a:cubicBezTo>
                  <a:cubicBezTo>
                    <a:pt x="72007" y="109868"/>
                    <a:pt x="86582" y="104558"/>
                    <a:pt x="97841" y="94655"/>
                  </a:cubicBezTo>
                  <a:cubicBezTo>
                    <a:pt x="109181" y="84730"/>
                    <a:pt x="115432" y="70225"/>
                    <a:pt x="114848" y="55178"/>
                  </a:cubicBezTo>
                  <a:cubicBezTo>
                    <a:pt x="115544" y="39867"/>
                    <a:pt x="109297" y="25053"/>
                    <a:pt x="97841" y="14850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4" name="Forma libre 171">
              <a:extLst>
                <a:ext uri="{FF2B5EF4-FFF2-40B4-BE49-F238E27FC236}">
                  <a16:creationId xmlns:a16="http://schemas.microsoft.com/office/drawing/2014/main" id="{65E06613-7BEC-BC37-FD26-66D57C5E9704}"/>
                </a:ext>
              </a:extLst>
            </p:cNvPr>
            <p:cNvSpPr/>
            <p:nvPr/>
          </p:nvSpPr>
          <p:spPr>
            <a:xfrm>
              <a:off x="11690901" y="364114"/>
              <a:ext cx="101331" cy="143125"/>
            </a:xfrm>
            <a:custGeom>
              <a:avLst/>
              <a:gdLst>
                <a:gd name="connsiteX0" fmla="*/ 343402 w 426734"/>
                <a:gd name="connsiteY0" fmla="*/ 0 h 602739"/>
                <a:gd name="connsiteX1" fmla="*/ 343402 w 426734"/>
                <a:gd name="connsiteY1" fmla="*/ 240354 h 602739"/>
                <a:gd name="connsiteX2" fmla="*/ 335370 w 426734"/>
                <a:gd name="connsiteY2" fmla="*/ 227136 h 602739"/>
                <a:gd name="connsiteX3" fmla="*/ 279680 w 426734"/>
                <a:gd name="connsiteY3" fmla="*/ 174486 h 602739"/>
                <a:gd name="connsiteX4" fmla="*/ 198009 w 426734"/>
                <a:gd name="connsiteY4" fmla="*/ 154546 h 602739"/>
                <a:gd name="connsiteX5" fmla="*/ 119389 w 426734"/>
                <a:gd name="connsiteY5" fmla="*/ 170677 h 602739"/>
                <a:gd name="connsiteX6" fmla="*/ 56564 w 426734"/>
                <a:gd name="connsiteY6" fmla="*/ 216919 h 602739"/>
                <a:gd name="connsiteX7" fmla="*/ 14876 w 426734"/>
                <a:gd name="connsiteY7" fmla="*/ 287852 h 602739"/>
                <a:gd name="connsiteX8" fmla="*/ 23 w 426734"/>
                <a:gd name="connsiteY8" fmla="*/ 378679 h 602739"/>
                <a:gd name="connsiteX9" fmla="*/ 25960 w 426734"/>
                <a:gd name="connsiteY9" fmla="*/ 495451 h 602739"/>
                <a:gd name="connsiteX10" fmla="*/ 96862 w 426734"/>
                <a:gd name="connsiteY10" fmla="*/ 574270 h 602739"/>
                <a:gd name="connsiteX11" fmla="*/ 198009 w 426734"/>
                <a:gd name="connsiteY11" fmla="*/ 602723 h 602739"/>
                <a:gd name="connsiteX12" fmla="*/ 280084 w 426734"/>
                <a:gd name="connsiteY12" fmla="*/ 582783 h 602739"/>
                <a:gd name="connsiteX13" fmla="*/ 335773 w 426734"/>
                <a:gd name="connsiteY13" fmla="*/ 530133 h 602739"/>
                <a:gd name="connsiteX14" fmla="*/ 343402 w 426734"/>
                <a:gd name="connsiteY14" fmla="*/ 517407 h 602739"/>
                <a:gd name="connsiteX15" fmla="*/ 343402 w 426734"/>
                <a:gd name="connsiteY15" fmla="*/ 594254 h 602739"/>
                <a:gd name="connsiteX16" fmla="*/ 426734 w 426734"/>
                <a:gd name="connsiteY16" fmla="*/ 594254 h 602739"/>
                <a:gd name="connsiteX17" fmla="*/ 426734 w 426734"/>
                <a:gd name="connsiteY17" fmla="*/ 0 h 602739"/>
                <a:gd name="connsiteX18" fmla="*/ 308983 w 426734"/>
                <a:gd name="connsiteY18" fmla="*/ 488416 h 602739"/>
                <a:gd name="connsiteX19" fmla="*/ 267340 w 426734"/>
                <a:gd name="connsiteY19" fmla="*/ 518124 h 602739"/>
                <a:gd name="connsiteX20" fmla="*/ 215061 w 426734"/>
                <a:gd name="connsiteY20" fmla="*/ 528341 h 602739"/>
                <a:gd name="connsiteX21" fmla="*/ 120824 w 426734"/>
                <a:gd name="connsiteY21" fmla="*/ 488864 h 602739"/>
                <a:gd name="connsiteX22" fmla="*/ 84028 w 426734"/>
                <a:gd name="connsiteY22" fmla="*/ 378679 h 602739"/>
                <a:gd name="connsiteX23" fmla="*/ 93765 w 426734"/>
                <a:gd name="connsiteY23" fmla="*/ 315947 h 602739"/>
                <a:gd name="connsiteX24" fmla="*/ 121004 w 426734"/>
                <a:gd name="connsiteY24" fmla="*/ 269256 h 602739"/>
                <a:gd name="connsiteX25" fmla="*/ 162244 w 426734"/>
                <a:gd name="connsiteY25" fmla="*/ 239951 h 602739"/>
                <a:gd name="connsiteX26" fmla="*/ 214972 w 426734"/>
                <a:gd name="connsiteY26" fmla="*/ 230183 h 602739"/>
                <a:gd name="connsiteX27" fmla="*/ 308490 w 426734"/>
                <a:gd name="connsiteY27" fmla="*/ 269256 h 602739"/>
                <a:gd name="connsiteX28" fmla="*/ 345063 w 426734"/>
                <a:gd name="connsiteY28" fmla="*/ 378769 h 602739"/>
                <a:gd name="connsiteX29" fmla="*/ 335684 w 426734"/>
                <a:gd name="connsiteY29" fmla="*/ 441188 h 602739"/>
                <a:gd name="connsiteX30" fmla="*/ 308983 w 426734"/>
                <a:gd name="connsiteY30" fmla="*/ 488192 h 60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26734" h="602739">
                  <a:moveTo>
                    <a:pt x="343402" y="0"/>
                  </a:moveTo>
                  <a:lnTo>
                    <a:pt x="343402" y="240354"/>
                  </a:lnTo>
                  <a:cubicBezTo>
                    <a:pt x="340889" y="235874"/>
                    <a:pt x="338197" y="231393"/>
                    <a:pt x="335370" y="227136"/>
                  </a:cubicBezTo>
                  <a:cubicBezTo>
                    <a:pt x="321099" y="205551"/>
                    <a:pt x="302028" y="187534"/>
                    <a:pt x="279680" y="174486"/>
                  </a:cubicBezTo>
                  <a:cubicBezTo>
                    <a:pt x="256974" y="161222"/>
                    <a:pt x="229735" y="154577"/>
                    <a:pt x="198009" y="154546"/>
                  </a:cubicBezTo>
                  <a:cubicBezTo>
                    <a:pt x="170949" y="154281"/>
                    <a:pt x="144159" y="159779"/>
                    <a:pt x="119389" y="170677"/>
                  </a:cubicBezTo>
                  <a:cubicBezTo>
                    <a:pt x="95381" y="181413"/>
                    <a:pt x="73931" y="197186"/>
                    <a:pt x="56564" y="216919"/>
                  </a:cubicBezTo>
                  <a:cubicBezTo>
                    <a:pt x="38300" y="237711"/>
                    <a:pt x="24165" y="261782"/>
                    <a:pt x="14876" y="287852"/>
                  </a:cubicBezTo>
                  <a:cubicBezTo>
                    <a:pt x="4644" y="317022"/>
                    <a:pt x="-381" y="347770"/>
                    <a:pt x="23" y="378679"/>
                  </a:cubicBezTo>
                  <a:cubicBezTo>
                    <a:pt x="23" y="422829"/>
                    <a:pt x="8683" y="461755"/>
                    <a:pt x="25960" y="495451"/>
                  </a:cubicBezTo>
                  <a:cubicBezTo>
                    <a:pt x="41935" y="527691"/>
                    <a:pt x="66482" y="554948"/>
                    <a:pt x="96862" y="574270"/>
                  </a:cubicBezTo>
                  <a:cubicBezTo>
                    <a:pt x="127107" y="593318"/>
                    <a:pt x="162244" y="603198"/>
                    <a:pt x="198009" y="602723"/>
                  </a:cubicBezTo>
                  <a:cubicBezTo>
                    <a:pt x="229780" y="602723"/>
                    <a:pt x="257153" y="596078"/>
                    <a:pt x="280084" y="582783"/>
                  </a:cubicBezTo>
                  <a:cubicBezTo>
                    <a:pt x="302611" y="569937"/>
                    <a:pt x="321683" y="551879"/>
                    <a:pt x="335773" y="530133"/>
                  </a:cubicBezTo>
                  <a:cubicBezTo>
                    <a:pt x="338466" y="526011"/>
                    <a:pt x="340979" y="521754"/>
                    <a:pt x="343402" y="517407"/>
                  </a:cubicBezTo>
                  <a:lnTo>
                    <a:pt x="343402" y="594254"/>
                  </a:lnTo>
                  <a:lnTo>
                    <a:pt x="426734" y="594254"/>
                  </a:lnTo>
                  <a:lnTo>
                    <a:pt x="426734" y="0"/>
                  </a:lnTo>
                  <a:close/>
                  <a:moveTo>
                    <a:pt x="308983" y="488416"/>
                  </a:moveTo>
                  <a:cubicBezTo>
                    <a:pt x="297540" y="501339"/>
                    <a:pt x="283315" y="511497"/>
                    <a:pt x="267340" y="518124"/>
                  </a:cubicBezTo>
                  <a:cubicBezTo>
                    <a:pt x="250781" y="525011"/>
                    <a:pt x="233011" y="528489"/>
                    <a:pt x="215061" y="528341"/>
                  </a:cubicBezTo>
                  <a:cubicBezTo>
                    <a:pt x="176469" y="528341"/>
                    <a:pt x="145057" y="515180"/>
                    <a:pt x="120824" y="488864"/>
                  </a:cubicBezTo>
                  <a:cubicBezTo>
                    <a:pt x="96593" y="462548"/>
                    <a:pt x="84342" y="425818"/>
                    <a:pt x="84028" y="378679"/>
                  </a:cubicBezTo>
                  <a:cubicBezTo>
                    <a:pt x="83624" y="357364"/>
                    <a:pt x="86944" y="336147"/>
                    <a:pt x="93765" y="315947"/>
                  </a:cubicBezTo>
                  <a:cubicBezTo>
                    <a:pt x="99734" y="298772"/>
                    <a:pt x="108978" y="282914"/>
                    <a:pt x="121004" y="269256"/>
                  </a:cubicBezTo>
                  <a:cubicBezTo>
                    <a:pt x="132313" y="256445"/>
                    <a:pt x="146403" y="246417"/>
                    <a:pt x="162244" y="239951"/>
                  </a:cubicBezTo>
                  <a:cubicBezTo>
                    <a:pt x="179027" y="233275"/>
                    <a:pt x="196932" y="229954"/>
                    <a:pt x="214972" y="230183"/>
                  </a:cubicBezTo>
                  <a:cubicBezTo>
                    <a:pt x="252935" y="230183"/>
                    <a:pt x="284123" y="243209"/>
                    <a:pt x="308490" y="269256"/>
                  </a:cubicBezTo>
                  <a:cubicBezTo>
                    <a:pt x="332856" y="295304"/>
                    <a:pt x="345063" y="331809"/>
                    <a:pt x="345063" y="378769"/>
                  </a:cubicBezTo>
                  <a:cubicBezTo>
                    <a:pt x="345377" y="399946"/>
                    <a:pt x="342191" y="421033"/>
                    <a:pt x="335684" y="441188"/>
                  </a:cubicBezTo>
                  <a:cubicBezTo>
                    <a:pt x="330074" y="458497"/>
                    <a:pt x="320965" y="474489"/>
                    <a:pt x="308983" y="488192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5" name="Forma libre 172">
              <a:extLst>
                <a:ext uri="{FF2B5EF4-FFF2-40B4-BE49-F238E27FC236}">
                  <a16:creationId xmlns:a16="http://schemas.microsoft.com/office/drawing/2014/main" id="{7295208D-70DA-1256-5E07-6D9947B2698D}"/>
                </a:ext>
              </a:extLst>
            </p:cNvPr>
            <p:cNvSpPr/>
            <p:nvPr/>
          </p:nvSpPr>
          <p:spPr>
            <a:xfrm>
              <a:off x="10866114" y="301762"/>
              <a:ext cx="134370" cy="215067"/>
            </a:xfrm>
            <a:custGeom>
              <a:avLst/>
              <a:gdLst>
                <a:gd name="connsiteX0" fmla="*/ 0 w 565867"/>
                <a:gd name="connsiteY0" fmla="*/ 645695 h 905704"/>
                <a:gd name="connsiteX1" fmla="*/ 75165 w 565867"/>
                <a:gd name="connsiteY1" fmla="*/ 828336 h 905704"/>
                <a:gd name="connsiteX2" fmla="*/ 374837 w 565867"/>
                <a:gd name="connsiteY2" fmla="*/ 877357 h 905704"/>
                <a:gd name="connsiteX3" fmla="*/ 464900 w 565867"/>
                <a:gd name="connsiteY3" fmla="*/ 0 h 905704"/>
                <a:gd name="connsiteX4" fmla="*/ 0 w 565867"/>
                <a:gd name="connsiteY4" fmla="*/ 645695 h 90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67" h="905704">
                  <a:moveTo>
                    <a:pt x="0" y="645695"/>
                  </a:moveTo>
                  <a:cubicBezTo>
                    <a:pt x="-58" y="714091"/>
                    <a:pt x="26961" y="779741"/>
                    <a:pt x="75165" y="828336"/>
                  </a:cubicBezTo>
                  <a:cubicBezTo>
                    <a:pt x="168145" y="921180"/>
                    <a:pt x="294377" y="921000"/>
                    <a:pt x="374837" y="877357"/>
                  </a:cubicBezTo>
                  <a:cubicBezTo>
                    <a:pt x="473561" y="823989"/>
                    <a:pt x="694927" y="663932"/>
                    <a:pt x="464900" y="0"/>
                  </a:cubicBezTo>
                  <a:cubicBezTo>
                    <a:pt x="464810" y="313393"/>
                    <a:pt x="0" y="345252"/>
                    <a:pt x="0" y="645695"/>
                  </a:cubicBezTo>
                  <a:close/>
                </a:path>
              </a:pathLst>
            </a:custGeom>
            <a:solidFill>
              <a:srgbClr val="FF9C1A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6" name="Forma libre 173">
              <a:extLst>
                <a:ext uri="{FF2B5EF4-FFF2-40B4-BE49-F238E27FC236}">
                  <a16:creationId xmlns:a16="http://schemas.microsoft.com/office/drawing/2014/main" id="{A65AF5CA-F9DF-186A-ADFA-450BC8787E58}"/>
                </a:ext>
              </a:extLst>
            </p:cNvPr>
            <p:cNvSpPr/>
            <p:nvPr/>
          </p:nvSpPr>
          <p:spPr>
            <a:xfrm>
              <a:off x="10787879" y="301762"/>
              <a:ext cx="128488" cy="215058"/>
            </a:xfrm>
            <a:custGeom>
              <a:avLst/>
              <a:gdLst>
                <a:gd name="connsiteX0" fmla="*/ 541097 w 541096"/>
                <a:gd name="connsiteY0" fmla="*/ 274364 h 905666"/>
                <a:gd name="connsiteX1" fmla="*/ 464810 w 541096"/>
                <a:gd name="connsiteY1" fmla="*/ 0 h 905666"/>
                <a:gd name="connsiteX2" fmla="*/ 0 w 541096"/>
                <a:gd name="connsiteY2" fmla="*/ 645695 h 905666"/>
                <a:gd name="connsiteX3" fmla="*/ 75075 w 541096"/>
                <a:gd name="connsiteY3" fmla="*/ 828336 h 905666"/>
                <a:gd name="connsiteX4" fmla="*/ 374792 w 541096"/>
                <a:gd name="connsiteY4" fmla="*/ 877357 h 905666"/>
                <a:gd name="connsiteX5" fmla="*/ 541097 w 541096"/>
                <a:gd name="connsiteY5" fmla="*/ 274364 h 90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096" h="905666">
                  <a:moveTo>
                    <a:pt x="541097" y="274364"/>
                  </a:moveTo>
                  <a:cubicBezTo>
                    <a:pt x="525840" y="192230"/>
                    <a:pt x="501383" y="108124"/>
                    <a:pt x="464810" y="0"/>
                  </a:cubicBezTo>
                  <a:cubicBezTo>
                    <a:pt x="464810" y="313393"/>
                    <a:pt x="0" y="345252"/>
                    <a:pt x="0" y="645695"/>
                  </a:cubicBezTo>
                  <a:cubicBezTo>
                    <a:pt x="-81" y="714082"/>
                    <a:pt x="26902" y="779727"/>
                    <a:pt x="75075" y="828336"/>
                  </a:cubicBezTo>
                  <a:cubicBezTo>
                    <a:pt x="168055" y="921180"/>
                    <a:pt x="295274" y="920911"/>
                    <a:pt x="374792" y="877357"/>
                  </a:cubicBezTo>
                  <a:cubicBezTo>
                    <a:pt x="189640" y="680601"/>
                    <a:pt x="254977" y="452838"/>
                    <a:pt x="541097" y="274364"/>
                  </a:cubicBezTo>
                  <a:close/>
                </a:path>
              </a:pathLst>
            </a:custGeom>
            <a:solidFill>
              <a:srgbClr val="0DA9FF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7" name="Forma libre 174">
              <a:extLst>
                <a:ext uri="{FF2B5EF4-FFF2-40B4-BE49-F238E27FC236}">
                  <a16:creationId xmlns:a16="http://schemas.microsoft.com/office/drawing/2014/main" id="{935C75CF-FEA8-A686-353D-F920B6DC84A0}"/>
                </a:ext>
              </a:extLst>
            </p:cNvPr>
            <p:cNvSpPr/>
            <p:nvPr/>
          </p:nvSpPr>
          <p:spPr>
            <a:xfrm>
              <a:off x="10709665" y="301762"/>
              <a:ext cx="128477" cy="265750"/>
            </a:xfrm>
            <a:custGeom>
              <a:avLst/>
              <a:gdLst>
                <a:gd name="connsiteX0" fmla="*/ 541052 w 541051"/>
                <a:gd name="connsiteY0" fmla="*/ 274364 h 1119144"/>
                <a:gd name="connsiteX1" fmla="*/ 464765 w 541051"/>
                <a:gd name="connsiteY1" fmla="*/ 0 h 1119144"/>
                <a:gd name="connsiteX2" fmla="*/ 0 w 541051"/>
                <a:gd name="connsiteY2" fmla="*/ 645695 h 1119144"/>
                <a:gd name="connsiteX3" fmla="*/ 124975 w 541051"/>
                <a:gd name="connsiteY3" fmla="*/ 867633 h 1119144"/>
                <a:gd name="connsiteX4" fmla="*/ 112949 w 541051"/>
                <a:gd name="connsiteY4" fmla="*/ 1119145 h 1119144"/>
                <a:gd name="connsiteX5" fmla="*/ 172587 w 541051"/>
                <a:gd name="connsiteY5" fmla="*/ 1109242 h 1119144"/>
                <a:gd name="connsiteX6" fmla="*/ 163164 w 541051"/>
                <a:gd name="connsiteY6" fmla="*/ 886901 h 1119144"/>
                <a:gd name="connsiteX7" fmla="*/ 374567 w 541051"/>
                <a:gd name="connsiteY7" fmla="*/ 877446 h 1119144"/>
                <a:gd name="connsiteX8" fmla="*/ 541052 w 541051"/>
                <a:gd name="connsiteY8" fmla="*/ 274364 h 111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1051" h="1119144">
                  <a:moveTo>
                    <a:pt x="541052" y="274364"/>
                  </a:moveTo>
                  <a:cubicBezTo>
                    <a:pt x="525795" y="192230"/>
                    <a:pt x="501293" y="108124"/>
                    <a:pt x="464765" y="0"/>
                  </a:cubicBezTo>
                  <a:cubicBezTo>
                    <a:pt x="464765" y="313393"/>
                    <a:pt x="0" y="345252"/>
                    <a:pt x="0" y="645695"/>
                  </a:cubicBezTo>
                  <a:cubicBezTo>
                    <a:pt x="0" y="799793"/>
                    <a:pt x="124975" y="867633"/>
                    <a:pt x="124975" y="867633"/>
                  </a:cubicBezTo>
                  <a:cubicBezTo>
                    <a:pt x="105536" y="950023"/>
                    <a:pt x="101457" y="1035281"/>
                    <a:pt x="112949" y="1119145"/>
                  </a:cubicBezTo>
                  <a:lnTo>
                    <a:pt x="172587" y="1109242"/>
                  </a:lnTo>
                  <a:cubicBezTo>
                    <a:pt x="143464" y="1007974"/>
                    <a:pt x="161324" y="897700"/>
                    <a:pt x="163164" y="886901"/>
                  </a:cubicBezTo>
                  <a:cubicBezTo>
                    <a:pt x="239450" y="917416"/>
                    <a:pt x="318160" y="908364"/>
                    <a:pt x="374567" y="877446"/>
                  </a:cubicBezTo>
                  <a:cubicBezTo>
                    <a:pt x="189505" y="680601"/>
                    <a:pt x="254842" y="452883"/>
                    <a:pt x="541052" y="274364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8" name="Forma libre 176">
              <a:extLst>
                <a:ext uri="{FF2B5EF4-FFF2-40B4-BE49-F238E27FC236}">
                  <a16:creationId xmlns:a16="http://schemas.microsoft.com/office/drawing/2014/main" id="{AE336FA8-5A1F-79BB-06C8-FB7D108CBB84}"/>
                </a:ext>
              </a:extLst>
            </p:cNvPr>
            <p:cNvSpPr/>
            <p:nvPr/>
          </p:nvSpPr>
          <p:spPr>
            <a:xfrm>
              <a:off x="11053102" y="570151"/>
              <a:ext cx="55069" cy="59585"/>
            </a:xfrm>
            <a:custGeom>
              <a:avLst/>
              <a:gdLst>
                <a:gd name="connsiteX0" fmla="*/ 62600 w 231911"/>
                <a:gd name="connsiteY0" fmla="*/ 176367 h 250929"/>
                <a:gd name="connsiteX1" fmla="*/ 168593 w 231911"/>
                <a:gd name="connsiteY1" fmla="*/ 176367 h 250929"/>
                <a:gd name="connsiteX2" fmla="*/ 197448 w 231911"/>
                <a:gd name="connsiteY2" fmla="*/ 250929 h 250929"/>
                <a:gd name="connsiteX3" fmla="*/ 231911 w 231911"/>
                <a:gd name="connsiteY3" fmla="*/ 250929 h 250929"/>
                <a:gd name="connsiteX4" fmla="*/ 131393 w 231911"/>
                <a:gd name="connsiteY4" fmla="*/ 0 h 250929"/>
                <a:gd name="connsiteX5" fmla="*/ 100519 w 231911"/>
                <a:gd name="connsiteY5" fmla="*/ 0 h 250929"/>
                <a:gd name="connsiteX6" fmla="*/ 0 w 231911"/>
                <a:gd name="connsiteY6" fmla="*/ 250929 h 250929"/>
                <a:gd name="connsiteX7" fmla="*/ 33746 w 231911"/>
                <a:gd name="connsiteY7" fmla="*/ 250929 h 250929"/>
                <a:gd name="connsiteX8" fmla="*/ 105186 w 231911"/>
                <a:gd name="connsiteY8" fmla="*/ 66317 h 250929"/>
                <a:gd name="connsiteX9" fmla="*/ 115597 w 231911"/>
                <a:gd name="connsiteY9" fmla="*/ 39790 h 250929"/>
                <a:gd name="connsiteX10" fmla="*/ 126008 w 231911"/>
                <a:gd name="connsiteY10" fmla="*/ 66317 h 250929"/>
                <a:gd name="connsiteX11" fmla="*/ 157420 w 231911"/>
                <a:gd name="connsiteY11" fmla="*/ 148048 h 250929"/>
                <a:gd name="connsiteX12" fmla="*/ 73549 w 231911"/>
                <a:gd name="connsiteY12" fmla="*/ 148048 h 2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1911" h="250929">
                  <a:moveTo>
                    <a:pt x="62600" y="176367"/>
                  </a:moveTo>
                  <a:lnTo>
                    <a:pt x="168593" y="176367"/>
                  </a:lnTo>
                  <a:lnTo>
                    <a:pt x="197448" y="250929"/>
                  </a:lnTo>
                  <a:lnTo>
                    <a:pt x="231911" y="250929"/>
                  </a:lnTo>
                  <a:lnTo>
                    <a:pt x="131393" y="0"/>
                  </a:lnTo>
                  <a:lnTo>
                    <a:pt x="100519" y="0"/>
                  </a:lnTo>
                  <a:lnTo>
                    <a:pt x="0" y="250929"/>
                  </a:lnTo>
                  <a:lnTo>
                    <a:pt x="33746" y="250929"/>
                  </a:lnTo>
                  <a:close/>
                  <a:moveTo>
                    <a:pt x="105186" y="66317"/>
                  </a:moveTo>
                  <a:cubicBezTo>
                    <a:pt x="107789" y="59596"/>
                    <a:pt x="111289" y="50768"/>
                    <a:pt x="115597" y="39790"/>
                  </a:cubicBezTo>
                  <a:lnTo>
                    <a:pt x="126008" y="66317"/>
                  </a:lnTo>
                  <a:lnTo>
                    <a:pt x="157420" y="148048"/>
                  </a:lnTo>
                  <a:lnTo>
                    <a:pt x="73549" y="148048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9" name="Forma libre 177">
              <a:extLst>
                <a:ext uri="{FF2B5EF4-FFF2-40B4-BE49-F238E27FC236}">
                  <a16:creationId xmlns:a16="http://schemas.microsoft.com/office/drawing/2014/main" id="{0EBD83F9-496B-9ADB-4DF7-2C98A06EA5F6}"/>
                </a:ext>
              </a:extLst>
            </p:cNvPr>
            <p:cNvSpPr/>
            <p:nvPr/>
          </p:nvSpPr>
          <p:spPr>
            <a:xfrm>
              <a:off x="11132978" y="586021"/>
              <a:ext cx="60316" cy="43715"/>
            </a:xfrm>
            <a:custGeom>
              <a:avLst/>
              <a:gdLst>
                <a:gd name="connsiteX0" fmla="*/ 212301 w 254008"/>
                <a:gd name="connsiteY0" fmla="*/ 39454 h 184096"/>
                <a:gd name="connsiteX1" fmla="*/ 223116 w 254008"/>
                <a:gd name="connsiteY1" fmla="*/ 73688 h 184096"/>
                <a:gd name="connsiteX2" fmla="*/ 223116 w 254008"/>
                <a:gd name="connsiteY2" fmla="*/ 184097 h 184096"/>
                <a:gd name="connsiteX3" fmla="*/ 253990 w 254008"/>
                <a:gd name="connsiteY3" fmla="*/ 184097 h 184096"/>
                <a:gd name="connsiteX4" fmla="*/ 253990 w 254008"/>
                <a:gd name="connsiteY4" fmla="*/ 68311 h 184096"/>
                <a:gd name="connsiteX5" fmla="*/ 245733 w 254008"/>
                <a:gd name="connsiteY5" fmla="*/ 32464 h 184096"/>
                <a:gd name="connsiteX6" fmla="*/ 223296 w 254008"/>
                <a:gd name="connsiteY6" fmla="*/ 8625 h 184096"/>
                <a:gd name="connsiteX7" fmla="*/ 190223 w 254008"/>
                <a:gd name="connsiteY7" fmla="*/ 22 h 184096"/>
                <a:gd name="connsiteX8" fmla="*/ 154907 w 254008"/>
                <a:gd name="connsiteY8" fmla="*/ 10418 h 184096"/>
                <a:gd name="connsiteX9" fmla="*/ 135521 w 254008"/>
                <a:gd name="connsiteY9" fmla="*/ 34256 h 184096"/>
                <a:gd name="connsiteX10" fmla="*/ 80774 w 254008"/>
                <a:gd name="connsiteY10" fmla="*/ 22 h 184096"/>
                <a:gd name="connsiteX11" fmla="*/ 48779 w 254008"/>
                <a:gd name="connsiteY11" fmla="*/ 8984 h 184096"/>
                <a:gd name="connsiteX12" fmla="*/ 30829 w 254008"/>
                <a:gd name="connsiteY12" fmla="*/ 29282 h 184096"/>
                <a:gd name="connsiteX13" fmla="*/ 30829 w 254008"/>
                <a:gd name="connsiteY13" fmla="*/ 3069 h 184096"/>
                <a:gd name="connsiteX14" fmla="*/ 0 w 254008"/>
                <a:gd name="connsiteY14" fmla="*/ 3069 h 184096"/>
                <a:gd name="connsiteX15" fmla="*/ 0 w 254008"/>
                <a:gd name="connsiteY15" fmla="*/ 184097 h 184096"/>
                <a:gd name="connsiteX16" fmla="*/ 30829 w 254008"/>
                <a:gd name="connsiteY16" fmla="*/ 184097 h 184096"/>
                <a:gd name="connsiteX17" fmla="*/ 30829 w 254008"/>
                <a:gd name="connsiteY17" fmla="*/ 74046 h 184096"/>
                <a:gd name="connsiteX18" fmla="*/ 36438 w 254008"/>
                <a:gd name="connsiteY18" fmla="*/ 48953 h 184096"/>
                <a:gd name="connsiteX19" fmla="*/ 51516 w 254008"/>
                <a:gd name="connsiteY19" fmla="*/ 33001 h 184096"/>
                <a:gd name="connsiteX20" fmla="*/ 73549 w 254008"/>
                <a:gd name="connsiteY20" fmla="*/ 27445 h 184096"/>
                <a:gd name="connsiteX21" fmla="*/ 101057 w 254008"/>
                <a:gd name="connsiteY21" fmla="*/ 39454 h 184096"/>
                <a:gd name="connsiteX22" fmla="*/ 111603 w 254008"/>
                <a:gd name="connsiteY22" fmla="*/ 73688 h 184096"/>
                <a:gd name="connsiteX23" fmla="*/ 111603 w 254008"/>
                <a:gd name="connsiteY23" fmla="*/ 184097 h 184096"/>
                <a:gd name="connsiteX24" fmla="*/ 142521 w 254008"/>
                <a:gd name="connsiteY24" fmla="*/ 184097 h 184096"/>
                <a:gd name="connsiteX25" fmla="*/ 142521 w 254008"/>
                <a:gd name="connsiteY25" fmla="*/ 74046 h 184096"/>
                <a:gd name="connsiteX26" fmla="*/ 154548 w 254008"/>
                <a:gd name="connsiteY26" fmla="*/ 39633 h 184096"/>
                <a:gd name="connsiteX27" fmla="*/ 185242 w 254008"/>
                <a:gd name="connsiteY27" fmla="*/ 27445 h 184096"/>
                <a:gd name="connsiteX28" fmla="*/ 212301 w 254008"/>
                <a:gd name="connsiteY28" fmla="*/ 39454 h 18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54008" h="184096">
                  <a:moveTo>
                    <a:pt x="212301" y="39454"/>
                  </a:moveTo>
                  <a:cubicBezTo>
                    <a:pt x="219513" y="47430"/>
                    <a:pt x="223116" y="58842"/>
                    <a:pt x="223116" y="73688"/>
                  </a:cubicBezTo>
                  <a:lnTo>
                    <a:pt x="223116" y="184097"/>
                  </a:lnTo>
                  <a:lnTo>
                    <a:pt x="253990" y="184097"/>
                  </a:lnTo>
                  <a:lnTo>
                    <a:pt x="253990" y="68311"/>
                  </a:lnTo>
                  <a:cubicBezTo>
                    <a:pt x="254268" y="55863"/>
                    <a:pt x="251432" y="43540"/>
                    <a:pt x="245733" y="32464"/>
                  </a:cubicBezTo>
                  <a:cubicBezTo>
                    <a:pt x="240554" y="22632"/>
                    <a:pt x="232800" y="14392"/>
                    <a:pt x="223296" y="8625"/>
                  </a:cubicBezTo>
                  <a:cubicBezTo>
                    <a:pt x="213275" y="2773"/>
                    <a:pt x="201828" y="-202"/>
                    <a:pt x="190223" y="22"/>
                  </a:cubicBezTo>
                  <a:cubicBezTo>
                    <a:pt x="177699" y="44"/>
                    <a:pt x="165443" y="3651"/>
                    <a:pt x="154907" y="10418"/>
                  </a:cubicBezTo>
                  <a:cubicBezTo>
                    <a:pt x="146085" y="16122"/>
                    <a:pt x="139299" y="24465"/>
                    <a:pt x="135521" y="34256"/>
                  </a:cubicBezTo>
                  <a:cubicBezTo>
                    <a:pt x="125842" y="12878"/>
                    <a:pt x="104261" y="-619"/>
                    <a:pt x="80774" y="22"/>
                  </a:cubicBezTo>
                  <a:cubicBezTo>
                    <a:pt x="69475" y="-81"/>
                    <a:pt x="58377" y="3024"/>
                    <a:pt x="48779" y="8984"/>
                  </a:cubicBezTo>
                  <a:cubicBezTo>
                    <a:pt x="41047" y="13980"/>
                    <a:pt x="34836" y="21001"/>
                    <a:pt x="30829" y="29282"/>
                  </a:cubicBezTo>
                  <a:lnTo>
                    <a:pt x="30829" y="3069"/>
                  </a:lnTo>
                  <a:lnTo>
                    <a:pt x="0" y="3069"/>
                  </a:lnTo>
                  <a:lnTo>
                    <a:pt x="0" y="184097"/>
                  </a:lnTo>
                  <a:lnTo>
                    <a:pt x="30829" y="184097"/>
                  </a:lnTo>
                  <a:lnTo>
                    <a:pt x="30829" y="74046"/>
                  </a:lnTo>
                  <a:cubicBezTo>
                    <a:pt x="30577" y="65344"/>
                    <a:pt x="32507" y="56723"/>
                    <a:pt x="36438" y="48953"/>
                  </a:cubicBezTo>
                  <a:cubicBezTo>
                    <a:pt x="39831" y="42303"/>
                    <a:pt x="45063" y="36765"/>
                    <a:pt x="51516" y="33001"/>
                  </a:cubicBezTo>
                  <a:cubicBezTo>
                    <a:pt x="58220" y="29192"/>
                    <a:pt x="65835" y="27270"/>
                    <a:pt x="73549" y="27445"/>
                  </a:cubicBezTo>
                  <a:cubicBezTo>
                    <a:pt x="84059" y="27113"/>
                    <a:pt x="94165" y="31522"/>
                    <a:pt x="101057" y="39454"/>
                  </a:cubicBezTo>
                  <a:cubicBezTo>
                    <a:pt x="108089" y="47430"/>
                    <a:pt x="111603" y="58842"/>
                    <a:pt x="111603" y="73688"/>
                  </a:cubicBezTo>
                  <a:lnTo>
                    <a:pt x="111603" y="184097"/>
                  </a:lnTo>
                  <a:lnTo>
                    <a:pt x="142521" y="184097"/>
                  </a:lnTo>
                  <a:lnTo>
                    <a:pt x="142521" y="74046"/>
                  </a:lnTo>
                  <a:cubicBezTo>
                    <a:pt x="142521" y="59111"/>
                    <a:pt x="146529" y="47640"/>
                    <a:pt x="154548" y="39633"/>
                  </a:cubicBezTo>
                  <a:cubicBezTo>
                    <a:pt x="162621" y="31460"/>
                    <a:pt x="173754" y="27037"/>
                    <a:pt x="185242" y="27445"/>
                  </a:cubicBezTo>
                  <a:cubicBezTo>
                    <a:pt x="195599" y="27234"/>
                    <a:pt x="205516" y="31634"/>
                    <a:pt x="212301" y="39454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0" name="Forma libre 178">
              <a:extLst>
                <a:ext uri="{FF2B5EF4-FFF2-40B4-BE49-F238E27FC236}">
                  <a16:creationId xmlns:a16="http://schemas.microsoft.com/office/drawing/2014/main" id="{89D34BA6-9A0E-5DBB-A399-5307C2059632}"/>
                </a:ext>
              </a:extLst>
            </p:cNvPr>
            <p:cNvSpPr/>
            <p:nvPr/>
          </p:nvSpPr>
          <p:spPr>
            <a:xfrm>
              <a:off x="11200328" y="585980"/>
              <a:ext cx="40248" cy="44572"/>
            </a:xfrm>
            <a:custGeom>
              <a:avLst/>
              <a:gdLst>
                <a:gd name="connsiteX0" fmla="*/ 129442 w 169496"/>
                <a:gd name="connsiteY0" fmla="*/ 11305 h 187705"/>
                <a:gd name="connsiteX1" fmla="*/ 86721 w 169496"/>
                <a:gd name="connsiteY1" fmla="*/ 13 h 187705"/>
                <a:gd name="connsiteX2" fmla="*/ 51899 w 169496"/>
                <a:gd name="connsiteY2" fmla="*/ 6645 h 187705"/>
                <a:gd name="connsiteX3" fmla="*/ 24436 w 169496"/>
                <a:gd name="connsiteY3" fmla="*/ 25465 h 187705"/>
                <a:gd name="connsiteX4" fmla="*/ 6486 w 169496"/>
                <a:gd name="connsiteY4" fmla="*/ 54859 h 187705"/>
                <a:gd name="connsiteX5" fmla="*/ 24 w 169496"/>
                <a:gd name="connsiteY5" fmla="*/ 93574 h 187705"/>
                <a:gd name="connsiteX6" fmla="*/ 11512 w 169496"/>
                <a:gd name="connsiteY6" fmla="*/ 142864 h 187705"/>
                <a:gd name="connsiteX7" fmla="*/ 87799 w 169496"/>
                <a:gd name="connsiteY7" fmla="*/ 187673 h 187705"/>
                <a:gd name="connsiteX8" fmla="*/ 117775 w 169496"/>
                <a:gd name="connsiteY8" fmla="*/ 183192 h 187705"/>
                <a:gd name="connsiteX9" fmla="*/ 144699 w 169496"/>
                <a:gd name="connsiteY9" fmla="*/ 169032 h 187705"/>
                <a:gd name="connsiteX10" fmla="*/ 166239 w 169496"/>
                <a:gd name="connsiteY10" fmla="*/ 142506 h 187705"/>
                <a:gd name="connsiteX11" fmla="*/ 142904 w 169496"/>
                <a:gd name="connsiteY11" fmla="*/ 128167 h 187705"/>
                <a:gd name="connsiteX12" fmla="*/ 128186 w 169496"/>
                <a:gd name="connsiteY12" fmla="*/ 146449 h 187705"/>
                <a:gd name="connsiteX13" fmla="*/ 109697 w 169496"/>
                <a:gd name="connsiteY13" fmla="*/ 156844 h 187705"/>
                <a:gd name="connsiteX14" fmla="*/ 88337 w 169496"/>
                <a:gd name="connsiteY14" fmla="*/ 160071 h 187705"/>
                <a:gd name="connsiteX15" fmla="*/ 58899 w 169496"/>
                <a:gd name="connsiteY15" fmla="*/ 152543 h 187705"/>
                <a:gd name="connsiteX16" fmla="*/ 38616 w 169496"/>
                <a:gd name="connsiteY16" fmla="*/ 130138 h 187705"/>
                <a:gd name="connsiteX17" fmla="*/ 31212 w 169496"/>
                <a:gd name="connsiteY17" fmla="*/ 100564 h 187705"/>
                <a:gd name="connsiteX18" fmla="*/ 169111 w 169496"/>
                <a:gd name="connsiteY18" fmla="*/ 100564 h 187705"/>
                <a:gd name="connsiteX19" fmla="*/ 169470 w 169496"/>
                <a:gd name="connsiteY19" fmla="*/ 96084 h 187705"/>
                <a:gd name="connsiteX20" fmla="*/ 169470 w 169496"/>
                <a:gd name="connsiteY20" fmla="*/ 91603 h 187705"/>
                <a:gd name="connsiteX21" fmla="*/ 158700 w 169496"/>
                <a:gd name="connsiteY21" fmla="*/ 43209 h 187705"/>
                <a:gd name="connsiteX22" fmla="*/ 129442 w 169496"/>
                <a:gd name="connsiteY22" fmla="*/ 11305 h 187705"/>
                <a:gd name="connsiteX23" fmla="*/ 46155 w 169496"/>
                <a:gd name="connsiteY23" fmla="*/ 44285 h 187705"/>
                <a:gd name="connsiteX24" fmla="*/ 63566 w 169496"/>
                <a:gd name="connsiteY24" fmla="*/ 30842 h 187705"/>
                <a:gd name="connsiteX25" fmla="*/ 86363 w 169496"/>
                <a:gd name="connsiteY25" fmla="*/ 26361 h 187705"/>
                <a:gd name="connsiteX26" fmla="*/ 123698 w 169496"/>
                <a:gd name="connsiteY26" fmla="*/ 42671 h 187705"/>
                <a:gd name="connsiteX27" fmla="*/ 137475 w 169496"/>
                <a:gd name="connsiteY27" fmla="*/ 76905 h 187705"/>
                <a:gd name="connsiteX28" fmla="*/ 32334 w 169496"/>
                <a:gd name="connsiteY28" fmla="*/ 76905 h 187705"/>
                <a:gd name="connsiteX29" fmla="*/ 35026 w 169496"/>
                <a:gd name="connsiteY29" fmla="*/ 65255 h 187705"/>
                <a:gd name="connsiteX30" fmla="*/ 46155 w 169496"/>
                <a:gd name="connsiteY30" fmla="*/ 44285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496" h="187705">
                  <a:moveTo>
                    <a:pt x="129442" y="11305"/>
                  </a:moveTo>
                  <a:cubicBezTo>
                    <a:pt x="116532" y="3647"/>
                    <a:pt x="101736" y="-260"/>
                    <a:pt x="86721" y="13"/>
                  </a:cubicBezTo>
                  <a:cubicBezTo>
                    <a:pt x="74785" y="-139"/>
                    <a:pt x="62943" y="2119"/>
                    <a:pt x="51899" y="6645"/>
                  </a:cubicBezTo>
                  <a:cubicBezTo>
                    <a:pt x="41519" y="10920"/>
                    <a:pt x="32163" y="17337"/>
                    <a:pt x="24436" y="25465"/>
                  </a:cubicBezTo>
                  <a:cubicBezTo>
                    <a:pt x="16511" y="33938"/>
                    <a:pt x="10404" y="43944"/>
                    <a:pt x="6486" y="54859"/>
                  </a:cubicBezTo>
                  <a:cubicBezTo>
                    <a:pt x="2016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59" y="186167"/>
                    <a:pt x="117775" y="183192"/>
                  </a:cubicBezTo>
                  <a:cubicBezTo>
                    <a:pt x="127522" y="180114"/>
                    <a:pt x="136640" y="175314"/>
                    <a:pt x="144699" y="169032"/>
                  </a:cubicBezTo>
                  <a:cubicBezTo>
                    <a:pt x="153692" y="161827"/>
                    <a:pt x="161038" y="152780"/>
                    <a:pt x="166239" y="142506"/>
                  </a:cubicBezTo>
                  <a:lnTo>
                    <a:pt x="142904" y="128167"/>
                  </a:lnTo>
                  <a:cubicBezTo>
                    <a:pt x="139036" y="135027"/>
                    <a:pt x="134064" y="141202"/>
                    <a:pt x="128186" y="146449"/>
                  </a:cubicBezTo>
                  <a:cubicBezTo>
                    <a:pt x="122801" y="151140"/>
                    <a:pt x="116509" y="154680"/>
                    <a:pt x="109697" y="156844"/>
                  </a:cubicBezTo>
                  <a:cubicBezTo>
                    <a:pt x="102787" y="159009"/>
                    <a:pt x="95580" y="160097"/>
                    <a:pt x="88337" y="160071"/>
                  </a:cubicBezTo>
                  <a:cubicBezTo>
                    <a:pt x="78016" y="160313"/>
                    <a:pt x="67834" y="157705"/>
                    <a:pt x="58899" y="152543"/>
                  </a:cubicBezTo>
                  <a:cubicBezTo>
                    <a:pt x="50162" y="147125"/>
                    <a:pt x="43135" y="139360"/>
                    <a:pt x="38616" y="130138"/>
                  </a:cubicBezTo>
                  <a:cubicBezTo>
                    <a:pt x="34147" y="120890"/>
                    <a:pt x="31625" y="110826"/>
                    <a:pt x="31212" y="100564"/>
                  </a:cubicBezTo>
                  <a:lnTo>
                    <a:pt x="169111" y="100564"/>
                  </a:lnTo>
                  <a:cubicBezTo>
                    <a:pt x="169371" y="99086"/>
                    <a:pt x="169492" y="97585"/>
                    <a:pt x="169470" y="96084"/>
                  </a:cubicBezTo>
                  <a:lnTo>
                    <a:pt x="169470" y="91603"/>
                  </a:lnTo>
                  <a:cubicBezTo>
                    <a:pt x="169847" y="74840"/>
                    <a:pt x="166149" y="58234"/>
                    <a:pt x="158700" y="43209"/>
                  </a:cubicBezTo>
                  <a:cubicBezTo>
                    <a:pt x="152117" y="30058"/>
                    <a:pt x="141984" y="19008"/>
                    <a:pt x="129442" y="11305"/>
                  </a:cubicBezTo>
                  <a:close/>
                  <a:moveTo>
                    <a:pt x="46155" y="44285"/>
                  </a:moveTo>
                  <a:cubicBezTo>
                    <a:pt x="50777" y="38455"/>
                    <a:pt x="56754" y="33844"/>
                    <a:pt x="63566" y="30842"/>
                  </a:cubicBezTo>
                  <a:cubicBezTo>
                    <a:pt x="70769" y="27768"/>
                    <a:pt x="78532" y="26245"/>
                    <a:pt x="86363" y="26361"/>
                  </a:cubicBezTo>
                  <a:cubicBezTo>
                    <a:pt x="100615" y="25994"/>
                    <a:pt x="114297" y="31971"/>
                    <a:pt x="123698" y="42671"/>
                  </a:cubicBezTo>
                  <a:cubicBezTo>
                    <a:pt x="131713" y="52395"/>
                    <a:pt x="136523" y="64350"/>
                    <a:pt x="137475" y="76905"/>
                  </a:cubicBezTo>
                  <a:lnTo>
                    <a:pt x="32334" y="76905"/>
                  </a:lnTo>
                  <a:cubicBezTo>
                    <a:pt x="32939" y="72962"/>
                    <a:pt x="33841" y="69068"/>
                    <a:pt x="35026" y="65255"/>
                  </a:cubicBezTo>
                  <a:cubicBezTo>
                    <a:pt x="37378" y="57629"/>
                    <a:pt x="41156" y="50513"/>
                    <a:pt x="46155" y="44285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1" name="Forma libre 179">
              <a:extLst>
                <a:ext uri="{FF2B5EF4-FFF2-40B4-BE49-F238E27FC236}">
                  <a16:creationId xmlns:a16="http://schemas.microsoft.com/office/drawing/2014/main" id="{2AC49B72-A870-CAB8-DCE9-89F20C05BCE0}"/>
                </a:ext>
              </a:extLst>
            </p:cNvPr>
            <p:cNvSpPr/>
            <p:nvPr/>
          </p:nvSpPr>
          <p:spPr>
            <a:xfrm>
              <a:off x="11247880" y="586021"/>
              <a:ext cx="60316" cy="43758"/>
            </a:xfrm>
            <a:custGeom>
              <a:avLst/>
              <a:gdLst>
                <a:gd name="connsiteX0" fmla="*/ 30694 w 254008"/>
                <a:gd name="connsiteY0" fmla="*/ 74047 h 184276"/>
                <a:gd name="connsiteX1" fmla="*/ 36258 w 254008"/>
                <a:gd name="connsiteY1" fmla="*/ 48954 h 184276"/>
                <a:gd name="connsiteX2" fmla="*/ 51336 w 254008"/>
                <a:gd name="connsiteY2" fmla="*/ 33002 h 184276"/>
                <a:gd name="connsiteX3" fmla="*/ 73415 w 254008"/>
                <a:gd name="connsiteY3" fmla="*/ 27446 h 184276"/>
                <a:gd name="connsiteX4" fmla="*/ 100878 w 254008"/>
                <a:gd name="connsiteY4" fmla="*/ 39454 h 184276"/>
                <a:gd name="connsiteX5" fmla="*/ 111468 w 254008"/>
                <a:gd name="connsiteY5" fmla="*/ 73688 h 184276"/>
                <a:gd name="connsiteX6" fmla="*/ 111468 w 254008"/>
                <a:gd name="connsiteY6" fmla="*/ 184097 h 184276"/>
                <a:gd name="connsiteX7" fmla="*/ 142342 w 254008"/>
                <a:gd name="connsiteY7" fmla="*/ 184097 h 184276"/>
                <a:gd name="connsiteX8" fmla="*/ 142342 w 254008"/>
                <a:gd name="connsiteY8" fmla="*/ 74047 h 184276"/>
                <a:gd name="connsiteX9" fmla="*/ 154368 w 254008"/>
                <a:gd name="connsiteY9" fmla="*/ 39634 h 184276"/>
                <a:gd name="connsiteX10" fmla="*/ 185062 w 254008"/>
                <a:gd name="connsiteY10" fmla="*/ 27446 h 184276"/>
                <a:gd name="connsiteX11" fmla="*/ 212346 w 254008"/>
                <a:gd name="connsiteY11" fmla="*/ 39454 h 184276"/>
                <a:gd name="connsiteX12" fmla="*/ 223116 w 254008"/>
                <a:gd name="connsiteY12" fmla="*/ 73688 h 184276"/>
                <a:gd name="connsiteX13" fmla="*/ 223116 w 254008"/>
                <a:gd name="connsiteY13" fmla="*/ 184097 h 184276"/>
                <a:gd name="connsiteX14" fmla="*/ 253990 w 254008"/>
                <a:gd name="connsiteY14" fmla="*/ 184097 h 184276"/>
                <a:gd name="connsiteX15" fmla="*/ 253990 w 254008"/>
                <a:gd name="connsiteY15" fmla="*/ 68311 h 184276"/>
                <a:gd name="connsiteX16" fmla="*/ 245733 w 254008"/>
                <a:gd name="connsiteY16" fmla="*/ 32464 h 184276"/>
                <a:gd name="connsiteX17" fmla="*/ 223296 w 254008"/>
                <a:gd name="connsiteY17" fmla="*/ 8626 h 184276"/>
                <a:gd name="connsiteX18" fmla="*/ 190268 w 254008"/>
                <a:gd name="connsiteY18" fmla="*/ 23 h 184276"/>
                <a:gd name="connsiteX19" fmla="*/ 154907 w 254008"/>
                <a:gd name="connsiteY19" fmla="*/ 10418 h 184276"/>
                <a:gd name="connsiteX20" fmla="*/ 135521 w 254008"/>
                <a:gd name="connsiteY20" fmla="*/ 34257 h 184276"/>
                <a:gd name="connsiteX21" fmla="*/ 54509 w 254008"/>
                <a:gd name="connsiteY21" fmla="*/ 6040 h 184276"/>
                <a:gd name="connsiteX22" fmla="*/ 48823 w 254008"/>
                <a:gd name="connsiteY22" fmla="*/ 9164 h 184276"/>
                <a:gd name="connsiteX23" fmla="*/ 30874 w 254008"/>
                <a:gd name="connsiteY23" fmla="*/ 29462 h 184276"/>
                <a:gd name="connsiteX24" fmla="*/ 30874 w 254008"/>
                <a:gd name="connsiteY24" fmla="*/ 3249 h 184276"/>
                <a:gd name="connsiteX25" fmla="*/ 0 w 254008"/>
                <a:gd name="connsiteY25" fmla="*/ 3249 h 184276"/>
                <a:gd name="connsiteX26" fmla="*/ 0 w 254008"/>
                <a:gd name="connsiteY26" fmla="*/ 184276 h 184276"/>
                <a:gd name="connsiteX27" fmla="*/ 30874 w 254008"/>
                <a:gd name="connsiteY27" fmla="*/ 184276 h 184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54008" h="184276">
                  <a:moveTo>
                    <a:pt x="30694" y="74047"/>
                  </a:moveTo>
                  <a:cubicBezTo>
                    <a:pt x="30429" y="65349"/>
                    <a:pt x="32341" y="56724"/>
                    <a:pt x="36258" y="48954"/>
                  </a:cubicBezTo>
                  <a:cubicBezTo>
                    <a:pt x="39651" y="42304"/>
                    <a:pt x="44883" y="36766"/>
                    <a:pt x="51336" y="33002"/>
                  </a:cubicBezTo>
                  <a:cubicBezTo>
                    <a:pt x="58059" y="29189"/>
                    <a:pt x="65687" y="27271"/>
                    <a:pt x="73415" y="27446"/>
                  </a:cubicBezTo>
                  <a:cubicBezTo>
                    <a:pt x="83911" y="27118"/>
                    <a:pt x="93998" y="31532"/>
                    <a:pt x="100878" y="39454"/>
                  </a:cubicBezTo>
                  <a:cubicBezTo>
                    <a:pt x="107937" y="47430"/>
                    <a:pt x="111468" y="58843"/>
                    <a:pt x="111468" y="73688"/>
                  </a:cubicBezTo>
                  <a:lnTo>
                    <a:pt x="111468" y="184097"/>
                  </a:lnTo>
                  <a:lnTo>
                    <a:pt x="142342" y="184097"/>
                  </a:lnTo>
                  <a:lnTo>
                    <a:pt x="142342" y="74047"/>
                  </a:lnTo>
                  <a:cubicBezTo>
                    <a:pt x="142342" y="59112"/>
                    <a:pt x="146349" y="47641"/>
                    <a:pt x="154368" y="39634"/>
                  </a:cubicBezTo>
                  <a:cubicBezTo>
                    <a:pt x="162441" y="31460"/>
                    <a:pt x="173575" y="27038"/>
                    <a:pt x="185062" y="27446"/>
                  </a:cubicBezTo>
                  <a:cubicBezTo>
                    <a:pt x="195496" y="27186"/>
                    <a:pt x="205498" y="31590"/>
                    <a:pt x="212346" y="39454"/>
                  </a:cubicBezTo>
                  <a:cubicBezTo>
                    <a:pt x="219526" y="47430"/>
                    <a:pt x="223116" y="58843"/>
                    <a:pt x="223116" y="73688"/>
                  </a:cubicBezTo>
                  <a:lnTo>
                    <a:pt x="223116" y="184097"/>
                  </a:lnTo>
                  <a:lnTo>
                    <a:pt x="253990" y="184097"/>
                  </a:lnTo>
                  <a:lnTo>
                    <a:pt x="253990" y="68311"/>
                  </a:lnTo>
                  <a:cubicBezTo>
                    <a:pt x="254268" y="55863"/>
                    <a:pt x="251432" y="43541"/>
                    <a:pt x="245733" y="32464"/>
                  </a:cubicBezTo>
                  <a:cubicBezTo>
                    <a:pt x="240554" y="22633"/>
                    <a:pt x="232800" y="14393"/>
                    <a:pt x="223296" y="8626"/>
                  </a:cubicBezTo>
                  <a:cubicBezTo>
                    <a:pt x="213288" y="2778"/>
                    <a:pt x="201859" y="-197"/>
                    <a:pt x="190268" y="23"/>
                  </a:cubicBezTo>
                  <a:cubicBezTo>
                    <a:pt x="177725" y="36"/>
                    <a:pt x="165457" y="3643"/>
                    <a:pt x="154907" y="10418"/>
                  </a:cubicBezTo>
                  <a:cubicBezTo>
                    <a:pt x="146098" y="16136"/>
                    <a:pt x="139317" y="24475"/>
                    <a:pt x="135521" y="34257"/>
                  </a:cubicBezTo>
                  <a:cubicBezTo>
                    <a:pt x="120955" y="4127"/>
                    <a:pt x="84683" y="-8509"/>
                    <a:pt x="54509" y="6040"/>
                  </a:cubicBezTo>
                  <a:cubicBezTo>
                    <a:pt x="52557" y="6977"/>
                    <a:pt x="50659" y="8021"/>
                    <a:pt x="48823" y="9164"/>
                  </a:cubicBezTo>
                  <a:cubicBezTo>
                    <a:pt x="41082" y="14151"/>
                    <a:pt x="34867" y="21172"/>
                    <a:pt x="30874" y="29462"/>
                  </a:cubicBezTo>
                  <a:lnTo>
                    <a:pt x="30874" y="3249"/>
                  </a:lnTo>
                  <a:lnTo>
                    <a:pt x="0" y="3249"/>
                  </a:lnTo>
                  <a:lnTo>
                    <a:pt x="0" y="184276"/>
                  </a:lnTo>
                  <a:lnTo>
                    <a:pt x="30874" y="184276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2" name="Forma libre 180">
              <a:extLst>
                <a:ext uri="{FF2B5EF4-FFF2-40B4-BE49-F238E27FC236}">
                  <a16:creationId xmlns:a16="http://schemas.microsoft.com/office/drawing/2014/main" id="{13739F88-8895-FC93-D7BB-E013185583C7}"/>
                </a:ext>
              </a:extLst>
            </p:cNvPr>
            <p:cNvSpPr/>
            <p:nvPr/>
          </p:nvSpPr>
          <p:spPr>
            <a:xfrm>
              <a:off x="11317356" y="570151"/>
              <a:ext cx="42287" cy="60361"/>
            </a:xfrm>
            <a:custGeom>
              <a:avLst/>
              <a:gdLst>
                <a:gd name="connsiteX0" fmla="*/ 153830 w 178083"/>
                <a:gd name="connsiteY0" fmla="*/ 227987 h 254195"/>
                <a:gd name="connsiteX1" fmla="*/ 171780 w 178083"/>
                <a:gd name="connsiteY1" fmla="*/ 198234 h 254195"/>
                <a:gd name="connsiteX2" fmla="*/ 178062 w 178083"/>
                <a:gd name="connsiteY2" fmla="*/ 160236 h 254195"/>
                <a:gd name="connsiteX3" fmla="*/ 167113 w 178083"/>
                <a:gd name="connsiteY3" fmla="*/ 111484 h 254195"/>
                <a:gd name="connsiteX4" fmla="*/ 137137 w 178083"/>
                <a:gd name="connsiteY4" fmla="*/ 78505 h 254195"/>
                <a:gd name="connsiteX5" fmla="*/ 94057 w 178083"/>
                <a:gd name="connsiteY5" fmla="*/ 66675 h 254195"/>
                <a:gd name="connsiteX6" fmla="*/ 59953 w 178083"/>
                <a:gd name="connsiteY6" fmla="*/ 74741 h 254195"/>
                <a:gd name="connsiteX7" fmla="*/ 36079 w 178083"/>
                <a:gd name="connsiteY7" fmla="*/ 96249 h 254195"/>
                <a:gd name="connsiteX8" fmla="*/ 30874 w 178083"/>
                <a:gd name="connsiteY8" fmla="*/ 104628 h 254195"/>
                <a:gd name="connsiteX9" fmla="*/ 30874 w 178083"/>
                <a:gd name="connsiteY9" fmla="*/ 0 h 254195"/>
                <a:gd name="connsiteX10" fmla="*/ 0 w 178083"/>
                <a:gd name="connsiteY10" fmla="*/ 0 h 254195"/>
                <a:gd name="connsiteX11" fmla="*/ 0 w 178083"/>
                <a:gd name="connsiteY11" fmla="*/ 250929 h 254195"/>
                <a:gd name="connsiteX12" fmla="*/ 30874 w 178083"/>
                <a:gd name="connsiteY12" fmla="*/ 250929 h 254195"/>
                <a:gd name="connsiteX13" fmla="*/ 30874 w 178083"/>
                <a:gd name="connsiteY13" fmla="*/ 216337 h 254195"/>
                <a:gd name="connsiteX14" fmla="*/ 35900 w 178083"/>
                <a:gd name="connsiteY14" fmla="*/ 224582 h 254195"/>
                <a:gd name="connsiteX15" fmla="*/ 94236 w 178083"/>
                <a:gd name="connsiteY15" fmla="*/ 254156 h 254195"/>
                <a:gd name="connsiteX16" fmla="*/ 127444 w 178083"/>
                <a:gd name="connsiteY16" fmla="*/ 247345 h 254195"/>
                <a:gd name="connsiteX17" fmla="*/ 153830 w 178083"/>
                <a:gd name="connsiteY17" fmla="*/ 227987 h 254195"/>
                <a:gd name="connsiteX18" fmla="*/ 88493 w 178083"/>
                <a:gd name="connsiteY18" fmla="*/ 226195 h 254195"/>
                <a:gd name="connsiteX19" fmla="*/ 46311 w 178083"/>
                <a:gd name="connsiteY19" fmla="*/ 208809 h 254195"/>
                <a:gd name="connsiteX20" fmla="*/ 29976 w 178083"/>
                <a:gd name="connsiteY20" fmla="*/ 160236 h 254195"/>
                <a:gd name="connsiteX21" fmla="*/ 34464 w 178083"/>
                <a:gd name="connsiteY21" fmla="*/ 132813 h 254195"/>
                <a:gd name="connsiteX22" fmla="*/ 46670 w 178083"/>
                <a:gd name="connsiteY22" fmla="*/ 112022 h 254195"/>
                <a:gd name="connsiteX23" fmla="*/ 65158 w 178083"/>
                <a:gd name="connsiteY23" fmla="*/ 98938 h 254195"/>
                <a:gd name="connsiteX24" fmla="*/ 88672 w 178083"/>
                <a:gd name="connsiteY24" fmla="*/ 94457 h 254195"/>
                <a:gd name="connsiteX25" fmla="*/ 130495 w 178083"/>
                <a:gd name="connsiteY25" fmla="*/ 111843 h 254195"/>
                <a:gd name="connsiteX26" fmla="*/ 146830 w 178083"/>
                <a:gd name="connsiteY26" fmla="*/ 160057 h 254195"/>
                <a:gd name="connsiteX27" fmla="*/ 142701 w 178083"/>
                <a:gd name="connsiteY27" fmla="*/ 187838 h 254195"/>
                <a:gd name="connsiteX28" fmla="*/ 130675 w 178083"/>
                <a:gd name="connsiteY28" fmla="*/ 208630 h 254195"/>
                <a:gd name="connsiteX29" fmla="*/ 112007 w 178083"/>
                <a:gd name="connsiteY29" fmla="*/ 221535 h 254195"/>
                <a:gd name="connsiteX30" fmla="*/ 88268 w 178083"/>
                <a:gd name="connsiteY30" fmla="*/ 226374 h 25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8083" h="254195">
                  <a:moveTo>
                    <a:pt x="153830" y="227987"/>
                  </a:moveTo>
                  <a:cubicBezTo>
                    <a:pt x="161701" y="219335"/>
                    <a:pt x="167795" y="209226"/>
                    <a:pt x="171780" y="198234"/>
                  </a:cubicBezTo>
                  <a:cubicBezTo>
                    <a:pt x="176083" y="186033"/>
                    <a:pt x="178210" y="173173"/>
                    <a:pt x="178062" y="160236"/>
                  </a:cubicBezTo>
                  <a:cubicBezTo>
                    <a:pt x="178399" y="143343"/>
                    <a:pt x="174643" y="126616"/>
                    <a:pt x="167113" y="111484"/>
                  </a:cubicBezTo>
                  <a:cubicBezTo>
                    <a:pt x="160323" y="97965"/>
                    <a:pt x="149957" y="86557"/>
                    <a:pt x="137137" y="78505"/>
                  </a:cubicBezTo>
                  <a:cubicBezTo>
                    <a:pt x="124195" y="70551"/>
                    <a:pt x="109252" y="66447"/>
                    <a:pt x="94057" y="66675"/>
                  </a:cubicBezTo>
                  <a:cubicBezTo>
                    <a:pt x="82179" y="66357"/>
                    <a:pt x="70426" y="69140"/>
                    <a:pt x="59953" y="74741"/>
                  </a:cubicBezTo>
                  <a:cubicBezTo>
                    <a:pt x="50470" y="80015"/>
                    <a:pt x="42308" y="87368"/>
                    <a:pt x="36079" y="96249"/>
                  </a:cubicBezTo>
                  <a:cubicBezTo>
                    <a:pt x="34177" y="98933"/>
                    <a:pt x="32440" y="101734"/>
                    <a:pt x="30874" y="104628"/>
                  </a:cubicBezTo>
                  <a:lnTo>
                    <a:pt x="30874" y="0"/>
                  </a:lnTo>
                  <a:lnTo>
                    <a:pt x="0" y="0"/>
                  </a:lnTo>
                  <a:lnTo>
                    <a:pt x="0" y="250929"/>
                  </a:lnTo>
                  <a:lnTo>
                    <a:pt x="30874" y="250929"/>
                  </a:lnTo>
                  <a:lnTo>
                    <a:pt x="30874" y="216337"/>
                  </a:lnTo>
                  <a:cubicBezTo>
                    <a:pt x="32395" y="219178"/>
                    <a:pt x="34069" y="221929"/>
                    <a:pt x="35900" y="224582"/>
                  </a:cubicBezTo>
                  <a:cubicBezTo>
                    <a:pt x="48972" y="243787"/>
                    <a:pt x="70996" y="254953"/>
                    <a:pt x="94236" y="254156"/>
                  </a:cubicBezTo>
                  <a:cubicBezTo>
                    <a:pt x="105662" y="254259"/>
                    <a:pt x="116983" y="251933"/>
                    <a:pt x="127444" y="247345"/>
                  </a:cubicBezTo>
                  <a:cubicBezTo>
                    <a:pt x="137460" y="242738"/>
                    <a:pt x="146435" y="236151"/>
                    <a:pt x="153830" y="227987"/>
                  </a:cubicBezTo>
                  <a:close/>
                  <a:moveTo>
                    <a:pt x="88493" y="226195"/>
                  </a:moveTo>
                  <a:cubicBezTo>
                    <a:pt x="72580" y="226732"/>
                    <a:pt x="57211" y="220401"/>
                    <a:pt x="46311" y="208809"/>
                  </a:cubicBezTo>
                  <a:cubicBezTo>
                    <a:pt x="35393" y="197217"/>
                    <a:pt x="29945" y="181028"/>
                    <a:pt x="29976" y="160236"/>
                  </a:cubicBezTo>
                  <a:cubicBezTo>
                    <a:pt x="29873" y="150907"/>
                    <a:pt x="31390" y="141627"/>
                    <a:pt x="34464" y="132813"/>
                  </a:cubicBezTo>
                  <a:cubicBezTo>
                    <a:pt x="37111" y="125142"/>
                    <a:pt x="41258" y="118076"/>
                    <a:pt x="46670" y="112022"/>
                  </a:cubicBezTo>
                  <a:cubicBezTo>
                    <a:pt x="51731" y="106287"/>
                    <a:pt x="58063" y="101810"/>
                    <a:pt x="65158" y="98938"/>
                  </a:cubicBezTo>
                  <a:cubicBezTo>
                    <a:pt x="72630" y="95927"/>
                    <a:pt x="80617" y="94408"/>
                    <a:pt x="88672" y="94457"/>
                  </a:cubicBezTo>
                  <a:cubicBezTo>
                    <a:pt x="104472" y="93964"/>
                    <a:pt x="119716" y="100300"/>
                    <a:pt x="130495" y="111843"/>
                  </a:cubicBezTo>
                  <a:cubicBezTo>
                    <a:pt x="141355" y="123403"/>
                    <a:pt x="146798" y="139476"/>
                    <a:pt x="146830" y="160057"/>
                  </a:cubicBezTo>
                  <a:cubicBezTo>
                    <a:pt x="146951" y="169480"/>
                    <a:pt x="145555" y="178859"/>
                    <a:pt x="142701" y="187838"/>
                  </a:cubicBezTo>
                  <a:cubicBezTo>
                    <a:pt x="140228" y="195550"/>
                    <a:pt x="136127" y="202639"/>
                    <a:pt x="130675" y="208630"/>
                  </a:cubicBezTo>
                  <a:cubicBezTo>
                    <a:pt x="125438" y="214204"/>
                    <a:pt x="119075" y="218600"/>
                    <a:pt x="112007" y="221535"/>
                  </a:cubicBezTo>
                  <a:cubicBezTo>
                    <a:pt x="104499" y="224725"/>
                    <a:pt x="96427" y="226370"/>
                    <a:pt x="88268" y="226374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3" name="Forma libre 181">
              <a:extLst>
                <a:ext uri="{FF2B5EF4-FFF2-40B4-BE49-F238E27FC236}">
                  <a16:creationId xmlns:a16="http://schemas.microsoft.com/office/drawing/2014/main" id="{1914303B-8D1F-1324-4D37-42C83C460DC7}"/>
                </a:ext>
              </a:extLst>
            </p:cNvPr>
            <p:cNvSpPr/>
            <p:nvPr/>
          </p:nvSpPr>
          <p:spPr>
            <a:xfrm>
              <a:off x="11364832" y="585980"/>
              <a:ext cx="40291" cy="44572"/>
            </a:xfrm>
            <a:custGeom>
              <a:avLst/>
              <a:gdLst>
                <a:gd name="connsiteX0" fmla="*/ 128320 w 169675"/>
                <a:gd name="connsiteY0" fmla="*/ 146628 h 187705"/>
                <a:gd name="connsiteX1" fmla="*/ 109832 w 169675"/>
                <a:gd name="connsiteY1" fmla="*/ 157024 h 187705"/>
                <a:gd name="connsiteX2" fmla="*/ 88472 w 169675"/>
                <a:gd name="connsiteY2" fmla="*/ 160250 h 187705"/>
                <a:gd name="connsiteX3" fmla="*/ 59034 w 169675"/>
                <a:gd name="connsiteY3" fmla="*/ 152722 h 187705"/>
                <a:gd name="connsiteX4" fmla="*/ 38751 w 169675"/>
                <a:gd name="connsiteY4" fmla="*/ 130318 h 187705"/>
                <a:gd name="connsiteX5" fmla="*/ 31346 w 169675"/>
                <a:gd name="connsiteY5" fmla="*/ 100744 h 187705"/>
                <a:gd name="connsiteX6" fmla="*/ 169291 w 169675"/>
                <a:gd name="connsiteY6" fmla="*/ 100744 h 187705"/>
                <a:gd name="connsiteX7" fmla="*/ 169650 w 169675"/>
                <a:gd name="connsiteY7" fmla="*/ 96263 h 187705"/>
                <a:gd name="connsiteX8" fmla="*/ 169650 w 169675"/>
                <a:gd name="connsiteY8" fmla="*/ 91782 h 187705"/>
                <a:gd name="connsiteX9" fmla="*/ 158880 w 169675"/>
                <a:gd name="connsiteY9" fmla="*/ 43388 h 187705"/>
                <a:gd name="connsiteX10" fmla="*/ 129442 w 169675"/>
                <a:gd name="connsiteY10" fmla="*/ 11305 h 187705"/>
                <a:gd name="connsiteX11" fmla="*/ 86721 w 169675"/>
                <a:gd name="connsiteY11" fmla="*/ 13 h 187705"/>
                <a:gd name="connsiteX12" fmla="*/ 51899 w 169675"/>
                <a:gd name="connsiteY12" fmla="*/ 6645 h 187705"/>
                <a:gd name="connsiteX13" fmla="*/ 24436 w 169675"/>
                <a:gd name="connsiteY13" fmla="*/ 25465 h 187705"/>
                <a:gd name="connsiteX14" fmla="*/ 6486 w 169675"/>
                <a:gd name="connsiteY14" fmla="*/ 54859 h 187705"/>
                <a:gd name="connsiteX15" fmla="*/ 24 w 169675"/>
                <a:gd name="connsiteY15" fmla="*/ 93574 h 187705"/>
                <a:gd name="connsiteX16" fmla="*/ 11512 w 169675"/>
                <a:gd name="connsiteY16" fmla="*/ 142864 h 187705"/>
                <a:gd name="connsiteX17" fmla="*/ 87799 w 169675"/>
                <a:gd name="connsiteY17" fmla="*/ 187673 h 187705"/>
                <a:gd name="connsiteX18" fmla="*/ 117775 w 169675"/>
                <a:gd name="connsiteY18" fmla="*/ 183192 h 187705"/>
                <a:gd name="connsiteX19" fmla="*/ 144699 w 169675"/>
                <a:gd name="connsiteY19" fmla="*/ 169032 h 187705"/>
                <a:gd name="connsiteX20" fmla="*/ 166239 w 169675"/>
                <a:gd name="connsiteY20" fmla="*/ 142506 h 187705"/>
                <a:gd name="connsiteX21" fmla="*/ 142904 w 169675"/>
                <a:gd name="connsiteY21" fmla="*/ 128167 h 187705"/>
                <a:gd name="connsiteX22" fmla="*/ 128320 w 169675"/>
                <a:gd name="connsiteY22" fmla="*/ 146628 h 187705"/>
                <a:gd name="connsiteX23" fmla="*/ 46110 w 169675"/>
                <a:gd name="connsiteY23" fmla="*/ 44285 h 187705"/>
                <a:gd name="connsiteX24" fmla="*/ 63521 w 169675"/>
                <a:gd name="connsiteY24" fmla="*/ 30842 h 187705"/>
                <a:gd name="connsiteX25" fmla="*/ 86318 w 169675"/>
                <a:gd name="connsiteY25" fmla="*/ 26361 h 187705"/>
                <a:gd name="connsiteX26" fmla="*/ 123653 w 169675"/>
                <a:gd name="connsiteY26" fmla="*/ 42671 h 187705"/>
                <a:gd name="connsiteX27" fmla="*/ 137430 w 169675"/>
                <a:gd name="connsiteY27" fmla="*/ 76905 h 187705"/>
                <a:gd name="connsiteX28" fmla="*/ 32289 w 169675"/>
                <a:gd name="connsiteY28" fmla="*/ 76905 h 187705"/>
                <a:gd name="connsiteX29" fmla="*/ 34981 w 169675"/>
                <a:gd name="connsiteY29" fmla="*/ 65255 h 187705"/>
                <a:gd name="connsiteX30" fmla="*/ 46110 w 169675"/>
                <a:gd name="connsiteY30" fmla="*/ 44285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675" h="187705">
                  <a:moveTo>
                    <a:pt x="128320" y="146628"/>
                  </a:moveTo>
                  <a:cubicBezTo>
                    <a:pt x="122935" y="151319"/>
                    <a:pt x="116644" y="154859"/>
                    <a:pt x="109832" y="157024"/>
                  </a:cubicBezTo>
                  <a:cubicBezTo>
                    <a:pt x="102921" y="159188"/>
                    <a:pt x="95714" y="160277"/>
                    <a:pt x="88472" y="160250"/>
                  </a:cubicBezTo>
                  <a:cubicBezTo>
                    <a:pt x="78151" y="160496"/>
                    <a:pt x="67964" y="157893"/>
                    <a:pt x="59034" y="152722"/>
                  </a:cubicBezTo>
                  <a:cubicBezTo>
                    <a:pt x="50288" y="147318"/>
                    <a:pt x="43256" y="139553"/>
                    <a:pt x="38751" y="130318"/>
                  </a:cubicBezTo>
                  <a:cubicBezTo>
                    <a:pt x="34259" y="121078"/>
                    <a:pt x="31737" y="111005"/>
                    <a:pt x="31346" y="100744"/>
                  </a:cubicBezTo>
                  <a:lnTo>
                    <a:pt x="169291" y="100744"/>
                  </a:lnTo>
                  <a:cubicBezTo>
                    <a:pt x="169551" y="99265"/>
                    <a:pt x="169672" y="97764"/>
                    <a:pt x="169650" y="96263"/>
                  </a:cubicBezTo>
                  <a:lnTo>
                    <a:pt x="169650" y="91782"/>
                  </a:lnTo>
                  <a:cubicBezTo>
                    <a:pt x="170027" y="75019"/>
                    <a:pt x="166329" y="58413"/>
                    <a:pt x="158880" y="43388"/>
                  </a:cubicBezTo>
                  <a:cubicBezTo>
                    <a:pt x="152274" y="30147"/>
                    <a:pt x="142074" y="19030"/>
                    <a:pt x="129442" y="11305"/>
                  </a:cubicBezTo>
                  <a:cubicBezTo>
                    <a:pt x="116532" y="3647"/>
                    <a:pt x="101736" y="-260"/>
                    <a:pt x="86721" y="13"/>
                  </a:cubicBezTo>
                  <a:cubicBezTo>
                    <a:pt x="74785" y="-143"/>
                    <a:pt x="62938" y="2115"/>
                    <a:pt x="51899" y="6645"/>
                  </a:cubicBezTo>
                  <a:cubicBezTo>
                    <a:pt x="41519" y="10920"/>
                    <a:pt x="32163" y="17337"/>
                    <a:pt x="24436" y="25465"/>
                  </a:cubicBezTo>
                  <a:cubicBezTo>
                    <a:pt x="16502" y="33934"/>
                    <a:pt x="10390" y="43940"/>
                    <a:pt x="6486" y="54859"/>
                  </a:cubicBezTo>
                  <a:cubicBezTo>
                    <a:pt x="2016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59" y="186167"/>
                    <a:pt x="117775" y="183192"/>
                  </a:cubicBezTo>
                  <a:cubicBezTo>
                    <a:pt x="127522" y="180114"/>
                    <a:pt x="136640" y="175314"/>
                    <a:pt x="144699" y="169032"/>
                  </a:cubicBezTo>
                  <a:cubicBezTo>
                    <a:pt x="153670" y="161805"/>
                    <a:pt x="161011" y="152767"/>
                    <a:pt x="166239" y="142506"/>
                  </a:cubicBezTo>
                  <a:lnTo>
                    <a:pt x="142904" y="128167"/>
                  </a:lnTo>
                  <a:cubicBezTo>
                    <a:pt x="139077" y="135072"/>
                    <a:pt x="134154" y="141305"/>
                    <a:pt x="128320" y="146628"/>
                  </a:cubicBezTo>
                  <a:close/>
                  <a:moveTo>
                    <a:pt x="46110" y="44285"/>
                  </a:moveTo>
                  <a:cubicBezTo>
                    <a:pt x="50723" y="38446"/>
                    <a:pt x="56700" y="33831"/>
                    <a:pt x="63521" y="30842"/>
                  </a:cubicBezTo>
                  <a:cubicBezTo>
                    <a:pt x="70724" y="27768"/>
                    <a:pt x="78487" y="26245"/>
                    <a:pt x="86318" y="26361"/>
                  </a:cubicBezTo>
                  <a:cubicBezTo>
                    <a:pt x="100570" y="25994"/>
                    <a:pt x="114252" y="31971"/>
                    <a:pt x="123653" y="42671"/>
                  </a:cubicBezTo>
                  <a:cubicBezTo>
                    <a:pt x="131668" y="52395"/>
                    <a:pt x="136478" y="64350"/>
                    <a:pt x="137430" y="76905"/>
                  </a:cubicBezTo>
                  <a:lnTo>
                    <a:pt x="32289" y="76905"/>
                  </a:lnTo>
                  <a:cubicBezTo>
                    <a:pt x="32877" y="72958"/>
                    <a:pt x="33774" y="69059"/>
                    <a:pt x="34981" y="65255"/>
                  </a:cubicBezTo>
                  <a:cubicBezTo>
                    <a:pt x="37319" y="57620"/>
                    <a:pt x="41098" y="50504"/>
                    <a:pt x="46110" y="44285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4" name="Forma libre 182">
              <a:extLst>
                <a:ext uri="{FF2B5EF4-FFF2-40B4-BE49-F238E27FC236}">
                  <a16:creationId xmlns:a16="http://schemas.microsoft.com/office/drawing/2014/main" id="{51E1C3AD-5ECE-817A-C9D4-6378252E0DD9}"/>
                </a:ext>
              </a:extLst>
            </p:cNvPr>
            <p:cNvSpPr/>
            <p:nvPr/>
          </p:nvSpPr>
          <p:spPr>
            <a:xfrm>
              <a:off x="11412320" y="585982"/>
              <a:ext cx="21908" cy="43711"/>
            </a:xfrm>
            <a:custGeom>
              <a:avLst/>
              <a:gdLst>
                <a:gd name="connsiteX0" fmla="*/ 30873 w 92261"/>
                <a:gd name="connsiteY0" fmla="*/ 87113 h 184079"/>
                <a:gd name="connsiteX1" fmla="*/ 43259 w 92261"/>
                <a:gd name="connsiteY1" fmla="*/ 47502 h 184079"/>
                <a:gd name="connsiteX2" fmla="*/ 75030 w 92261"/>
                <a:gd name="connsiteY2" fmla="*/ 32626 h 184079"/>
                <a:gd name="connsiteX3" fmla="*/ 92262 w 92261"/>
                <a:gd name="connsiteY3" fmla="*/ 32626 h 184079"/>
                <a:gd name="connsiteX4" fmla="*/ 92262 w 92261"/>
                <a:gd name="connsiteY4" fmla="*/ 5 h 184079"/>
                <a:gd name="connsiteX5" fmla="*/ 81492 w 92261"/>
                <a:gd name="connsiteY5" fmla="*/ 5 h 184079"/>
                <a:gd name="connsiteX6" fmla="*/ 51875 w 92261"/>
                <a:gd name="connsiteY6" fmla="*/ 8608 h 184079"/>
                <a:gd name="connsiteX7" fmla="*/ 30873 w 92261"/>
                <a:gd name="connsiteY7" fmla="*/ 34418 h 184079"/>
                <a:gd name="connsiteX8" fmla="*/ 30873 w 92261"/>
                <a:gd name="connsiteY8" fmla="*/ 3052 h 184079"/>
                <a:gd name="connsiteX9" fmla="*/ 0 w 92261"/>
                <a:gd name="connsiteY9" fmla="*/ 3052 h 184079"/>
                <a:gd name="connsiteX10" fmla="*/ 0 w 92261"/>
                <a:gd name="connsiteY10" fmla="*/ 184080 h 184079"/>
                <a:gd name="connsiteX11" fmla="*/ 30873 w 92261"/>
                <a:gd name="connsiteY11" fmla="*/ 184080 h 18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261" h="184079">
                  <a:moveTo>
                    <a:pt x="30873" y="87113"/>
                  </a:moveTo>
                  <a:cubicBezTo>
                    <a:pt x="30146" y="72860"/>
                    <a:pt x="34540" y="58812"/>
                    <a:pt x="43259" y="47502"/>
                  </a:cubicBezTo>
                  <a:cubicBezTo>
                    <a:pt x="50928" y="37841"/>
                    <a:pt x="62690" y="32335"/>
                    <a:pt x="75030" y="32626"/>
                  </a:cubicBezTo>
                  <a:lnTo>
                    <a:pt x="92262" y="32626"/>
                  </a:lnTo>
                  <a:lnTo>
                    <a:pt x="92262" y="5"/>
                  </a:lnTo>
                  <a:lnTo>
                    <a:pt x="81492" y="5"/>
                  </a:lnTo>
                  <a:cubicBezTo>
                    <a:pt x="70982" y="-138"/>
                    <a:pt x="60670" y="2859"/>
                    <a:pt x="51875" y="8608"/>
                  </a:cubicBezTo>
                  <a:cubicBezTo>
                    <a:pt x="42577" y="15061"/>
                    <a:pt x="35294" y="24009"/>
                    <a:pt x="30873" y="34418"/>
                  </a:cubicBezTo>
                  <a:lnTo>
                    <a:pt x="30873" y="3052"/>
                  </a:lnTo>
                  <a:lnTo>
                    <a:pt x="0" y="3052"/>
                  </a:lnTo>
                  <a:lnTo>
                    <a:pt x="0" y="184080"/>
                  </a:lnTo>
                  <a:lnTo>
                    <a:pt x="30873" y="184080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5" name="Forma libre 183">
              <a:extLst>
                <a:ext uri="{FF2B5EF4-FFF2-40B4-BE49-F238E27FC236}">
                  <a16:creationId xmlns:a16="http://schemas.microsoft.com/office/drawing/2014/main" id="{C290246E-3A22-B65E-6C2E-8EC160A89CD8}"/>
                </a:ext>
              </a:extLst>
            </p:cNvPr>
            <p:cNvSpPr/>
            <p:nvPr/>
          </p:nvSpPr>
          <p:spPr>
            <a:xfrm>
              <a:off x="11457752" y="585980"/>
              <a:ext cx="43316" cy="44610"/>
            </a:xfrm>
            <a:custGeom>
              <a:avLst/>
              <a:gdLst>
                <a:gd name="connsiteX0" fmla="*/ 127644 w 182416"/>
                <a:gd name="connsiteY0" fmla="*/ 181041 h 187864"/>
                <a:gd name="connsiteX1" fmla="*/ 156544 w 182416"/>
                <a:gd name="connsiteY1" fmla="*/ 161683 h 187864"/>
                <a:gd name="connsiteX2" fmla="*/ 175570 w 182416"/>
                <a:gd name="connsiteY2" fmla="*/ 131930 h 187864"/>
                <a:gd name="connsiteX3" fmla="*/ 182391 w 182416"/>
                <a:gd name="connsiteY3" fmla="*/ 93574 h 187864"/>
                <a:gd name="connsiteX4" fmla="*/ 170544 w 182416"/>
                <a:gd name="connsiteY4" fmla="*/ 44643 h 187864"/>
                <a:gd name="connsiteX5" fmla="*/ 138055 w 182416"/>
                <a:gd name="connsiteY5" fmla="*/ 11842 h 187864"/>
                <a:gd name="connsiteX6" fmla="*/ 91206 w 182416"/>
                <a:gd name="connsiteY6" fmla="*/ 13 h 187864"/>
                <a:gd name="connsiteX7" fmla="*/ 55307 w 182416"/>
                <a:gd name="connsiteY7" fmla="*/ 6645 h 187864"/>
                <a:gd name="connsiteX8" fmla="*/ 26228 w 182416"/>
                <a:gd name="connsiteY8" fmla="*/ 25823 h 187864"/>
                <a:gd name="connsiteX9" fmla="*/ 6842 w 182416"/>
                <a:gd name="connsiteY9" fmla="*/ 55755 h 187864"/>
                <a:gd name="connsiteX10" fmla="*/ 21 w 182416"/>
                <a:gd name="connsiteY10" fmla="*/ 93574 h 187864"/>
                <a:gd name="connsiteX11" fmla="*/ 11868 w 182416"/>
                <a:gd name="connsiteY11" fmla="*/ 142863 h 187864"/>
                <a:gd name="connsiteX12" fmla="*/ 44357 w 182416"/>
                <a:gd name="connsiteY12" fmla="*/ 176022 h 187864"/>
                <a:gd name="connsiteX13" fmla="*/ 91206 w 182416"/>
                <a:gd name="connsiteY13" fmla="*/ 187851 h 187864"/>
                <a:gd name="connsiteX14" fmla="*/ 127644 w 182416"/>
                <a:gd name="connsiteY14" fmla="*/ 181041 h 187864"/>
                <a:gd name="connsiteX15" fmla="*/ 39331 w 182416"/>
                <a:gd name="connsiteY15" fmla="*/ 129242 h 187864"/>
                <a:gd name="connsiteX16" fmla="*/ 31613 w 182416"/>
                <a:gd name="connsiteY16" fmla="*/ 93395 h 187864"/>
                <a:gd name="connsiteX17" fmla="*/ 36101 w 182416"/>
                <a:gd name="connsiteY17" fmla="*/ 65792 h 187864"/>
                <a:gd name="connsiteX18" fmla="*/ 48665 w 182416"/>
                <a:gd name="connsiteY18" fmla="*/ 45001 h 187864"/>
                <a:gd name="connsiteX19" fmla="*/ 67692 w 182416"/>
                <a:gd name="connsiteY19" fmla="*/ 32096 h 187864"/>
                <a:gd name="connsiteX20" fmla="*/ 91206 w 182416"/>
                <a:gd name="connsiteY20" fmla="*/ 27615 h 187864"/>
                <a:gd name="connsiteX21" fmla="*/ 121901 w 182416"/>
                <a:gd name="connsiteY21" fmla="*/ 35502 h 187864"/>
                <a:gd name="connsiteX22" fmla="*/ 143261 w 182416"/>
                <a:gd name="connsiteY22" fmla="*/ 57906 h 187864"/>
                <a:gd name="connsiteX23" fmla="*/ 151159 w 182416"/>
                <a:gd name="connsiteY23" fmla="*/ 93036 h 187864"/>
                <a:gd name="connsiteX24" fmla="*/ 146671 w 182416"/>
                <a:gd name="connsiteY24" fmla="*/ 120818 h 187864"/>
                <a:gd name="connsiteX25" fmla="*/ 134106 w 182416"/>
                <a:gd name="connsiteY25" fmla="*/ 141788 h 187864"/>
                <a:gd name="connsiteX26" fmla="*/ 115080 w 182416"/>
                <a:gd name="connsiteY26" fmla="*/ 154872 h 187864"/>
                <a:gd name="connsiteX27" fmla="*/ 91206 w 182416"/>
                <a:gd name="connsiteY27" fmla="*/ 159353 h 187864"/>
                <a:gd name="connsiteX28" fmla="*/ 60692 w 182416"/>
                <a:gd name="connsiteY28" fmla="*/ 151467 h 187864"/>
                <a:gd name="connsiteX29" fmla="*/ 39331 w 182416"/>
                <a:gd name="connsiteY29" fmla="*/ 129242 h 18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2416" h="187864">
                  <a:moveTo>
                    <a:pt x="127644" y="181041"/>
                  </a:moveTo>
                  <a:cubicBezTo>
                    <a:pt x="138513" y="176649"/>
                    <a:pt x="148354" y="170058"/>
                    <a:pt x="156544" y="161683"/>
                  </a:cubicBezTo>
                  <a:cubicBezTo>
                    <a:pt x="164801" y="153125"/>
                    <a:pt x="171267" y="143011"/>
                    <a:pt x="175570" y="131930"/>
                  </a:cubicBezTo>
                  <a:cubicBezTo>
                    <a:pt x="180246" y="119688"/>
                    <a:pt x="182562" y="106676"/>
                    <a:pt x="182391" y="93574"/>
                  </a:cubicBezTo>
                  <a:cubicBezTo>
                    <a:pt x="182782" y="76511"/>
                    <a:pt x="178698" y="59645"/>
                    <a:pt x="170544" y="44643"/>
                  </a:cubicBezTo>
                  <a:cubicBezTo>
                    <a:pt x="162929" y="30940"/>
                    <a:pt x="151693" y="19594"/>
                    <a:pt x="138055" y="11842"/>
                  </a:cubicBezTo>
                  <a:cubicBezTo>
                    <a:pt x="123763" y="3822"/>
                    <a:pt x="107595" y="-260"/>
                    <a:pt x="91206" y="13"/>
                  </a:cubicBezTo>
                  <a:cubicBezTo>
                    <a:pt x="78924" y="-81"/>
                    <a:pt x="66741" y="2168"/>
                    <a:pt x="55307" y="6645"/>
                  </a:cubicBezTo>
                  <a:cubicBezTo>
                    <a:pt x="44366" y="10919"/>
                    <a:pt x="34458" y="17453"/>
                    <a:pt x="26228" y="25823"/>
                  </a:cubicBezTo>
                  <a:cubicBezTo>
                    <a:pt x="17765" y="34354"/>
                    <a:pt x="11164" y="44548"/>
                    <a:pt x="6842" y="55755"/>
                  </a:cubicBezTo>
                  <a:cubicBezTo>
                    <a:pt x="2216" y="67822"/>
                    <a:pt x="-100" y="80651"/>
                    <a:pt x="21" y="93574"/>
                  </a:cubicBezTo>
                  <a:cubicBezTo>
                    <a:pt x="-333" y="110744"/>
                    <a:pt x="3746" y="127723"/>
                    <a:pt x="11868" y="142863"/>
                  </a:cubicBezTo>
                  <a:cubicBezTo>
                    <a:pt x="19403" y="156714"/>
                    <a:pt x="30653" y="168198"/>
                    <a:pt x="44357" y="176022"/>
                  </a:cubicBezTo>
                  <a:cubicBezTo>
                    <a:pt x="58650" y="184043"/>
                    <a:pt x="74818" y="188125"/>
                    <a:pt x="91206" y="187851"/>
                  </a:cubicBezTo>
                  <a:cubicBezTo>
                    <a:pt x="103682" y="187973"/>
                    <a:pt x="116058" y="185660"/>
                    <a:pt x="127644" y="181041"/>
                  </a:cubicBezTo>
                  <a:close/>
                  <a:moveTo>
                    <a:pt x="39331" y="129242"/>
                  </a:moveTo>
                  <a:cubicBezTo>
                    <a:pt x="33893" y="118093"/>
                    <a:pt x="31241" y="105793"/>
                    <a:pt x="31613" y="93395"/>
                  </a:cubicBezTo>
                  <a:cubicBezTo>
                    <a:pt x="31456" y="84003"/>
                    <a:pt x="32973" y="74655"/>
                    <a:pt x="36101" y="65792"/>
                  </a:cubicBezTo>
                  <a:cubicBezTo>
                    <a:pt x="38838" y="58085"/>
                    <a:pt x="43110" y="51010"/>
                    <a:pt x="48665" y="45001"/>
                  </a:cubicBezTo>
                  <a:cubicBezTo>
                    <a:pt x="53956" y="39324"/>
                    <a:pt x="60458" y="34914"/>
                    <a:pt x="67692" y="32096"/>
                  </a:cubicBezTo>
                  <a:cubicBezTo>
                    <a:pt x="75177" y="29130"/>
                    <a:pt x="83156" y="27611"/>
                    <a:pt x="91206" y="27615"/>
                  </a:cubicBezTo>
                  <a:cubicBezTo>
                    <a:pt x="101967" y="27409"/>
                    <a:pt x="112576" y="30138"/>
                    <a:pt x="121901" y="35502"/>
                  </a:cubicBezTo>
                  <a:cubicBezTo>
                    <a:pt x="130983" y="40825"/>
                    <a:pt x="138383" y="48590"/>
                    <a:pt x="143261" y="57906"/>
                  </a:cubicBezTo>
                  <a:cubicBezTo>
                    <a:pt x="148776" y="68781"/>
                    <a:pt x="151486" y="80853"/>
                    <a:pt x="151159" y="93036"/>
                  </a:cubicBezTo>
                  <a:cubicBezTo>
                    <a:pt x="151307" y="102486"/>
                    <a:pt x="149786" y="111892"/>
                    <a:pt x="146671" y="120818"/>
                  </a:cubicBezTo>
                  <a:cubicBezTo>
                    <a:pt x="143956" y="128587"/>
                    <a:pt x="139680" y="135725"/>
                    <a:pt x="134106" y="141788"/>
                  </a:cubicBezTo>
                  <a:cubicBezTo>
                    <a:pt x="128789" y="147474"/>
                    <a:pt x="122296" y="151937"/>
                    <a:pt x="115080" y="154872"/>
                  </a:cubicBezTo>
                  <a:cubicBezTo>
                    <a:pt x="107491" y="157901"/>
                    <a:pt x="99383" y="159425"/>
                    <a:pt x="91206" y="159353"/>
                  </a:cubicBezTo>
                  <a:cubicBezTo>
                    <a:pt x="80513" y="159488"/>
                    <a:pt x="69976" y="156768"/>
                    <a:pt x="60692" y="151467"/>
                  </a:cubicBezTo>
                  <a:cubicBezTo>
                    <a:pt x="51591" y="146246"/>
                    <a:pt x="44182" y="138535"/>
                    <a:pt x="39331" y="129242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6" name="Forma libre 184">
              <a:extLst>
                <a:ext uri="{FF2B5EF4-FFF2-40B4-BE49-F238E27FC236}">
                  <a16:creationId xmlns:a16="http://schemas.microsoft.com/office/drawing/2014/main" id="{F4082C9A-D55B-4307-50E0-49FD42CC0BEE}"/>
                </a:ext>
              </a:extLst>
            </p:cNvPr>
            <p:cNvSpPr/>
            <p:nvPr/>
          </p:nvSpPr>
          <p:spPr>
            <a:xfrm>
              <a:off x="11503119" y="569640"/>
              <a:ext cx="24636" cy="60096"/>
            </a:xfrm>
            <a:custGeom>
              <a:avLst/>
              <a:gdLst>
                <a:gd name="connsiteX0" fmla="*/ 30156 w 103749"/>
                <a:gd name="connsiteY0" fmla="*/ 253080 h 253080"/>
                <a:gd name="connsiteX1" fmla="*/ 61029 w 103749"/>
                <a:gd name="connsiteY1" fmla="*/ 253080 h 253080"/>
                <a:gd name="connsiteX2" fmla="*/ 61029 w 103749"/>
                <a:gd name="connsiteY2" fmla="*/ 98221 h 253080"/>
                <a:gd name="connsiteX3" fmla="*/ 103750 w 103749"/>
                <a:gd name="connsiteY3" fmla="*/ 98221 h 253080"/>
                <a:gd name="connsiteX4" fmla="*/ 103750 w 103749"/>
                <a:gd name="connsiteY4" fmla="*/ 72053 h 253080"/>
                <a:gd name="connsiteX5" fmla="*/ 61029 w 103749"/>
                <a:gd name="connsiteY5" fmla="*/ 72053 h 253080"/>
                <a:gd name="connsiteX6" fmla="*/ 61029 w 103749"/>
                <a:gd name="connsiteY6" fmla="*/ 54846 h 253080"/>
                <a:gd name="connsiteX7" fmla="*/ 66773 w 103749"/>
                <a:gd name="connsiteY7" fmla="*/ 34413 h 253080"/>
                <a:gd name="connsiteX8" fmla="*/ 85441 w 103749"/>
                <a:gd name="connsiteY8" fmla="*/ 27244 h 253080"/>
                <a:gd name="connsiteX9" fmla="*/ 103750 w 103749"/>
                <a:gd name="connsiteY9" fmla="*/ 27244 h 253080"/>
                <a:gd name="connsiteX10" fmla="*/ 103750 w 103749"/>
                <a:gd name="connsiteY10" fmla="*/ 0 h 253080"/>
                <a:gd name="connsiteX11" fmla="*/ 82210 w 103749"/>
                <a:gd name="connsiteY11" fmla="*/ 0 h 253080"/>
                <a:gd name="connsiteX12" fmla="*/ 43259 w 103749"/>
                <a:gd name="connsiteY12" fmla="*/ 14877 h 253080"/>
                <a:gd name="connsiteX13" fmla="*/ 30156 w 103749"/>
                <a:gd name="connsiteY13" fmla="*/ 53412 h 253080"/>
                <a:gd name="connsiteX14" fmla="*/ 30156 w 103749"/>
                <a:gd name="connsiteY14" fmla="*/ 72053 h 253080"/>
                <a:gd name="connsiteX15" fmla="*/ 0 w 103749"/>
                <a:gd name="connsiteY15" fmla="*/ 72053 h 253080"/>
                <a:gd name="connsiteX16" fmla="*/ 0 w 103749"/>
                <a:gd name="connsiteY16" fmla="*/ 98221 h 253080"/>
                <a:gd name="connsiteX17" fmla="*/ 30156 w 103749"/>
                <a:gd name="connsiteY17" fmla="*/ 98221 h 253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3749" h="253080">
                  <a:moveTo>
                    <a:pt x="30156" y="253080"/>
                  </a:moveTo>
                  <a:lnTo>
                    <a:pt x="61029" y="253080"/>
                  </a:lnTo>
                  <a:lnTo>
                    <a:pt x="61029" y="98221"/>
                  </a:lnTo>
                  <a:lnTo>
                    <a:pt x="103750" y="98221"/>
                  </a:lnTo>
                  <a:lnTo>
                    <a:pt x="103750" y="72053"/>
                  </a:lnTo>
                  <a:lnTo>
                    <a:pt x="61029" y="72053"/>
                  </a:lnTo>
                  <a:lnTo>
                    <a:pt x="61029" y="54846"/>
                  </a:lnTo>
                  <a:cubicBezTo>
                    <a:pt x="60558" y="47582"/>
                    <a:pt x="62587" y="40373"/>
                    <a:pt x="66773" y="34413"/>
                  </a:cubicBezTo>
                  <a:cubicBezTo>
                    <a:pt x="71526" y="29233"/>
                    <a:pt x="78436" y="26581"/>
                    <a:pt x="85441" y="27244"/>
                  </a:cubicBezTo>
                  <a:lnTo>
                    <a:pt x="103750" y="27244"/>
                  </a:lnTo>
                  <a:lnTo>
                    <a:pt x="103750" y="0"/>
                  </a:lnTo>
                  <a:lnTo>
                    <a:pt x="82210" y="0"/>
                  </a:lnTo>
                  <a:cubicBezTo>
                    <a:pt x="64978" y="0"/>
                    <a:pt x="51996" y="4960"/>
                    <a:pt x="43259" y="14877"/>
                  </a:cubicBezTo>
                  <a:cubicBezTo>
                    <a:pt x="34217" y="25631"/>
                    <a:pt x="29541" y="39382"/>
                    <a:pt x="30156" y="53412"/>
                  </a:cubicBezTo>
                  <a:lnTo>
                    <a:pt x="30156" y="72053"/>
                  </a:lnTo>
                  <a:lnTo>
                    <a:pt x="0" y="72053"/>
                  </a:lnTo>
                  <a:lnTo>
                    <a:pt x="0" y="98221"/>
                  </a:lnTo>
                  <a:lnTo>
                    <a:pt x="30156" y="98221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7" name="Forma libre 185">
              <a:extLst>
                <a:ext uri="{FF2B5EF4-FFF2-40B4-BE49-F238E27FC236}">
                  <a16:creationId xmlns:a16="http://schemas.microsoft.com/office/drawing/2014/main" id="{DFCA3CBE-AD13-DC70-8B22-23610ED7DBE1}"/>
                </a:ext>
              </a:extLst>
            </p:cNvPr>
            <p:cNvSpPr/>
            <p:nvPr/>
          </p:nvSpPr>
          <p:spPr>
            <a:xfrm>
              <a:off x="11549397" y="572619"/>
              <a:ext cx="25489" cy="57124"/>
            </a:xfrm>
            <a:custGeom>
              <a:avLst/>
              <a:gdLst>
                <a:gd name="connsiteX0" fmla="*/ 33746 w 107340"/>
                <a:gd name="connsiteY0" fmla="*/ 187122 h 240566"/>
                <a:gd name="connsiteX1" fmla="*/ 39490 w 107340"/>
                <a:gd name="connsiteY1" fmla="*/ 214903 h 240566"/>
                <a:gd name="connsiteX2" fmla="*/ 56901 w 107340"/>
                <a:gd name="connsiteY2" fmla="*/ 233723 h 240566"/>
                <a:gd name="connsiteX3" fmla="*/ 85800 w 107340"/>
                <a:gd name="connsiteY3" fmla="*/ 240534 h 240566"/>
                <a:gd name="connsiteX4" fmla="*/ 107340 w 107340"/>
                <a:gd name="connsiteY4" fmla="*/ 240534 h 240566"/>
                <a:gd name="connsiteX5" fmla="*/ 107340 w 107340"/>
                <a:gd name="connsiteY5" fmla="*/ 213290 h 240566"/>
                <a:gd name="connsiteX6" fmla="*/ 88672 w 107340"/>
                <a:gd name="connsiteY6" fmla="*/ 213290 h 240566"/>
                <a:gd name="connsiteX7" fmla="*/ 70363 w 107340"/>
                <a:gd name="connsiteY7" fmla="*/ 205941 h 240566"/>
                <a:gd name="connsiteX8" fmla="*/ 64619 w 107340"/>
                <a:gd name="connsiteY8" fmla="*/ 184612 h 240566"/>
                <a:gd name="connsiteX9" fmla="*/ 64619 w 107340"/>
                <a:gd name="connsiteY9" fmla="*/ 85675 h 240566"/>
                <a:gd name="connsiteX10" fmla="*/ 107340 w 107340"/>
                <a:gd name="connsiteY10" fmla="*/ 85675 h 240566"/>
                <a:gd name="connsiteX11" fmla="*/ 107340 w 107340"/>
                <a:gd name="connsiteY11" fmla="*/ 59506 h 240566"/>
                <a:gd name="connsiteX12" fmla="*/ 64619 w 107340"/>
                <a:gd name="connsiteY12" fmla="*/ 59506 h 240566"/>
                <a:gd name="connsiteX13" fmla="*/ 64619 w 107340"/>
                <a:gd name="connsiteY13" fmla="*/ 0 h 240566"/>
                <a:gd name="connsiteX14" fmla="*/ 33746 w 107340"/>
                <a:gd name="connsiteY14" fmla="*/ 20074 h 240566"/>
                <a:gd name="connsiteX15" fmla="*/ 33746 w 107340"/>
                <a:gd name="connsiteY15" fmla="*/ 59506 h 240566"/>
                <a:gd name="connsiteX16" fmla="*/ 0 w 107340"/>
                <a:gd name="connsiteY16" fmla="*/ 59506 h 240566"/>
                <a:gd name="connsiteX17" fmla="*/ 0 w 107340"/>
                <a:gd name="connsiteY17" fmla="*/ 85675 h 240566"/>
                <a:gd name="connsiteX18" fmla="*/ 33746 w 107340"/>
                <a:gd name="connsiteY18" fmla="*/ 85675 h 24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340" h="240566">
                  <a:moveTo>
                    <a:pt x="33746" y="187122"/>
                  </a:moveTo>
                  <a:cubicBezTo>
                    <a:pt x="33539" y="196697"/>
                    <a:pt x="35500" y="206192"/>
                    <a:pt x="39490" y="214903"/>
                  </a:cubicBezTo>
                  <a:cubicBezTo>
                    <a:pt x="43232" y="222807"/>
                    <a:pt x="49308" y="229376"/>
                    <a:pt x="56901" y="233723"/>
                  </a:cubicBezTo>
                  <a:cubicBezTo>
                    <a:pt x="65755" y="238522"/>
                    <a:pt x="75730" y="240874"/>
                    <a:pt x="85800" y="240534"/>
                  </a:cubicBezTo>
                  <a:lnTo>
                    <a:pt x="107340" y="240534"/>
                  </a:lnTo>
                  <a:lnTo>
                    <a:pt x="107340" y="213290"/>
                  </a:lnTo>
                  <a:lnTo>
                    <a:pt x="88672" y="213290"/>
                  </a:lnTo>
                  <a:cubicBezTo>
                    <a:pt x="81743" y="213895"/>
                    <a:pt x="74945" y="211166"/>
                    <a:pt x="70363" y="205941"/>
                  </a:cubicBezTo>
                  <a:cubicBezTo>
                    <a:pt x="66123" y="199668"/>
                    <a:pt x="64099" y="192163"/>
                    <a:pt x="64619" y="184612"/>
                  </a:cubicBezTo>
                  <a:lnTo>
                    <a:pt x="64619" y="85675"/>
                  </a:lnTo>
                  <a:lnTo>
                    <a:pt x="107340" y="85675"/>
                  </a:lnTo>
                  <a:lnTo>
                    <a:pt x="107340" y="59506"/>
                  </a:lnTo>
                  <a:lnTo>
                    <a:pt x="64619" y="59506"/>
                  </a:lnTo>
                  <a:lnTo>
                    <a:pt x="64619" y="0"/>
                  </a:lnTo>
                  <a:lnTo>
                    <a:pt x="33746" y="20074"/>
                  </a:lnTo>
                  <a:lnTo>
                    <a:pt x="33746" y="59506"/>
                  </a:lnTo>
                  <a:lnTo>
                    <a:pt x="0" y="59506"/>
                  </a:lnTo>
                  <a:lnTo>
                    <a:pt x="0" y="85675"/>
                  </a:lnTo>
                  <a:lnTo>
                    <a:pt x="33746" y="85675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8" name="Forma libre 186">
              <a:extLst>
                <a:ext uri="{FF2B5EF4-FFF2-40B4-BE49-F238E27FC236}">
                  <a16:creationId xmlns:a16="http://schemas.microsoft.com/office/drawing/2014/main" id="{109CEB74-38ED-C025-B106-457CA78E3B5E}"/>
                </a:ext>
              </a:extLst>
            </p:cNvPr>
            <p:cNvSpPr/>
            <p:nvPr/>
          </p:nvSpPr>
          <p:spPr>
            <a:xfrm>
              <a:off x="11580533" y="570151"/>
              <a:ext cx="36554" cy="59585"/>
            </a:xfrm>
            <a:custGeom>
              <a:avLst/>
              <a:gdLst>
                <a:gd name="connsiteX0" fmla="*/ 79697 w 153939"/>
                <a:gd name="connsiteY0" fmla="*/ 94278 h 250929"/>
                <a:gd name="connsiteX1" fmla="*/ 111109 w 153939"/>
                <a:gd name="connsiteY1" fmla="*/ 107183 h 250929"/>
                <a:gd name="connsiteX2" fmla="*/ 123136 w 153939"/>
                <a:gd name="connsiteY2" fmla="*/ 142313 h 250929"/>
                <a:gd name="connsiteX3" fmla="*/ 123136 w 153939"/>
                <a:gd name="connsiteY3" fmla="*/ 250929 h 250929"/>
                <a:gd name="connsiteX4" fmla="*/ 153920 w 153939"/>
                <a:gd name="connsiteY4" fmla="*/ 250929 h 250929"/>
                <a:gd name="connsiteX5" fmla="*/ 153920 w 153939"/>
                <a:gd name="connsiteY5" fmla="*/ 137653 h 250929"/>
                <a:gd name="connsiteX6" fmla="*/ 145304 w 153939"/>
                <a:gd name="connsiteY6" fmla="*/ 100013 h 250929"/>
                <a:gd name="connsiteX7" fmla="*/ 121251 w 153939"/>
                <a:gd name="connsiteY7" fmla="*/ 75279 h 250929"/>
                <a:gd name="connsiteX8" fmla="*/ 86069 w 153939"/>
                <a:gd name="connsiteY8" fmla="*/ 66675 h 250929"/>
                <a:gd name="connsiteX9" fmla="*/ 50888 w 153939"/>
                <a:gd name="connsiteY9" fmla="*/ 76175 h 250929"/>
                <a:gd name="connsiteX10" fmla="*/ 30784 w 153939"/>
                <a:gd name="connsiteY10" fmla="*/ 97952 h 250929"/>
                <a:gd name="connsiteX11" fmla="*/ 30784 w 153939"/>
                <a:gd name="connsiteY11" fmla="*/ 0 h 250929"/>
                <a:gd name="connsiteX12" fmla="*/ 0 w 153939"/>
                <a:gd name="connsiteY12" fmla="*/ 0 h 250929"/>
                <a:gd name="connsiteX13" fmla="*/ 0 w 153939"/>
                <a:gd name="connsiteY13" fmla="*/ 250929 h 250929"/>
                <a:gd name="connsiteX14" fmla="*/ 30874 w 153939"/>
                <a:gd name="connsiteY14" fmla="*/ 250929 h 250929"/>
                <a:gd name="connsiteX15" fmla="*/ 30874 w 153939"/>
                <a:gd name="connsiteY15" fmla="*/ 143388 h 250929"/>
                <a:gd name="connsiteX16" fmla="*/ 44336 w 153939"/>
                <a:gd name="connsiteY16" fmla="*/ 107541 h 250929"/>
                <a:gd name="connsiteX17" fmla="*/ 79697 w 153939"/>
                <a:gd name="connsiteY17" fmla="*/ 94278 h 2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3939" h="250929">
                  <a:moveTo>
                    <a:pt x="79697" y="94278"/>
                  </a:moveTo>
                  <a:cubicBezTo>
                    <a:pt x="91548" y="93825"/>
                    <a:pt x="103010" y="98535"/>
                    <a:pt x="111109" y="107183"/>
                  </a:cubicBezTo>
                  <a:cubicBezTo>
                    <a:pt x="119550" y="116879"/>
                    <a:pt x="123867" y="129484"/>
                    <a:pt x="123136" y="142313"/>
                  </a:cubicBezTo>
                  <a:lnTo>
                    <a:pt x="123136" y="250929"/>
                  </a:lnTo>
                  <a:lnTo>
                    <a:pt x="153920" y="250929"/>
                  </a:lnTo>
                  <a:lnTo>
                    <a:pt x="153920" y="137653"/>
                  </a:lnTo>
                  <a:cubicBezTo>
                    <a:pt x="154216" y="124586"/>
                    <a:pt x="151254" y="111655"/>
                    <a:pt x="145304" y="100013"/>
                  </a:cubicBezTo>
                  <a:cubicBezTo>
                    <a:pt x="139896" y="89586"/>
                    <a:pt x="131527" y="80983"/>
                    <a:pt x="121251" y="75279"/>
                  </a:cubicBezTo>
                  <a:cubicBezTo>
                    <a:pt x="110468" y="69413"/>
                    <a:pt x="98347" y="66451"/>
                    <a:pt x="86069" y="66675"/>
                  </a:cubicBezTo>
                  <a:cubicBezTo>
                    <a:pt x="73702" y="66644"/>
                    <a:pt x="61554" y="69924"/>
                    <a:pt x="50888" y="76175"/>
                  </a:cubicBezTo>
                  <a:cubicBezTo>
                    <a:pt x="42209" y="81328"/>
                    <a:pt x="35222" y="88896"/>
                    <a:pt x="30784" y="97952"/>
                  </a:cubicBezTo>
                  <a:lnTo>
                    <a:pt x="30784" y="0"/>
                  </a:lnTo>
                  <a:lnTo>
                    <a:pt x="0" y="0"/>
                  </a:lnTo>
                  <a:lnTo>
                    <a:pt x="0" y="250929"/>
                  </a:lnTo>
                  <a:lnTo>
                    <a:pt x="30874" y="250929"/>
                  </a:lnTo>
                  <a:lnTo>
                    <a:pt x="30874" y="143388"/>
                  </a:lnTo>
                  <a:cubicBezTo>
                    <a:pt x="30142" y="130084"/>
                    <a:pt x="35025" y="117085"/>
                    <a:pt x="44336" y="107541"/>
                  </a:cubicBezTo>
                  <a:cubicBezTo>
                    <a:pt x="53854" y="98543"/>
                    <a:pt x="66603" y="93762"/>
                    <a:pt x="79697" y="94278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9" name="Forma libre 187">
              <a:extLst>
                <a:ext uri="{FF2B5EF4-FFF2-40B4-BE49-F238E27FC236}">
                  <a16:creationId xmlns:a16="http://schemas.microsoft.com/office/drawing/2014/main" id="{AC234EA1-BC20-2903-1D2D-AE31018C0E26}"/>
                </a:ext>
              </a:extLst>
            </p:cNvPr>
            <p:cNvSpPr/>
            <p:nvPr/>
          </p:nvSpPr>
          <p:spPr>
            <a:xfrm>
              <a:off x="11624195" y="585938"/>
              <a:ext cx="40290" cy="44572"/>
            </a:xfrm>
            <a:custGeom>
              <a:avLst/>
              <a:gdLst>
                <a:gd name="connsiteX0" fmla="*/ 158880 w 169671"/>
                <a:gd name="connsiteY0" fmla="*/ 43388 h 187705"/>
                <a:gd name="connsiteX1" fmla="*/ 129442 w 169671"/>
                <a:gd name="connsiteY1" fmla="*/ 11305 h 187705"/>
                <a:gd name="connsiteX2" fmla="*/ 86722 w 169671"/>
                <a:gd name="connsiteY2" fmla="*/ 13 h 187705"/>
                <a:gd name="connsiteX3" fmla="*/ 51899 w 169671"/>
                <a:gd name="connsiteY3" fmla="*/ 6645 h 187705"/>
                <a:gd name="connsiteX4" fmla="*/ 24436 w 169671"/>
                <a:gd name="connsiteY4" fmla="*/ 25465 h 187705"/>
                <a:gd name="connsiteX5" fmla="*/ 6486 w 169671"/>
                <a:gd name="connsiteY5" fmla="*/ 54859 h 187705"/>
                <a:gd name="connsiteX6" fmla="*/ 24 w 169671"/>
                <a:gd name="connsiteY6" fmla="*/ 93574 h 187705"/>
                <a:gd name="connsiteX7" fmla="*/ 11512 w 169671"/>
                <a:gd name="connsiteY7" fmla="*/ 142864 h 187705"/>
                <a:gd name="connsiteX8" fmla="*/ 87799 w 169671"/>
                <a:gd name="connsiteY8" fmla="*/ 187673 h 187705"/>
                <a:gd name="connsiteX9" fmla="*/ 117775 w 169671"/>
                <a:gd name="connsiteY9" fmla="*/ 183192 h 187705"/>
                <a:gd name="connsiteX10" fmla="*/ 144699 w 169671"/>
                <a:gd name="connsiteY10" fmla="*/ 169032 h 187705"/>
                <a:gd name="connsiteX11" fmla="*/ 166239 w 169671"/>
                <a:gd name="connsiteY11" fmla="*/ 142505 h 187705"/>
                <a:gd name="connsiteX12" fmla="*/ 142905 w 169671"/>
                <a:gd name="connsiteY12" fmla="*/ 128167 h 187705"/>
                <a:gd name="connsiteX13" fmla="*/ 128186 w 169671"/>
                <a:gd name="connsiteY13" fmla="*/ 146449 h 187705"/>
                <a:gd name="connsiteX14" fmla="*/ 109697 w 169671"/>
                <a:gd name="connsiteY14" fmla="*/ 156844 h 187705"/>
                <a:gd name="connsiteX15" fmla="*/ 88337 w 169671"/>
                <a:gd name="connsiteY15" fmla="*/ 160071 h 187705"/>
                <a:gd name="connsiteX16" fmla="*/ 58899 w 169671"/>
                <a:gd name="connsiteY16" fmla="*/ 152543 h 187705"/>
                <a:gd name="connsiteX17" fmla="*/ 38616 w 169671"/>
                <a:gd name="connsiteY17" fmla="*/ 130138 h 187705"/>
                <a:gd name="connsiteX18" fmla="*/ 31212 w 169671"/>
                <a:gd name="connsiteY18" fmla="*/ 100564 h 187705"/>
                <a:gd name="connsiteX19" fmla="*/ 169291 w 169671"/>
                <a:gd name="connsiteY19" fmla="*/ 100564 h 187705"/>
                <a:gd name="connsiteX20" fmla="*/ 169650 w 169671"/>
                <a:gd name="connsiteY20" fmla="*/ 96084 h 187705"/>
                <a:gd name="connsiteX21" fmla="*/ 169650 w 169671"/>
                <a:gd name="connsiteY21" fmla="*/ 91603 h 187705"/>
                <a:gd name="connsiteX22" fmla="*/ 158880 w 169671"/>
                <a:gd name="connsiteY22" fmla="*/ 43388 h 187705"/>
                <a:gd name="connsiteX23" fmla="*/ 46155 w 169671"/>
                <a:gd name="connsiteY23" fmla="*/ 44285 h 187705"/>
                <a:gd name="connsiteX24" fmla="*/ 63567 w 169671"/>
                <a:gd name="connsiteY24" fmla="*/ 30842 h 187705"/>
                <a:gd name="connsiteX25" fmla="*/ 86363 w 169671"/>
                <a:gd name="connsiteY25" fmla="*/ 26361 h 187705"/>
                <a:gd name="connsiteX26" fmla="*/ 123698 w 169671"/>
                <a:gd name="connsiteY26" fmla="*/ 42671 h 187705"/>
                <a:gd name="connsiteX27" fmla="*/ 137475 w 169671"/>
                <a:gd name="connsiteY27" fmla="*/ 76905 h 187705"/>
                <a:gd name="connsiteX28" fmla="*/ 32334 w 169671"/>
                <a:gd name="connsiteY28" fmla="*/ 76905 h 187705"/>
                <a:gd name="connsiteX29" fmla="*/ 35026 w 169671"/>
                <a:gd name="connsiteY29" fmla="*/ 65255 h 187705"/>
                <a:gd name="connsiteX30" fmla="*/ 46335 w 169671"/>
                <a:gd name="connsiteY30" fmla="*/ 44464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671" h="187705">
                  <a:moveTo>
                    <a:pt x="158880" y="43388"/>
                  </a:moveTo>
                  <a:cubicBezTo>
                    <a:pt x="152279" y="30147"/>
                    <a:pt x="142074" y="19030"/>
                    <a:pt x="129442" y="11305"/>
                  </a:cubicBezTo>
                  <a:cubicBezTo>
                    <a:pt x="116532" y="3647"/>
                    <a:pt x="101737" y="-260"/>
                    <a:pt x="86722" y="13"/>
                  </a:cubicBezTo>
                  <a:cubicBezTo>
                    <a:pt x="74785" y="-143"/>
                    <a:pt x="62938" y="2115"/>
                    <a:pt x="51899" y="6645"/>
                  </a:cubicBezTo>
                  <a:cubicBezTo>
                    <a:pt x="41520" y="10920"/>
                    <a:pt x="32163" y="17336"/>
                    <a:pt x="24436" y="25465"/>
                  </a:cubicBezTo>
                  <a:cubicBezTo>
                    <a:pt x="16502" y="33934"/>
                    <a:pt x="10390" y="43939"/>
                    <a:pt x="6486" y="54859"/>
                  </a:cubicBezTo>
                  <a:cubicBezTo>
                    <a:pt x="2017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60" y="186167"/>
                    <a:pt x="117775" y="183192"/>
                  </a:cubicBezTo>
                  <a:cubicBezTo>
                    <a:pt x="127522" y="180113"/>
                    <a:pt x="136640" y="175314"/>
                    <a:pt x="144699" y="169032"/>
                  </a:cubicBezTo>
                  <a:cubicBezTo>
                    <a:pt x="153683" y="161818"/>
                    <a:pt x="161025" y="152776"/>
                    <a:pt x="166239" y="142505"/>
                  </a:cubicBezTo>
                  <a:lnTo>
                    <a:pt x="142905" y="128167"/>
                  </a:lnTo>
                  <a:cubicBezTo>
                    <a:pt x="139023" y="135018"/>
                    <a:pt x="134051" y="141193"/>
                    <a:pt x="128186" y="146449"/>
                  </a:cubicBezTo>
                  <a:cubicBezTo>
                    <a:pt x="122801" y="151140"/>
                    <a:pt x="116509" y="154680"/>
                    <a:pt x="109697" y="156844"/>
                  </a:cubicBezTo>
                  <a:cubicBezTo>
                    <a:pt x="102787" y="159009"/>
                    <a:pt x="95580" y="160097"/>
                    <a:pt x="88337" y="160071"/>
                  </a:cubicBezTo>
                  <a:cubicBezTo>
                    <a:pt x="78016" y="160312"/>
                    <a:pt x="67834" y="157705"/>
                    <a:pt x="58899" y="152543"/>
                  </a:cubicBezTo>
                  <a:cubicBezTo>
                    <a:pt x="50154" y="147139"/>
                    <a:pt x="43122" y="139373"/>
                    <a:pt x="38616" y="130138"/>
                  </a:cubicBezTo>
                  <a:cubicBezTo>
                    <a:pt x="34124" y="120899"/>
                    <a:pt x="31602" y="110830"/>
                    <a:pt x="31212" y="100564"/>
                  </a:cubicBezTo>
                  <a:lnTo>
                    <a:pt x="169291" y="100564"/>
                  </a:lnTo>
                  <a:cubicBezTo>
                    <a:pt x="169551" y="99086"/>
                    <a:pt x="169672" y="97585"/>
                    <a:pt x="169650" y="96084"/>
                  </a:cubicBezTo>
                  <a:lnTo>
                    <a:pt x="169650" y="91603"/>
                  </a:lnTo>
                  <a:cubicBezTo>
                    <a:pt x="169995" y="74902"/>
                    <a:pt x="166302" y="58359"/>
                    <a:pt x="158880" y="43388"/>
                  </a:cubicBezTo>
                  <a:close/>
                  <a:moveTo>
                    <a:pt x="46155" y="44285"/>
                  </a:moveTo>
                  <a:cubicBezTo>
                    <a:pt x="50768" y="38446"/>
                    <a:pt x="56746" y="33831"/>
                    <a:pt x="63567" y="30842"/>
                  </a:cubicBezTo>
                  <a:cubicBezTo>
                    <a:pt x="70769" y="27768"/>
                    <a:pt x="78532" y="26245"/>
                    <a:pt x="86363" y="26361"/>
                  </a:cubicBezTo>
                  <a:cubicBezTo>
                    <a:pt x="100615" y="25994"/>
                    <a:pt x="114297" y="31971"/>
                    <a:pt x="123698" y="42671"/>
                  </a:cubicBezTo>
                  <a:cubicBezTo>
                    <a:pt x="131713" y="52395"/>
                    <a:pt x="136524" y="64350"/>
                    <a:pt x="137475" y="76905"/>
                  </a:cubicBezTo>
                  <a:lnTo>
                    <a:pt x="32334" y="76905"/>
                  </a:lnTo>
                  <a:cubicBezTo>
                    <a:pt x="32940" y="72962"/>
                    <a:pt x="33842" y="69068"/>
                    <a:pt x="35026" y="65255"/>
                  </a:cubicBezTo>
                  <a:cubicBezTo>
                    <a:pt x="37441" y="57673"/>
                    <a:pt x="41277" y="50616"/>
                    <a:pt x="46335" y="44464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0" name="Forma libre 188">
              <a:extLst>
                <a:ext uri="{FF2B5EF4-FFF2-40B4-BE49-F238E27FC236}">
                  <a16:creationId xmlns:a16="http://schemas.microsoft.com/office/drawing/2014/main" id="{E5A19B89-4F90-D125-18A6-9256BBF43DC6}"/>
                </a:ext>
              </a:extLst>
            </p:cNvPr>
            <p:cNvSpPr/>
            <p:nvPr/>
          </p:nvSpPr>
          <p:spPr>
            <a:xfrm>
              <a:off x="11058558" y="660592"/>
              <a:ext cx="7672" cy="59585"/>
            </a:xfrm>
            <a:custGeom>
              <a:avLst/>
              <a:gdLst>
                <a:gd name="connsiteX0" fmla="*/ 0 w 32309"/>
                <a:gd name="connsiteY0" fmla="*/ 0 h 250929"/>
                <a:gd name="connsiteX1" fmla="*/ 32310 w 32309"/>
                <a:gd name="connsiteY1" fmla="*/ 0 h 250929"/>
                <a:gd name="connsiteX2" fmla="*/ 32310 w 32309"/>
                <a:gd name="connsiteY2" fmla="*/ 250929 h 250929"/>
                <a:gd name="connsiteX3" fmla="*/ 0 w 32309"/>
                <a:gd name="connsiteY3" fmla="*/ 250929 h 2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09" h="250929">
                  <a:moveTo>
                    <a:pt x="0" y="0"/>
                  </a:moveTo>
                  <a:lnTo>
                    <a:pt x="32310" y="0"/>
                  </a:lnTo>
                  <a:lnTo>
                    <a:pt x="32310" y="250929"/>
                  </a:lnTo>
                  <a:lnTo>
                    <a:pt x="0" y="250929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1" name="Forma libre 189">
              <a:extLst>
                <a:ext uri="{FF2B5EF4-FFF2-40B4-BE49-F238E27FC236}">
                  <a16:creationId xmlns:a16="http://schemas.microsoft.com/office/drawing/2014/main" id="{D8261F0F-7751-50F4-A841-150B8957EA2B}"/>
                </a:ext>
              </a:extLst>
            </p:cNvPr>
            <p:cNvSpPr/>
            <p:nvPr/>
          </p:nvSpPr>
          <p:spPr>
            <a:xfrm>
              <a:off x="11076630" y="660593"/>
              <a:ext cx="42415" cy="60361"/>
            </a:xfrm>
            <a:custGeom>
              <a:avLst/>
              <a:gdLst>
                <a:gd name="connsiteX0" fmla="*/ 137136 w 178621"/>
                <a:gd name="connsiteY0" fmla="*/ 78505 h 254195"/>
                <a:gd name="connsiteX1" fmla="*/ 94057 w 178621"/>
                <a:gd name="connsiteY1" fmla="*/ 66675 h 254195"/>
                <a:gd name="connsiteX2" fmla="*/ 59952 w 178621"/>
                <a:gd name="connsiteY2" fmla="*/ 74741 h 254195"/>
                <a:gd name="connsiteX3" fmla="*/ 36079 w 178621"/>
                <a:gd name="connsiteY3" fmla="*/ 96249 h 254195"/>
                <a:gd name="connsiteX4" fmla="*/ 30874 w 178621"/>
                <a:gd name="connsiteY4" fmla="*/ 104628 h 254195"/>
                <a:gd name="connsiteX5" fmla="*/ 30874 w 178621"/>
                <a:gd name="connsiteY5" fmla="*/ 0 h 254195"/>
                <a:gd name="connsiteX6" fmla="*/ 0 w 178621"/>
                <a:gd name="connsiteY6" fmla="*/ 0 h 254195"/>
                <a:gd name="connsiteX7" fmla="*/ 0 w 178621"/>
                <a:gd name="connsiteY7" fmla="*/ 250929 h 254195"/>
                <a:gd name="connsiteX8" fmla="*/ 30874 w 178621"/>
                <a:gd name="connsiteY8" fmla="*/ 250929 h 254195"/>
                <a:gd name="connsiteX9" fmla="*/ 30874 w 178621"/>
                <a:gd name="connsiteY9" fmla="*/ 216337 h 254195"/>
                <a:gd name="connsiteX10" fmla="*/ 35900 w 178621"/>
                <a:gd name="connsiteY10" fmla="*/ 224582 h 254195"/>
                <a:gd name="connsiteX11" fmla="*/ 94236 w 178621"/>
                <a:gd name="connsiteY11" fmla="*/ 254156 h 254195"/>
                <a:gd name="connsiteX12" fmla="*/ 127444 w 178621"/>
                <a:gd name="connsiteY12" fmla="*/ 247345 h 254195"/>
                <a:gd name="connsiteX13" fmla="*/ 154368 w 178621"/>
                <a:gd name="connsiteY13" fmla="*/ 227987 h 254195"/>
                <a:gd name="connsiteX14" fmla="*/ 172318 w 178621"/>
                <a:gd name="connsiteY14" fmla="*/ 198234 h 254195"/>
                <a:gd name="connsiteX15" fmla="*/ 178600 w 178621"/>
                <a:gd name="connsiteY15" fmla="*/ 160236 h 254195"/>
                <a:gd name="connsiteX16" fmla="*/ 167651 w 178621"/>
                <a:gd name="connsiteY16" fmla="*/ 111484 h 254195"/>
                <a:gd name="connsiteX17" fmla="*/ 137136 w 178621"/>
                <a:gd name="connsiteY17" fmla="*/ 78505 h 254195"/>
                <a:gd name="connsiteX18" fmla="*/ 142701 w 178621"/>
                <a:gd name="connsiteY18" fmla="*/ 188018 h 254195"/>
                <a:gd name="connsiteX19" fmla="*/ 130675 w 178621"/>
                <a:gd name="connsiteY19" fmla="*/ 208809 h 254195"/>
                <a:gd name="connsiteX20" fmla="*/ 112007 w 178621"/>
                <a:gd name="connsiteY20" fmla="*/ 221714 h 254195"/>
                <a:gd name="connsiteX21" fmla="*/ 88672 w 178621"/>
                <a:gd name="connsiteY21" fmla="*/ 226195 h 254195"/>
                <a:gd name="connsiteX22" fmla="*/ 46490 w 178621"/>
                <a:gd name="connsiteY22" fmla="*/ 208809 h 254195"/>
                <a:gd name="connsiteX23" fmla="*/ 30156 w 178621"/>
                <a:gd name="connsiteY23" fmla="*/ 160236 h 254195"/>
                <a:gd name="connsiteX24" fmla="*/ 34643 w 178621"/>
                <a:gd name="connsiteY24" fmla="*/ 132813 h 254195"/>
                <a:gd name="connsiteX25" fmla="*/ 46849 w 178621"/>
                <a:gd name="connsiteY25" fmla="*/ 112022 h 254195"/>
                <a:gd name="connsiteX26" fmla="*/ 65337 w 178621"/>
                <a:gd name="connsiteY26" fmla="*/ 98938 h 254195"/>
                <a:gd name="connsiteX27" fmla="*/ 88851 w 178621"/>
                <a:gd name="connsiteY27" fmla="*/ 94457 h 254195"/>
                <a:gd name="connsiteX28" fmla="*/ 130675 w 178621"/>
                <a:gd name="connsiteY28" fmla="*/ 111843 h 254195"/>
                <a:gd name="connsiteX29" fmla="*/ 147009 w 178621"/>
                <a:gd name="connsiteY29" fmla="*/ 160057 h 254195"/>
                <a:gd name="connsiteX30" fmla="*/ 142701 w 178621"/>
                <a:gd name="connsiteY30" fmla="*/ 188018 h 25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8621" h="254195">
                  <a:moveTo>
                    <a:pt x="137136" y="78505"/>
                  </a:moveTo>
                  <a:cubicBezTo>
                    <a:pt x="124195" y="70551"/>
                    <a:pt x="109252" y="66447"/>
                    <a:pt x="94057" y="66675"/>
                  </a:cubicBezTo>
                  <a:cubicBezTo>
                    <a:pt x="82179" y="66357"/>
                    <a:pt x="70426" y="69140"/>
                    <a:pt x="59952" y="74741"/>
                  </a:cubicBezTo>
                  <a:cubicBezTo>
                    <a:pt x="50470" y="80015"/>
                    <a:pt x="42308" y="87368"/>
                    <a:pt x="36079" y="96249"/>
                  </a:cubicBezTo>
                  <a:cubicBezTo>
                    <a:pt x="34176" y="98933"/>
                    <a:pt x="32435" y="101734"/>
                    <a:pt x="30874" y="104628"/>
                  </a:cubicBezTo>
                  <a:lnTo>
                    <a:pt x="30874" y="0"/>
                  </a:lnTo>
                  <a:lnTo>
                    <a:pt x="0" y="0"/>
                  </a:lnTo>
                  <a:lnTo>
                    <a:pt x="0" y="250929"/>
                  </a:lnTo>
                  <a:lnTo>
                    <a:pt x="30874" y="250929"/>
                  </a:lnTo>
                  <a:lnTo>
                    <a:pt x="30874" y="216337"/>
                  </a:lnTo>
                  <a:cubicBezTo>
                    <a:pt x="32395" y="219178"/>
                    <a:pt x="34073" y="221929"/>
                    <a:pt x="35900" y="224582"/>
                  </a:cubicBezTo>
                  <a:cubicBezTo>
                    <a:pt x="48972" y="243787"/>
                    <a:pt x="70996" y="254953"/>
                    <a:pt x="94236" y="254156"/>
                  </a:cubicBezTo>
                  <a:cubicBezTo>
                    <a:pt x="105661" y="254259"/>
                    <a:pt x="116983" y="251933"/>
                    <a:pt x="127444" y="247345"/>
                  </a:cubicBezTo>
                  <a:cubicBezTo>
                    <a:pt x="137648" y="242801"/>
                    <a:pt x="146816" y="236210"/>
                    <a:pt x="154368" y="227987"/>
                  </a:cubicBezTo>
                  <a:cubicBezTo>
                    <a:pt x="162239" y="219335"/>
                    <a:pt x="168333" y="209226"/>
                    <a:pt x="172318" y="198234"/>
                  </a:cubicBezTo>
                  <a:cubicBezTo>
                    <a:pt x="176622" y="186033"/>
                    <a:pt x="178749" y="173173"/>
                    <a:pt x="178600" y="160236"/>
                  </a:cubicBezTo>
                  <a:cubicBezTo>
                    <a:pt x="178937" y="143343"/>
                    <a:pt x="175181" y="126616"/>
                    <a:pt x="167651" y="111484"/>
                  </a:cubicBezTo>
                  <a:cubicBezTo>
                    <a:pt x="160714" y="97894"/>
                    <a:pt x="150155" y="86481"/>
                    <a:pt x="137136" y="78505"/>
                  </a:cubicBezTo>
                  <a:close/>
                  <a:moveTo>
                    <a:pt x="142701" y="188018"/>
                  </a:moveTo>
                  <a:cubicBezTo>
                    <a:pt x="140228" y="195729"/>
                    <a:pt x="136127" y="202818"/>
                    <a:pt x="130675" y="208809"/>
                  </a:cubicBezTo>
                  <a:cubicBezTo>
                    <a:pt x="125438" y="214383"/>
                    <a:pt x="119075" y="218779"/>
                    <a:pt x="112007" y="221714"/>
                  </a:cubicBezTo>
                  <a:cubicBezTo>
                    <a:pt x="104598" y="224730"/>
                    <a:pt x="96669" y="226249"/>
                    <a:pt x="88672" y="226195"/>
                  </a:cubicBezTo>
                  <a:cubicBezTo>
                    <a:pt x="72759" y="226737"/>
                    <a:pt x="57385" y="220401"/>
                    <a:pt x="46490" y="208809"/>
                  </a:cubicBezTo>
                  <a:cubicBezTo>
                    <a:pt x="35572" y="197217"/>
                    <a:pt x="30124" y="181028"/>
                    <a:pt x="30156" y="160236"/>
                  </a:cubicBezTo>
                  <a:cubicBezTo>
                    <a:pt x="30052" y="150907"/>
                    <a:pt x="31569" y="141627"/>
                    <a:pt x="34643" y="132813"/>
                  </a:cubicBezTo>
                  <a:cubicBezTo>
                    <a:pt x="37291" y="125142"/>
                    <a:pt x="41437" y="118076"/>
                    <a:pt x="46849" y="112022"/>
                  </a:cubicBezTo>
                  <a:cubicBezTo>
                    <a:pt x="51911" y="106287"/>
                    <a:pt x="58243" y="101810"/>
                    <a:pt x="65337" y="98938"/>
                  </a:cubicBezTo>
                  <a:cubicBezTo>
                    <a:pt x="72809" y="95927"/>
                    <a:pt x="80797" y="94408"/>
                    <a:pt x="88851" y="94457"/>
                  </a:cubicBezTo>
                  <a:cubicBezTo>
                    <a:pt x="104652" y="93964"/>
                    <a:pt x="119896" y="100300"/>
                    <a:pt x="130675" y="111843"/>
                  </a:cubicBezTo>
                  <a:cubicBezTo>
                    <a:pt x="141534" y="123403"/>
                    <a:pt x="146977" y="139476"/>
                    <a:pt x="147009" y="160057"/>
                  </a:cubicBezTo>
                  <a:cubicBezTo>
                    <a:pt x="147090" y="169548"/>
                    <a:pt x="145636" y="178989"/>
                    <a:pt x="142701" y="188018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2" name="Forma libre 190">
              <a:extLst>
                <a:ext uri="{FF2B5EF4-FFF2-40B4-BE49-F238E27FC236}">
                  <a16:creationId xmlns:a16="http://schemas.microsoft.com/office/drawing/2014/main" id="{0FF948B0-7056-8FFF-9441-D117BE47A240}"/>
                </a:ext>
              </a:extLst>
            </p:cNvPr>
            <p:cNvSpPr/>
            <p:nvPr/>
          </p:nvSpPr>
          <p:spPr>
            <a:xfrm>
              <a:off x="11124192" y="676422"/>
              <a:ext cx="40248" cy="44572"/>
            </a:xfrm>
            <a:custGeom>
              <a:avLst/>
              <a:gdLst>
                <a:gd name="connsiteX0" fmla="*/ 129442 w 169496"/>
                <a:gd name="connsiteY0" fmla="*/ 11305 h 187705"/>
                <a:gd name="connsiteX1" fmla="*/ 86722 w 169496"/>
                <a:gd name="connsiteY1" fmla="*/ 13 h 187705"/>
                <a:gd name="connsiteX2" fmla="*/ 51899 w 169496"/>
                <a:gd name="connsiteY2" fmla="*/ 6645 h 187705"/>
                <a:gd name="connsiteX3" fmla="*/ 24436 w 169496"/>
                <a:gd name="connsiteY3" fmla="*/ 25465 h 187705"/>
                <a:gd name="connsiteX4" fmla="*/ 6486 w 169496"/>
                <a:gd name="connsiteY4" fmla="*/ 54859 h 187705"/>
                <a:gd name="connsiteX5" fmla="*/ 24 w 169496"/>
                <a:gd name="connsiteY5" fmla="*/ 93574 h 187705"/>
                <a:gd name="connsiteX6" fmla="*/ 11512 w 169496"/>
                <a:gd name="connsiteY6" fmla="*/ 142864 h 187705"/>
                <a:gd name="connsiteX7" fmla="*/ 87799 w 169496"/>
                <a:gd name="connsiteY7" fmla="*/ 187673 h 187705"/>
                <a:gd name="connsiteX8" fmla="*/ 117775 w 169496"/>
                <a:gd name="connsiteY8" fmla="*/ 183192 h 187705"/>
                <a:gd name="connsiteX9" fmla="*/ 144699 w 169496"/>
                <a:gd name="connsiteY9" fmla="*/ 169032 h 187705"/>
                <a:gd name="connsiteX10" fmla="*/ 166239 w 169496"/>
                <a:gd name="connsiteY10" fmla="*/ 142506 h 187705"/>
                <a:gd name="connsiteX11" fmla="*/ 142905 w 169496"/>
                <a:gd name="connsiteY11" fmla="*/ 128167 h 187705"/>
                <a:gd name="connsiteX12" fmla="*/ 128186 w 169496"/>
                <a:gd name="connsiteY12" fmla="*/ 146449 h 187705"/>
                <a:gd name="connsiteX13" fmla="*/ 109697 w 169496"/>
                <a:gd name="connsiteY13" fmla="*/ 156844 h 187705"/>
                <a:gd name="connsiteX14" fmla="*/ 88337 w 169496"/>
                <a:gd name="connsiteY14" fmla="*/ 160071 h 187705"/>
                <a:gd name="connsiteX15" fmla="*/ 58899 w 169496"/>
                <a:gd name="connsiteY15" fmla="*/ 152543 h 187705"/>
                <a:gd name="connsiteX16" fmla="*/ 38616 w 169496"/>
                <a:gd name="connsiteY16" fmla="*/ 130138 h 187705"/>
                <a:gd name="connsiteX17" fmla="*/ 31212 w 169496"/>
                <a:gd name="connsiteY17" fmla="*/ 100564 h 187705"/>
                <a:gd name="connsiteX18" fmla="*/ 169111 w 169496"/>
                <a:gd name="connsiteY18" fmla="*/ 100564 h 187705"/>
                <a:gd name="connsiteX19" fmla="*/ 169470 w 169496"/>
                <a:gd name="connsiteY19" fmla="*/ 96084 h 187705"/>
                <a:gd name="connsiteX20" fmla="*/ 169470 w 169496"/>
                <a:gd name="connsiteY20" fmla="*/ 91603 h 187705"/>
                <a:gd name="connsiteX21" fmla="*/ 158700 w 169496"/>
                <a:gd name="connsiteY21" fmla="*/ 43209 h 187705"/>
                <a:gd name="connsiteX22" fmla="*/ 129442 w 169496"/>
                <a:gd name="connsiteY22" fmla="*/ 11305 h 187705"/>
                <a:gd name="connsiteX23" fmla="*/ 46155 w 169496"/>
                <a:gd name="connsiteY23" fmla="*/ 44285 h 187705"/>
                <a:gd name="connsiteX24" fmla="*/ 63566 w 169496"/>
                <a:gd name="connsiteY24" fmla="*/ 30842 h 187705"/>
                <a:gd name="connsiteX25" fmla="*/ 86363 w 169496"/>
                <a:gd name="connsiteY25" fmla="*/ 26361 h 187705"/>
                <a:gd name="connsiteX26" fmla="*/ 123698 w 169496"/>
                <a:gd name="connsiteY26" fmla="*/ 42671 h 187705"/>
                <a:gd name="connsiteX27" fmla="*/ 137475 w 169496"/>
                <a:gd name="connsiteY27" fmla="*/ 76905 h 187705"/>
                <a:gd name="connsiteX28" fmla="*/ 32334 w 169496"/>
                <a:gd name="connsiteY28" fmla="*/ 76905 h 187705"/>
                <a:gd name="connsiteX29" fmla="*/ 35026 w 169496"/>
                <a:gd name="connsiteY29" fmla="*/ 65255 h 187705"/>
                <a:gd name="connsiteX30" fmla="*/ 46155 w 169496"/>
                <a:gd name="connsiteY30" fmla="*/ 44285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496" h="187705">
                  <a:moveTo>
                    <a:pt x="129442" y="11305"/>
                  </a:moveTo>
                  <a:cubicBezTo>
                    <a:pt x="116532" y="3647"/>
                    <a:pt x="101737" y="-260"/>
                    <a:pt x="86722" y="13"/>
                  </a:cubicBezTo>
                  <a:cubicBezTo>
                    <a:pt x="74785" y="-143"/>
                    <a:pt x="62938" y="2115"/>
                    <a:pt x="51899" y="6645"/>
                  </a:cubicBezTo>
                  <a:cubicBezTo>
                    <a:pt x="41524" y="10920"/>
                    <a:pt x="32163" y="17337"/>
                    <a:pt x="24436" y="25465"/>
                  </a:cubicBezTo>
                  <a:cubicBezTo>
                    <a:pt x="16502" y="33934"/>
                    <a:pt x="10390" y="43940"/>
                    <a:pt x="6486" y="54859"/>
                  </a:cubicBezTo>
                  <a:cubicBezTo>
                    <a:pt x="2017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59" y="186167"/>
                    <a:pt x="117775" y="183192"/>
                  </a:cubicBezTo>
                  <a:cubicBezTo>
                    <a:pt x="127522" y="180114"/>
                    <a:pt x="136640" y="175314"/>
                    <a:pt x="144699" y="169032"/>
                  </a:cubicBezTo>
                  <a:cubicBezTo>
                    <a:pt x="153670" y="161805"/>
                    <a:pt x="161011" y="152767"/>
                    <a:pt x="166239" y="142506"/>
                  </a:cubicBezTo>
                  <a:lnTo>
                    <a:pt x="142905" y="128167"/>
                  </a:lnTo>
                  <a:cubicBezTo>
                    <a:pt x="139023" y="135018"/>
                    <a:pt x="134051" y="141193"/>
                    <a:pt x="128186" y="146449"/>
                  </a:cubicBezTo>
                  <a:cubicBezTo>
                    <a:pt x="122801" y="151140"/>
                    <a:pt x="116509" y="154680"/>
                    <a:pt x="109697" y="156844"/>
                  </a:cubicBezTo>
                  <a:cubicBezTo>
                    <a:pt x="102787" y="159009"/>
                    <a:pt x="95580" y="160097"/>
                    <a:pt x="88337" y="160071"/>
                  </a:cubicBezTo>
                  <a:cubicBezTo>
                    <a:pt x="78016" y="160317"/>
                    <a:pt x="67829" y="157714"/>
                    <a:pt x="58899" y="152543"/>
                  </a:cubicBezTo>
                  <a:cubicBezTo>
                    <a:pt x="50153" y="147139"/>
                    <a:pt x="43121" y="139373"/>
                    <a:pt x="38616" y="130138"/>
                  </a:cubicBezTo>
                  <a:cubicBezTo>
                    <a:pt x="34106" y="120908"/>
                    <a:pt x="31584" y="110830"/>
                    <a:pt x="31212" y="100564"/>
                  </a:cubicBezTo>
                  <a:lnTo>
                    <a:pt x="169111" y="100564"/>
                  </a:lnTo>
                  <a:cubicBezTo>
                    <a:pt x="169371" y="99086"/>
                    <a:pt x="169493" y="97585"/>
                    <a:pt x="169470" y="96084"/>
                  </a:cubicBezTo>
                  <a:lnTo>
                    <a:pt x="169470" y="91603"/>
                  </a:lnTo>
                  <a:cubicBezTo>
                    <a:pt x="169847" y="74840"/>
                    <a:pt x="166149" y="58234"/>
                    <a:pt x="158700" y="43209"/>
                  </a:cubicBezTo>
                  <a:cubicBezTo>
                    <a:pt x="152117" y="30058"/>
                    <a:pt x="141985" y="19008"/>
                    <a:pt x="129442" y="11305"/>
                  </a:cubicBezTo>
                  <a:close/>
                  <a:moveTo>
                    <a:pt x="46155" y="44285"/>
                  </a:moveTo>
                  <a:cubicBezTo>
                    <a:pt x="50768" y="38446"/>
                    <a:pt x="56745" y="33831"/>
                    <a:pt x="63566" y="30842"/>
                  </a:cubicBezTo>
                  <a:cubicBezTo>
                    <a:pt x="70769" y="27768"/>
                    <a:pt x="78532" y="26245"/>
                    <a:pt x="86363" y="26361"/>
                  </a:cubicBezTo>
                  <a:cubicBezTo>
                    <a:pt x="100615" y="25994"/>
                    <a:pt x="114297" y="31971"/>
                    <a:pt x="123698" y="42671"/>
                  </a:cubicBezTo>
                  <a:cubicBezTo>
                    <a:pt x="131695" y="52404"/>
                    <a:pt x="136505" y="64354"/>
                    <a:pt x="137475" y="76905"/>
                  </a:cubicBezTo>
                  <a:lnTo>
                    <a:pt x="32334" y="76905"/>
                  </a:lnTo>
                  <a:cubicBezTo>
                    <a:pt x="32922" y="72958"/>
                    <a:pt x="33819" y="69059"/>
                    <a:pt x="35026" y="65255"/>
                  </a:cubicBezTo>
                  <a:cubicBezTo>
                    <a:pt x="37364" y="57620"/>
                    <a:pt x="41143" y="50504"/>
                    <a:pt x="46155" y="44285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3" name="Forma libre 191">
              <a:extLst>
                <a:ext uri="{FF2B5EF4-FFF2-40B4-BE49-F238E27FC236}">
                  <a16:creationId xmlns:a16="http://schemas.microsoft.com/office/drawing/2014/main" id="{C40643E7-ECEB-5BEC-2C1D-0C73C897D6EC}"/>
                </a:ext>
              </a:extLst>
            </p:cNvPr>
            <p:cNvSpPr/>
            <p:nvPr/>
          </p:nvSpPr>
          <p:spPr>
            <a:xfrm>
              <a:off x="11171669" y="676424"/>
              <a:ext cx="21908" cy="43668"/>
            </a:xfrm>
            <a:custGeom>
              <a:avLst/>
              <a:gdLst>
                <a:gd name="connsiteX0" fmla="*/ 51965 w 92261"/>
                <a:gd name="connsiteY0" fmla="*/ 8607 h 183899"/>
                <a:gd name="connsiteX1" fmla="*/ 30964 w 92261"/>
                <a:gd name="connsiteY1" fmla="*/ 34238 h 183899"/>
                <a:gd name="connsiteX2" fmla="*/ 30964 w 92261"/>
                <a:gd name="connsiteY2" fmla="*/ 2872 h 183899"/>
                <a:gd name="connsiteX3" fmla="*/ 0 w 92261"/>
                <a:gd name="connsiteY3" fmla="*/ 2872 h 183899"/>
                <a:gd name="connsiteX4" fmla="*/ 0 w 92261"/>
                <a:gd name="connsiteY4" fmla="*/ 183899 h 183899"/>
                <a:gd name="connsiteX5" fmla="*/ 30874 w 92261"/>
                <a:gd name="connsiteY5" fmla="*/ 183899 h 183899"/>
                <a:gd name="connsiteX6" fmla="*/ 30874 w 92261"/>
                <a:gd name="connsiteY6" fmla="*/ 87112 h 183899"/>
                <a:gd name="connsiteX7" fmla="*/ 43259 w 92261"/>
                <a:gd name="connsiteY7" fmla="*/ 47501 h 183899"/>
                <a:gd name="connsiteX8" fmla="*/ 75030 w 92261"/>
                <a:gd name="connsiteY8" fmla="*/ 32625 h 183899"/>
                <a:gd name="connsiteX9" fmla="*/ 92262 w 92261"/>
                <a:gd name="connsiteY9" fmla="*/ 32625 h 183899"/>
                <a:gd name="connsiteX10" fmla="*/ 92262 w 92261"/>
                <a:gd name="connsiteY10" fmla="*/ 4 h 183899"/>
                <a:gd name="connsiteX11" fmla="*/ 81492 w 92261"/>
                <a:gd name="connsiteY11" fmla="*/ 4 h 183899"/>
                <a:gd name="connsiteX12" fmla="*/ 51965 w 92261"/>
                <a:gd name="connsiteY12" fmla="*/ 8607 h 183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261" h="183899">
                  <a:moveTo>
                    <a:pt x="51965" y="8607"/>
                  </a:moveTo>
                  <a:cubicBezTo>
                    <a:pt x="42667" y="14983"/>
                    <a:pt x="35384" y="23874"/>
                    <a:pt x="30964" y="34238"/>
                  </a:cubicBezTo>
                  <a:lnTo>
                    <a:pt x="30964" y="2872"/>
                  </a:lnTo>
                  <a:lnTo>
                    <a:pt x="0" y="2872"/>
                  </a:lnTo>
                  <a:lnTo>
                    <a:pt x="0" y="183899"/>
                  </a:lnTo>
                  <a:lnTo>
                    <a:pt x="30874" y="183899"/>
                  </a:lnTo>
                  <a:lnTo>
                    <a:pt x="30874" y="87112"/>
                  </a:lnTo>
                  <a:cubicBezTo>
                    <a:pt x="30147" y="72858"/>
                    <a:pt x="34540" y="58811"/>
                    <a:pt x="43259" y="47501"/>
                  </a:cubicBezTo>
                  <a:cubicBezTo>
                    <a:pt x="50928" y="37840"/>
                    <a:pt x="62690" y="32333"/>
                    <a:pt x="75030" y="32625"/>
                  </a:cubicBezTo>
                  <a:lnTo>
                    <a:pt x="92262" y="32625"/>
                  </a:lnTo>
                  <a:lnTo>
                    <a:pt x="92262" y="4"/>
                  </a:lnTo>
                  <a:lnTo>
                    <a:pt x="81492" y="4"/>
                  </a:lnTo>
                  <a:cubicBezTo>
                    <a:pt x="71014" y="-122"/>
                    <a:pt x="60733" y="2876"/>
                    <a:pt x="51965" y="8607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4" name="Forma libre 192">
              <a:extLst>
                <a:ext uri="{FF2B5EF4-FFF2-40B4-BE49-F238E27FC236}">
                  <a16:creationId xmlns:a16="http://schemas.microsoft.com/office/drawing/2014/main" id="{13524F6B-C5D1-D146-043D-3B935B1E34F1}"/>
                </a:ext>
              </a:extLst>
            </p:cNvPr>
            <p:cNvSpPr/>
            <p:nvPr/>
          </p:nvSpPr>
          <p:spPr>
            <a:xfrm>
              <a:off x="11195191" y="660635"/>
              <a:ext cx="42331" cy="60361"/>
            </a:xfrm>
            <a:custGeom>
              <a:avLst/>
              <a:gdLst>
                <a:gd name="connsiteX0" fmla="*/ 147755 w 178269"/>
                <a:gd name="connsiteY0" fmla="*/ 104270 h 254195"/>
                <a:gd name="connsiteX1" fmla="*/ 142729 w 178269"/>
                <a:gd name="connsiteY1" fmla="*/ 96070 h 254195"/>
                <a:gd name="connsiteX2" fmla="*/ 84392 w 178269"/>
                <a:gd name="connsiteY2" fmla="*/ 66496 h 254195"/>
                <a:gd name="connsiteX3" fmla="*/ 51364 w 178269"/>
                <a:gd name="connsiteY3" fmla="*/ 73128 h 254195"/>
                <a:gd name="connsiteX4" fmla="*/ 24440 w 178269"/>
                <a:gd name="connsiteY4" fmla="*/ 92306 h 254195"/>
                <a:gd name="connsiteX5" fmla="*/ 6490 w 178269"/>
                <a:gd name="connsiteY5" fmla="*/ 122059 h 254195"/>
                <a:gd name="connsiteX6" fmla="*/ 28 w 178269"/>
                <a:gd name="connsiteY6" fmla="*/ 160057 h 254195"/>
                <a:gd name="connsiteX7" fmla="*/ 11336 w 178269"/>
                <a:gd name="connsiteY7" fmla="*/ 209347 h 254195"/>
                <a:gd name="connsiteX8" fmla="*/ 41492 w 178269"/>
                <a:gd name="connsiteY8" fmla="*/ 242326 h 254195"/>
                <a:gd name="connsiteX9" fmla="*/ 84033 w 178269"/>
                <a:gd name="connsiteY9" fmla="*/ 254156 h 254195"/>
                <a:gd name="connsiteX10" fmla="*/ 142370 w 178269"/>
                <a:gd name="connsiteY10" fmla="*/ 224582 h 254195"/>
                <a:gd name="connsiteX11" fmla="*/ 147396 w 178269"/>
                <a:gd name="connsiteY11" fmla="*/ 216382 h 254195"/>
                <a:gd name="connsiteX12" fmla="*/ 147396 w 178269"/>
                <a:gd name="connsiteY12" fmla="*/ 250929 h 254195"/>
                <a:gd name="connsiteX13" fmla="*/ 178269 w 178269"/>
                <a:gd name="connsiteY13" fmla="*/ 250929 h 254195"/>
                <a:gd name="connsiteX14" fmla="*/ 178269 w 178269"/>
                <a:gd name="connsiteY14" fmla="*/ 0 h 254195"/>
                <a:gd name="connsiteX15" fmla="*/ 147755 w 178269"/>
                <a:gd name="connsiteY15" fmla="*/ 0 h 254195"/>
                <a:gd name="connsiteX16" fmla="*/ 132318 w 178269"/>
                <a:gd name="connsiteY16" fmla="*/ 208630 h 254195"/>
                <a:gd name="connsiteX17" fmla="*/ 113830 w 178269"/>
                <a:gd name="connsiteY17" fmla="*/ 221535 h 254195"/>
                <a:gd name="connsiteX18" fmla="*/ 90315 w 178269"/>
                <a:gd name="connsiteY18" fmla="*/ 226016 h 254195"/>
                <a:gd name="connsiteX19" fmla="*/ 48133 w 178269"/>
                <a:gd name="connsiteY19" fmla="*/ 208630 h 254195"/>
                <a:gd name="connsiteX20" fmla="*/ 31799 w 178269"/>
                <a:gd name="connsiteY20" fmla="*/ 160057 h 254195"/>
                <a:gd name="connsiteX21" fmla="*/ 36286 w 178269"/>
                <a:gd name="connsiteY21" fmla="*/ 132634 h 254195"/>
                <a:gd name="connsiteX22" fmla="*/ 48492 w 178269"/>
                <a:gd name="connsiteY22" fmla="*/ 111843 h 254195"/>
                <a:gd name="connsiteX23" fmla="*/ 66981 w 178269"/>
                <a:gd name="connsiteY23" fmla="*/ 98759 h 254195"/>
                <a:gd name="connsiteX24" fmla="*/ 90495 w 178269"/>
                <a:gd name="connsiteY24" fmla="*/ 94278 h 254195"/>
                <a:gd name="connsiteX25" fmla="*/ 132318 w 178269"/>
                <a:gd name="connsiteY25" fmla="*/ 111664 h 254195"/>
                <a:gd name="connsiteX26" fmla="*/ 148652 w 178269"/>
                <a:gd name="connsiteY26" fmla="*/ 159878 h 254195"/>
                <a:gd name="connsiteX27" fmla="*/ 144524 w 178269"/>
                <a:gd name="connsiteY27" fmla="*/ 187659 h 254195"/>
                <a:gd name="connsiteX28" fmla="*/ 132094 w 178269"/>
                <a:gd name="connsiteY28" fmla="*/ 208630 h 25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8269" h="254195">
                  <a:moveTo>
                    <a:pt x="147755" y="104270"/>
                  </a:moveTo>
                  <a:cubicBezTo>
                    <a:pt x="146229" y="101447"/>
                    <a:pt x="144551" y="98709"/>
                    <a:pt x="142729" y="96070"/>
                  </a:cubicBezTo>
                  <a:cubicBezTo>
                    <a:pt x="129657" y="76865"/>
                    <a:pt x="107633" y="65699"/>
                    <a:pt x="84392" y="66496"/>
                  </a:cubicBezTo>
                  <a:cubicBezTo>
                    <a:pt x="73043" y="66411"/>
                    <a:pt x="61797" y="68670"/>
                    <a:pt x="51364" y="73128"/>
                  </a:cubicBezTo>
                  <a:cubicBezTo>
                    <a:pt x="41084" y="77457"/>
                    <a:pt x="31884" y="84008"/>
                    <a:pt x="24440" y="92306"/>
                  </a:cubicBezTo>
                  <a:cubicBezTo>
                    <a:pt x="16623" y="100999"/>
                    <a:pt x="10528" y="111094"/>
                    <a:pt x="6490" y="122059"/>
                  </a:cubicBezTo>
                  <a:cubicBezTo>
                    <a:pt x="2061" y="134234"/>
                    <a:pt x="-129" y="147107"/>
                    <a:pt x="28" y="160057"/>
                  </a:cubicBezTo>
                  <a:cubicBezTo>
                    <a:pt x="-371" y="177170"/>
                    <a:pt x="3515" y="194116"/>
                    <a:pt x="11336" y="209347"/>
                  </a:cubicBezTo>
                  <a:cubicBezTo>
                    <a:pt x="18301" y="222803"/>
                    <a:pt x="28703" y="234180"/>
                    <a:pt x="41492" y="242326"/>
                  </a:cubicBezTo>
                  <a:cubicBezTo>
                    <a:pt x="54241" y="250266"/>
                    <a:pt x="69009" y="254371"/>
                    <a:pt x="84033" y="254156"/>
                  </a:cubicBezTo>
                  <a:cubicBezTo>
                    <a:pt x="107273" y="254953"/>
                    <a:pt x="129298" y="243787"/>
                    <a:pt x="142370" y="224582"/>
                  </a:cubicBezTo>
                  <a:cubicBezTo>
                    <a:pt x="144183" y="221934"/>
                    <a:pt x="145861" y="219196"/>
                    <a:pt x="147396" y="216382"/>
                  </a:cubicBezTo>
                  <a:lnTo>
                    <a:pt x="147396" y="250929"/>
                  </a:lnTo>
                  <a:lnTo>
                    <a:pt x="178269" y="250929"/>
                  </a:lnTo>
                  <a:lnTo>
                    <a:pt x="178269" y="0"/>
                  </a:lnTo>
                  <a:lnTo>
                    <a:pt x="147755" y="0"/>
                  </a:lnTo>
                  <a:close/>
                  <a:moveTo>
                    <a:pt x="132318" y="208630"/>
                  </a:moveTo>
                  <a:cubicBezTo>
                    <a:pt x="127121" y="214168"/>
                    <a:pt x="120826" y="218564"/>
                    <a:pt x="113830" y="221535"/>
                  </a:cubicBezTo>
                  <a:cubicBezTo>
                    <a:pt x="106372" y="224586"/>
                    <a:pt x="98375" y="226110"/>
                    <a:pt x="90315" y="226016"/>
                  </a:cubicBezTo>
                  <a:cubicBezTo>
                    <a:pt x="74407" y="226544"/>
                    <a:pt x="59038" y="220208"/>
                    <a:pt x="48133" y="208630"/>
                  </a:cubicBezTo>
                  <a:cubicBezTo>
                    <a:pt x="37242" y="197038"/>
                    <a:pt x="31799" y="180848"/>
                    <a:pt x="31799" y="160057"/>
                  </a:cubicBezTo>
                  <a:cubicBezTo>
                    <a:pt x="31696" y="150728"/>
                    <a:pt x="33212" y="141448"/>
                    <a:pt x="36286" y="132634"/>
                  </a:cubicBezTo>
                  <a:cubicBezTo>
                    <a:pt x="38952" y="124972"/>
                    <a:pt x="43098" y="117906"/>
                    <a:pt x="48492" y="111843"/>
                  </a:cubicBezTo>
                  <a:cubicBezTo>
                    <a:pt x="53554" y="106107"/>
                    <a:pt x="59886" y="101631"/>
                    <a:pt x="66981" y="98759"/>
                  </a:cubicBezTo>
                  <a:cubicBezTo>
                    <a:pt x="74452" y="95748"/>
                    <a:pt x="82440" y="94229"/>
                    <a:pt x="90495" y="94278"/>
                  </a:cubicBezTo>
                  <a:cubicBezTo>
                    <a:pt x="106295" y="93771"/>
                    <a:pt x="121544" y="100112"/>
                    <a:pt x="132318" y="111664"/>
                  </a:cubicBezTo>
                  <a:cubicBezTo>
                    <a:pt x="143209" y="123224"/>
                    <a:pt x="148652" y="139297"/>
                    <a:pt x="148652" y="159878"/>
                  </a:cubicBezTo>
                  <a:cubicBezTo>
                    <a:pt x="148773" y="169301"/>
                    <a:pt x="147378" y="178680"/>
                    <a:pt x="144524" y="187659"/>
                  </a:cubicBezTo>
                  <a:cubicBezTo>
                    <a:pt x="141975" y="195478"/>
                    <a:pt x="137730" y="202639"/>
                    <a:pt x="132094" y="208630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5" name="Forma libre 193">
              <a:extLst>
                <a:ext uri="{FF2B5EF4-FFF2-40B4-BE49-F238E27FC236}">
                  <a16:creationId xmlns:a16="http://schemas.microsoft.com/office/drawing/2014/main" id="{DFC953A6-16F6-B098-1989-A2CC235D36FD}"/>
                </a:ext>
              </a:extLst>
            </p:cNvPr>
            <p:cNvSpPr/>
            <p:nvPr/>
          </p:nvSpPr>
          <p:spPr>
            <a:xfrm>
              <a:off x="11246974" y="676424"/>
              <a:ext cx="21908" cy="43711"/>
            </a:xfrm>
            <a:custGeom>
              <a:avLst/>
              <a:gdLst>
                <a:gd name="connsiteX0" fmla="*/ 51875 w 92261"/>
                <a:gd name="connsiteY0" fmla="*/ 8609 h 184079"/>
                <a:gd name="connsiteX1" fmla="*/ 30874 w 92261"/>
                <a:gd name="connsiteY1" fmla="*/ 34418 h 184079"/>
                <a:gd name="connsiteX2" fmla="*/ 30874 w 92261"/>
                <a:gd name="connsiteY2" fmla="*/ 3052 h 184079"/>
                <a:gd name="connsiteX3" fmla="*/ 0 w 92261"/>
                <a:gd name="connsiteY3" fmla="*/ 3052 h 184079"/>
                <a:gd name="connsiteX4" fmla="*/ 0 w 92261"/>
                <a:gd name="connsiteY4" fmla="*/ 184080 h 184079"/>
                <a:gd name="connsiteX5" fmla="*/ 30874 w 92261"/>
                <a:gd name="connsiteY5" fmla="*/ 184080 h 184079"/>
                <a:gd name="connsiteX6" fmla="*/ 30874 w 92261"/>
                <a:gd name="connsiteY6" fmla="*/ 87114 h 184079"/>
                <a:gd name="connsiteX7" fmla="*/ 43259 w 92261"/>
                <a:gd name="connsiteY7" fmla="*/ 47503 h 184079"/>
                <a:gd name="connsiteX8" fmla="*/ 75030 w 92261"/>
                <a:gd name="connsiteY8" fmla="*/ 32626 h 184079"/>
                <a:gd name="connsiteX9" fmla="*/ 92262 w 92261"/>
                <a:gd name="connsiteY9" fmla="*/ 32626 h 184079"/>
                <a:gd name="connsiteX10" fmla="*/ 92262 w 92261"/>
                <a:gd name="connsiteY10" fmla="*/ 5 h 184079"/>
                <a:gd name="connsiteX11" fmla="*/ 81492 w 92261"/>
                <a:gd name="connsiteY11" fmla="*/ 5 h 184079"/>
                <a:gd name="connsiteX12" fmla="*/ 51875 w 92261"/>
                <a:gd name="connsiteY12" fmla="*/ 8609 h 18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261" h="184079">
                  <a:moveTo>
                    <a:pt x="51875" y="8609"/>
                  </a:moveTo>
                  <a:cubicBezTo>
                    <a:pt x="42550" y="15034"/>
                    <a:pt x="35263" y="23991"/>
                    <a:pt x="30874" y="34418"/>
                  </a:cubicBezTo>
                  <a:lnTo>
                    <a:pt x="30874" y="3052"/>
                  </a:lnTo>
                  <a:lnTo>
                    <a:pt x="0" y="3052"/>
                  </a:lnTo>
                  <a:lnTo>
                    <a:pt x="0" y="184080"/>
                  </a:lnTo>
                  <a:lnTo>
                    <a:pt x="30874" y="184080"/>
                  </a:lnTo>
                  <a:lnTo>
                    <a:pt x="30874" y="87114"/>
                  </a:lnTo>
                  <a:cubicBezTo>
                    <a:pt x="30147" y="72860"/>
                    <a:pt x="34540" y="58812"/>
                    <a:pt x="43259" y="47503"/>
                  </a:cubicBezTo>
                  <a:cubicBezTo>
                    <a:pt x="50928" y="37842"/>
                    <a:pt x="62690" y="32335"/>
                    <a:pt x="75030" y="32626"/>
                  </a:cubicBezTo>
                  <a:lnTo>
                    <a:pt x="92262" y="32626"/>
                  </a:lnTo>
                  <a:lnTo>
                    <a:pt x="92262" y="5"/>
                  </a:lnTo>
                  <a:lnTo>
                    <a:pt x="81492" y="5"/>
                  </a:lnTo>
                  <a:cubicBezTo>
                    <a:pt x="70982" y="-143"/>
                    <a:pt x="60666" y="2855"/>
                    <a:pt x="51875" y="8609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6" name="Forma libre 194">
              <a:extLst>
                <a:ext uri="{FF2B5EF4-FFF2-40B4-BE49-F238E27FC236}">
                  <a16:creationId xmlns:a16="http://schemas.microsoft.com/office/drawing/2014/main" id="{9901C5CB-E85B-6B72-D5D8-EB0C87ECF31A}"/>
                </a:ext>
              </a:extLst>
            </p:cNvPr>
            <p:cNvSpPr/>
            <p:nvPr/>
          </p:nvSpPr>
          <p:spPr>
            <a:xfrm>
              <a:off x="11270401" y="676422"/>
              <a:ext cx="43316" cy="44610"/>
            </a:xfrm>
            <a:custGeom>
              <a:avLst/>
              <a:gdLst>
                <a:gd name="connsiteX0" fmla="*/ 137876 w 182416"/>
                <a:gd name="connsiteY0" fmla="*/ 11842 h 187864"/>
                <a:gd name="connsiteX1" fmla="*/ 91027 w 182416"/>
                <a:gd name="connsiteY1" fmla="*/ 13 h 187864"/>
                <a:gd name="connsiteX2" fmla="*/ 55127 w 182416"/>
                <a:gd name="connsiteY2" fmla="*/ 6645 h 187864"/>
                <a:gd name="connsiteX3" fmla="*/ 26049 w 182416"/>
                <a:gd name="connsiteY3" fmla="*/ 25823 h 187864"/>
                <a:gd name="connsiteX4" fmla="*/ 6842 w 182416"/>
                <a:gd name="connsiteY4" fmla="*/ 55755 h 187864"/>
                <a:gd name="connsiteX5" fmla="*/ 21 w 182416"/>
                <a:gd name="connsiteY5" fmla="*/ 93574 h 187864"/>
                <a:gd name="connsiteX6" fmla="*/ 11868 w 182416"/>
                <a:gd name="connsiteY6" fmla="*/ 142863 h 187864"/>
                <a:gd name="connsiteX7" fmla="*/ 44357 w 182416"/>
                <a:gd name="connsiteY7" fmla="*/ 176022 h 187864"/>
                <a:gd name="connsiteX8" fmla="*/ 91206 w 182416"/>
                <a:gd name="connsiteY8" fmla="*/ 187851 h 187864"/>
                <a:gd name="connsiteX9" fmla="*/ 127644 w 182416"/>
                <a:gd name="connsiteY9" fmla="*/ 181041 h 187864"/>
                <a:gd name="connsiteX10" fmla="*/ 156544 w 182416"/>
                <a:gd name="connsiteY10" fmla="*/ 161683 h 187864"/>
                <a:gd name="connsiteX11" fmla="*/ 175571 w 182416"/>
                <a:gd name="connsiteY11" fmla="*/ 131930 h 187864"/>
                <a:gd name="connsiteX12" fmla="*/ 182391 w 182416"/>
                <a:gd name="connsiteY12" fmla="*/ 93574 h 187864"/>
                <a:gd name="connsiteX13" fmla="*/ 170544 w 182416"/>
                <a:gd name="connsiteY13" fmla="*/ 44643 h 187864"/>
                <a:gd name="connsiteX14" fmla="*/ 137876 w 182416"/>
                <a:gd name="connsiteY14" fmla="*/ 11842 h 187864"/>
                <a:gd name="connsiteX15" fmla="*/ 146492 w 182416"/>
                <a:gd name="connsiteY15" fmla="*/ 121355 h 187864"/>
                <a:gd name="connsiteX16" fmla="*/ 133927 w 182416"/>
                <a:gd name="connsiteY16" fmla="*/ 142326 h 187864"/>
                <a:gd name="connsiteX17" fmla="*/ 114900 w 182416"/>
                <a:gd name="connsiteY17" fmla="*/ 155410 h 187864"/>
                <a:gd name="connsiteX18" fmla="*/ 91027 w 182416"/>
                <a:gd name="connsiteY18" fmla="*/ 159891 h 187864"/>
                <a:gd name="connsiteX19" fmla="*/ 60512 w 182416"/>
                <a:gd name="connsiteY19" fmla="*/ 152004 h 187864"/>
                <a:gd name="connsiteX20" fmla="*/ 39152 w 182416"/>
                <a:gd name="connsiteY20" fmla="*/ 129242 h 187864"/>
                <a:gd name="connsiteX21" fmla="*/ 31433 w 182416"/>
                <a:gd name="connsiteY21" fmla="*/ 93395 h 187864"/>
                <a:gd name="connsiteX22" fmla="*/ 35921 w 182416"/>
                <a:gd name="connsiteY22" fmla="*/ 65792 h 187864"/>
                <a:gd name="connsiteX23" fmla="*/ 48486 w 182416"/>
                <a:gd name="connsiteY23" fmla="*/ 45001 h 187864"/>
                <a:gd name="connsiteX24" fmla="*/ 67513 w 182416"/>
                <a:gd name="connsiteY24" fmla="*/ 32096 h 187864"/>
                <a:gd name="connsiteX25" fmla="*/ 91027 w 182416"/>
                <a:gd name="connsiteY25" fmla="*/ 27615 h 187864"/>
                <a:gd name="connsiteX26" fmla="*/ 121721 w 182416"/>
                <a:gd name="connsiteY26" fmla="*/ 35502 h 187864"/>
                <a:gd name="connsiteX27" fmla="*/ 143081 w 182416"/>
                <a:gd name="connsiteY27" fmla="*/ 57906 h 187864"/>
                <a:gd name="connsiteX28" fmla="*/ 150979 w 182416"/>
                <a:gd name="connsiteY28" fmla="*/ 93036 h 187864"/>
                <a:gd name="connsiteX29" fmla="*/ 146492 w 182416"/>
                <a:gd name="connsiteY29" fmla="*/ 121355 h 18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2416" h="187864">
                  <a:moveTo>
                    <a:pt x="137876" y="11842"/>
                  </a:moveTo>
                  <a:cubicBezTo>
                    <a:pt x="123583" y="3822"/>
                    <a:pt x="107415" y="-260"/>
                    <a:pt x="91027" y="13"/>
                  </a:cubicBezTo>
                  <a:cubicBezTo>
                    <a:pt x="78745" y="-81"/>
                    <a:pt x="66561" y="2173"/>
                    <a:pt x="55127" y="6645"/>
                  </a:cubicBezTo>
                  <a:cubicBezTo>
                    <a:pt x="44187" y="10919"/>
                    <a:pt x="34279" y="17453"/>
                    <a:pt x="26049" y="25823"/>
                  </a:cubicBezTo>
                  <a:cubicBezTo>
                    <a:pt x="17648" y="34372"/>
                    <a:pt x="11110" y="44562"/>
                    <a:pt x="6842" y="55755"/>
                  </a:cubicBezTo>
                  <a:cubicBezTo>
                    <a:pt x="2216" y="67822"/>
                    <a:pt x="-100" y="80651"/>
                    <a:pt x="21" y="93574"/>
                  </a:cubicBezTo>
                  <a:cubicBezTo>
                    <a:pt x="-333" y="110749"/>
                    <a:pt x="3746" y="127723"/>
                    <a:pt x="11868" y="142863"/>
                  </a:cubicBezTo>
                  <a:cubicBezTo>
                    <a:pt x="19403" y="156714"/>
                    <a:pt x="30653" y="168198"/>
                    <a:pt x="44357" y="176022"/>
                  </a:cubicBezTo>
                  <a:cubicBezTo>
                    <a:pt x="58650" y="184043"/>
                    <a:pt x="74818" y="188125"/>
                    <a:pt x="91206" y="187851"/>
                  </a:cubicBezTo>
                  <a:cubicBezTo>
                    <a:pt x="103682" y="187973"/>
                    <a:pt x="116058" y="185660"/>
                    <a:pt x="127644" y="181041"/>
                  </a:cubicBezTo>
                  <a:cubicBezTo>
                    <a:pt x="138513" y="176649"/>
                    <a:pt x="148354" y="170058"/>
                    <a:pt x="156544" y="161683"/>
                  </a:cubicBezTo>
                  <a:cubicBezTo>
                    <a:pt x="164801" y="153125"/>
                    <a:pt x="171267" y="143011"/>
                    <a:pt x="175571" y="131930"/>
                  </a:cubicBezTo>
                  <a:cubicBezTo>
                    <a:pt x="180246" y="119688"/>
                    <a:pt x="182562" y="106676"/>
                    <a:pt x="182391" y="93574"/>
                  </a:cubicBezTo>
                  <a:cubicBezTo>
                    <a:pt x="182782" y="76511"/>
                    <a:pt x="178698" y="59645"/>
                    <a:pt x="170544" y="44643"/>
                  </a:cubicBezTo>
                  <a:cubicBezTo>
                    <a:pt x="162884" y="30918"/>
                    <a:pt x="151581" y="19567"/>
                    <a:pt x="137876" y="11842"/>
                  </a:cubicBezTo>
                  <a:close/>
                  <a:moveTo>
                    <a:pt x="146492" y="121355"/>
                  </a:moveTo>
                  <a:cubicBezTo>
                    <a:pt x="143777" y="129125"/>
                    <a:pt x="139500" y="136263"/>
                    <a:pt x="133927" y="142326"/>
                  </a:cubicBezTo>
                  <a:cubicBezTo>
                    <a:pt x="128609" y="148012"/>
                    <a:pt x="122116" y="152475"/>
                    <a:pt x="114900" y="155410"/>
                  </a:cubicBezTo>
                  <a:cubicBezTo>
                    <a:pt x="107312" y="158439"/>
                    <a:pt x="99203" y="159962"/>
                    <a:pt x="91027" y="159891"/>
                  </a:cubicBezTo>
                  <a:cubicBezTo>
                    <a:pt x="80333" y="160025"/>
                    <a:pt x="69797" y="157305"/>
                    <a:pt x="60512" y="152004"/>
                  </a:cubicBezTo>
                  <a:cubicBezTo>
                    <a:pt x="51335" y="146641"/>
                    <a:pt x="43918" y="138732"/>
                    <a:pt x="39152" y="129242"/>
                  </a:cubicBezTo>
                  <a:cubicBezTo>
                    <a:pt x="33713" y="118093"/>
                    <a:pt x="31061" y="105793"/>
                    <a:pt x="31433" y="93395"/>
                  </a:cubicBezTo>
                  <a:cubicBezTo>
                    <a:pt x="31276" y="84003"/>
                    <a:pt x="32793" y="74655"/>
                    <a:pt x="35921" y="65792"/>
                  </a:cubicBezTo>
                  <a:cubicBezTo>
                    <a:pt x="38658" y="58085"/>
                    <a:pt x="42930" y="51010"/>
                    <a:pt x="48486" y="45001"/>
                  </a:cubicBezTo>
                  <a:cubicBezTo>
                    <a:pt x="53776" y="39324"/>
                    <a:pt x="60279" y="34914"/>
                    <a:pt x="67513" y="32096"/>
                  </a:cubicBezTo>
                  <a:cubicBezTo>
                    <a:pt x="74998" y="29130"/>
                    <a:pt x="82976" y="27611"/>
                    <a:pt x="91027" y="27615"/>
                  </a:cubicBezTo>
                  <a:cubicBezTo>
                    <a:pt x="101788" y="27409"/>
                    <a:pt x="112396" y="30138"/>
                    <a:pt x="121721" y="35502"/>
                  </a:cubicBezTo>
                  <a:cubicBezTo>
                    <a:pt x="130804" y="40825"/>
                    <a:pt x="138203" y="48590"/>
                    <a:pt x="143081" y="57906"/>
                  </a:cubicBezTo>
                  <a:cubicBezTo>
                    <a:pt x="148596" y="68781"/>
                    <a:pt x="151307" y="80853"/>
                    <a:pt x="150979" y="93036"/>
                  </a:cubicBezTo>
                  <a:cubicBezTo>
                    <a:pt x="151190" y="102666"/>
                    <a:pt x="149669" y="112259"/>
                    <a:pt x="146492" y="121355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7" name="Forma libre 195">
              <a:extLst>
                <a:ext uri="{FF2B5EF4-FFF2-40B4-BE49-F238E27FC236}">
                  <a16:creationId xmlns:a16="http://schemas.microsoft.com/office/drawing/2014/main" id="{D0C9A3BF-369C-EEAB-05CB-1E5BF5333563}"/>
                </a:ext>
              </a:extLst>
            </p:cNvPr>
            <p:cNvSpPr/>
            <p:nvPr/>
          </p:nvSpPr>
          <p:spPr>
            <a:xfrm>
              <a:off x="11320849" y="660550"/>
              <a:ext cx="15772" cy="59591"/>
            </a:xfrm>
            <a:custGeom>
              <a:avLst/>
              <a:gdLst>
                <a:gd name="connsiteX0" fmla="*/ 35907 w 66422"/>
                <a:gd name="connsiteY0" fmla="*/ 217592 h 250952"/>
                <a:gd name="connsiteX1" fmla="*/ 31420 w 66422"/>
                <a:gd name="connsiteY1" fmla="*/ 200743 h 250952"/>
                <a:gd name="connsiteX2" fmla="*/ 31420 w 66422"/>
                <a:gd name="connsiteY2" fmla="*/ 0 h 250952"/>
                <a:gd name="connsiteX3" fmla="*/ 8 w 66422"/>
                <a:gd name="connsiteY3" fmla="*/ 0 h 250952"/>
                <a:gd name="connsiteX4" fmla="*/ 8 w 66422"/>
                <a:gd name="connsiteY4" fmla="*/ 202536 h 250952"/>
                <a:gd name="connsiteX5" fmla="*/ 5034 w 66422"/>
                <a:gd name="connsiteY5" fmla="*/ 227450 h 250952"/>
                <a:gd name="connsiteX6" fmla="*/ 20830 w 66422"/>
                <a:gd name="connsiteY6" fmla="*/ 244656 h 250952"/>
                <a:gd name="connsiteX7" fmla="*/ 47036 w 66422"/>
                <a:gd name="connsiteY7" fmla="*/ 250929 h 250952"/>
                <a:gd name="connsiteX8" fmla="*/ 66422 w 66422"/>
                <a:gd name="connsiteY8" fmla="*/ 250929 h 250952"/>
                <a:gd name="connsiteX9" fmla="*/ 66422 w 66422"/>
                <a:gd name="connsiteY9" fmla="*/ 223865 h 250952"/>
                <a:gd name="connsiteX10" fmla="*/ 51344 w 66422"/>
                <a:gd name="connsiteY10" fmla="*/ 223865 h 250952"/>
                <a:gd name="connsiteX11" fmla="*/ 35907 w 66422"/>
                <a:gd name="connsiteY11" fmla="*/ 217592 h 250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422" h="250952">
                  <a:moveTo>
                    <a:pt x="35907" y="217592"/>
                  </a:moveTo>
                  <a:cubicBezTo>
                    <a:pt x="32609" y="212618"/>
                    <a:pt x="31030" y="206699"/>
                    <a:pt x="31420" y="200743"/>
                  </a:cubicBezTo>
                  <a:lnTo>
                    <a:pt x="31420" y="0"/>
                  </a:lnTo>
                  <a:lnTo>
                    <a:pt x="8" y="0"/>
                  </a:lnTo>
                  <a:lnTo>
                    <a:pt x="8" y="202536"/>
                  </a:lnTo>
                  <a:cubicBezTo>
                    <a:pt x="-131" y="211103"/>
                    <a:pt x="1583" y="219604"/>
                    <a:pt x="5034" y="227450"/>
                  </a:cubicBezTo>
                  <a:cubicBezTo>
                    <a:pt x="8373" y="234691"/>
                    <a:pt x="13896" y="240704"/>
                    <a:pt x="20830" y="244656"/>
                  </a:cubicBezTo>
                  <a:cubicBezTo>
                    <a:pt x="28849" y="249038"/>
                    <a:pt x="37895" y="251203"/>
                    <a:pt x="47036" y="250929"/>
                  </a:cubicBezTo>
                  <a:lnTo>
                    <a:pt x="66422" y="250929"/>
                  </a:lnTo>
                  <a:lnTo>
                    <a:pt x="66422" y="223865"/>
                  </a:lnTo>
                  <a:lnTo>
                    <a:pt x="51344" y="223865"/>
                  </a:lnTo>
                  <a:cubicBezTo>
                    <a:pt x="45502" y="224290"/>
                    <a:pt x="39794" y="221969"/>
                    <a:pt x="35907" y="217592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8" name="Forma libre 196">
              <a:extLst>
                <a:ext uri="{FF2B5EF4-FFF2-40B4-BE49-F238E27FC236}">
                  <a16:creationId xmlns:a16="http://schemas.microsoft.com/office/drawing/2014/main" id="{19AC7364-13B1-0B59-E665-3519226DF684}"/>
                </a:ext>
              </a:extLst>
            </p:cNvPr>
            <p:cNvSpPr/>
            <p:nvPr/>
          </p:nvSpPr>
          <p:spPr>
            <a:xfrm>
              <a:off x="11339877" y="676379"/>
              <a:ext cx="37776" cy="44683"/>
            </a:xfrm>
            <a:custGeom>
              <a:avLst/>
              <a:gdLst>
                <a:gd name="connsiteX0" fmla="*/ 134285 w 159083"/>
                <a:gd name="connsiteY0" fmla="*/ 16505 h 188171"/>
                <a:gd name="connsiteX1" fmla="*/ 108797 w 159083"/>
                <a:gd name="connsiteY1" fmla="*/ 3958 h 188171"/>
                <a:gd name="connsiteX2" fmla="*/ 79179 w 159083"/>
                <a:gd name="connsiteY2" fmla="*/ 15 h 188171"/>
                <a:gd name="connsiteX3" fmla="*/ 35023 w 159083"/>
                <a:gd name="connsiteY3" fmla="*/ 11127 h 188171"/>
                <a:gd name="connsiteX4" fmla="*/ 6662 w 159083"/>
                <a:gd name="connsiteY4" fmla="*/ 44107 h 188171"/>
                <a:gd name="connsiteX5" fmla="*/ 31074 w 159083"/>
                <a:gd name="connsiteY5" fmla="*/ 57549 h 188171"/>
                <a:gd name="connsiteX6" fmla="*/ 49024 w 159083"/>
                <a:gd name="connsiteY6" fmla="*/ 35862 h 188171"/>
                <a:gd name="connsiteX7" fmla="*/ 78820 w 159083"/>
                <a:gd name="connsiteY7" fmla="*/ 27796 h 188171"/>
                <a:gd name="connsiteX8" fmla="*/ 103232 w 159083"/>
                <a:gd name="connsiteY8" fmla="*/ 32277 h 188171"/>
                <a:gd name="connsiteX9" fmla="*/ 121182 w 159083"/>
                <a:gd name="connsiteY9" fmla="*/ 46975 h 188171"/>
                <a:gd name="connsiteX10" fmla="*/ 128182 w 159083"/>
                <a:gd name="connsiteY10" fmla="*/ 74398 h 188171"/>
                <a:gd name="connsiteX11" fmla="*/ 128182 w 159083"/>
                <a:gd name="connsiteY11" fmla="*/ 96802 h 188171"/>
                <a:gd name="connsiteX12" fmla="*/ 122797 w 159083"/>
                <a:gd name="connsiteY12" fmla="*/ 91380 h 188171"/>
                <a:gd name="connsiteX13" fmla="*/ 73435 w 159083"/>
                <a:gd name="connsiteY13" fmla="*/ 76683 h 188171"/>
                <a:gd name="connsiteX14" fmla="*/ 36997 w 159083"/>
                <a:gd name="connsiteY14" fmla="*/ 83135 h 188171"/>
                <a:gd name="connsiteX15" fmla="*/ 10073 w 159083"/>
                <a:gd name="connsiteY15" fmla="*/ 101955 h 188171"/>
                <a:gd name="connsiteX16" fmla="*/ 21 w 159083"/>
                <a:gd name="connsiteY16" fmla="*/ 132246 h 188171"/>
                <a:gd name="connsiteX17" fmla="*/ 9893 w 159083"/>
                <a:gd name="connsiteY17" fmla="*/ 162716 h 188171"/>
                <a:gd name="connsiteX18" fmla="*/ 36279 w 159083"/>
                <a:gd name="connsiteY18" fmla="*/ 181715 h 188171"/>
                <a:gd name="connsiteX19" fmla="*/ 72179 w 159083"/>
                <a:gd name="connsiteY19" fmla="*/ 188167 h 188171"/>
                <a:gd name="connsiteX20" fmla="*/ 122439 w 159083"/>
                <a:gd name="connsiteY20" fmla="*/ 173111 h 188171"/>
                <a:gd name="connsiteX21" fmla="*/ 128900 w 159083"/>
                <a:gd name="connsiteY21" fmla="*/ 166300 h 188171"/>
                <a:gd name="connsiteX22" fmla="*/ 128900 w 159083"/>
                <a:gd name="connsiteY22" fmla="*/ 184582 h 188171"/>
                <a:gd name="connsiteX23" fmla="*/ 159056 w 159083"/>
                <a:gd name="connsiteY23" fmla="*/ 184582 h 188171"/>
                <a:gd name="connsiteX24" fmla="*/ 159056 w 159083"/>
                <a:gd name="connsiteY24" fmla="*/ 71171 h 188171"/>
                <a:gd name="connsiteX25" fmla="*/ 152235 w 159083"/>
                <a:gd name="connsiteY25" fmla="*/ 38730 h 188171"/>
                <a:gd name="connsiteX26" fmla="*/ 134285 w 159083"/>
                <a:gd name="connsiteY26" fmla="*/ 16505 h 188171"/>
                <a:gd name="connsiteX27" fmla="*/ 115258 w 159083"/>
                <a:gd name="connsiteY27" fmla="*/ 155412 h 188171"/>
                <a:gd name="connsiteX28" fmla="*/ 80975 w 159083"/>
                <a:gd name="connsiteY28" fmla="*/ 163477 h 188171"/>
                <a:gd name="connsiteX29" fmla="*/ 45972 w 159083"/>
                <a:gd name="connsiteY29" fmla="*/ 155591 h 188171"/>
                <a:gd name="connsiteX30" fmla="*/ 34808 w 159083"/>
                <a:gd name="connsiteY30" fmla="*/ 119242 h 188171"/>
                <a:gd name="connsiteX31" fmla="*/ 45972 w 159083"/>
                <a:gd name="connsiteY31" fmla="*/ 108094 h 188171"/>
                <a:gd name="connsiteX32" fmla="*/ 80975 w 159083"/>
                <a:gd name="connsiteY32" fmla="*/ 100387 h 188171"/>
                <a:gd name="connsiteX33" fmla="*/ 115258 w 159083"/>
                <a:gd name="connsiteY33" fmla="*/ 108452 h 188171"/>
                <a:gd name="connsiteX34" fmla="*/ 125656 w 159083"/>
                <a:gd name="connsiteY34" fmla="*/ 145030 h 188171"/>
                <a:gd name="connsiteX35" fmla="*/ 115258 w 159083"/>
                <a:gd name="connsiteY35" fmla="*/ 155412 h 18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9083" h="188171">
                  <a:moveTo>
                    <a:pt x="134285" y="16505"/>
                  </a:moveTo>
                  <a:cubicBezTo>
                    <a:pt x="126679" y="10715"/>
                    <a:pt x="118023" y="6458"/>
                    <a:pt x="108797" y="3958"/>
                  </a:cubicBezTo>
                  <a:cubicBezTo>
                    <a:pt x="99153" y="1296"/>
                    <a:pt x="89186" y="-30"/>
                    <a:pt x="79179" y="15"/>
                  </a:cubicBezTo>
                  <a:cubicBezTo>
                    <a:pt x="63734" y="-272"/>
                    <a:pt x="48490" y="3564"/>
                    <a:pt x="35023" y="11127"/>
                  </a:cubicBezTo>
                  <a:cubicBezTo>
                    <a:pt x="22059" y="18548"/>
                    <a:pt x="12047" y="30189"/>
                    <a:pt x="6662" y="44107"/>
                  </a:cubicBezTo>
                  <a:lnTo>
                    <a:pt x="31074" y="57549"/>
                  </a:lnTo>
                  <a:cubicBezTo>
                    <a:pt x="34570" y="48583"/>
                    <a:pt x="40865" y="40979"/>
                    <a:pt x="49024" y="35862"/>
                  </a:cubicBezTo>
                  <a:cubicBezTo>
                    <a:pt x="57954" y="30328"/>
                    <a:pt x="68311" y="27523"/>
                    <a:pt x="78820" y="27796"/>
                  </a:cubicBezTo>
                  <a:cubicBezTo>
                    <a:pt x="87172" y="27693"/>
                    <a:pt x="95465" y="29217"/>
                    <a:pt x="103232" y="32277"/>
                  </a:cubicBezTo>
                  <a:cubicBezTo>
                    <a:pt x="110556" y="35266"/>
                    <a:pt x="116811" y="40388"/>
                    <a:pt x="121182" y="46975"/>
                  </a:cubicBezTo>
                  <a:cubicBezTo>
                    <a:pt x="126235" y="55201"/>
                    <a:pt x="128676" y="64759"/>
                    <a:pt x="128182" y="74398"/>
                  </a:cubicBezTo>
                  <a:lnTo>
                    <a:pt x="128182" y="96802"/>
                  </a:lnTo>
                  <a:cubicBezTo>
                    <a:pt x="126535" y="94853"/>
                    <a:pt x="124736" y="93038"/>
                    <a:pt x="122797" y="91380"/>
                  </a:cubicBezTo>
                  <a:cubicBezTo>
                    <a:pt x="111309" y="81554"/>
                    <a:pt x="94854" y="76651"/>
                    <a:pt x="73435" y="76683"/>
                  </a:cubicBezTo>
                  <a:cubicBezTo>
                    <a:pt x="60992" y="76553"/>
                    <a:pt x="48638" y="78744"/>
                    <a:pt x="36997" y="83135"/>
                  </a:cubicBezTo>
                  <a:cubicBezTo>
                    <a:pt x="26510" y="86913"/>
                    <a:pt x="17217" y="93405"/>
                    <a:pt x="10073" y="101955"/>
                  </a:cubicBezTo>
                  <a:cubicBezTo>
                    <a:pt x="3252" y="110554"/>
                    <a:pt x="-307" y="121281"/>
                    <a:pt x="21" y="132246"/>
                  </a:cubicBezTo>
                  <a:cubicBezTo>
                    <a:pt x="-293" y="143233"/>
                    <a:pt x="3194" y="153996"/>
                    <a:pt x="9893" y="162716"/>
                  </a:cubicBezTo>
                  <a:cubicBezTo>
                    <a:pt x="16817" y="171301"/>
                    <a:pt x="25931" y="177866"/>
                    <a:pt x="36279" y="181715"/>
                  </a:cubicBezTo>
                  <a:cubicBezTo>
                    <a:pt x="47731" y="186097"/>
                    <a:pt x="59915" y="188288"/>
                    <a:pt x="72179" y="188167"/>
                  </a:cubicBezTo>
                  <a:cubicBezTo>
                    <a:pt x="93957" y="188167"/>
                    <a:pt x="110713" y="183149"/>
                    <a:pt x="122439" y="173111"/>
                  </a:cubicBezTo>
                  <a:cubicBezTo>
                    <a:pt x="124794" y="171041"/>
                    <a:pt x="126957" y="168765"/>
                    <a:pt x="128900" y="166300"/>
                  </a:cubicBezTo>
                  <a:lnTo>
                    <a:pt x="128900" y="184582"/>
                  </a:lnTo>
                  <a:lnTo>
                    <a:pt x="159056" y="184582"/>
                  </a:lnTo>
                  <a:lnTo>
                    <a:pt x="159056" y="71171"/>
                  </a:lnTo>
                  <a:cubicBezTo>
                    <a:pt x="159370" y="59974"/>
                    <a:pt x="157032" y="48857"/>
                    <a:pt x="152235" y="38730"/>
                  </a:cubicBezTo>
                  <a:cubicBezTo>
                    <a:pt x="148044" y="30041"/>
                    <a:pt x="141901" y="22437"/>
                    <a:pt x="134285" y="16505"/>
                  </a:cubicBezTo>
                  <a:close/>
                  <a:moveTo>
                    <a:pt x="115258" y="155412"/>
                  </a:moveTo>
                  <a:cubicBezTo>
                    <a:pt x="104758" y="161107"/>
                    <a:pt x="92920" y="163894"/>
                    <a:pt x="80975" y="163477"/>
                  </a:cubicBezTo>
                  <a:cubicBezTo>
                    <a:pt x="68822" y="163872"/>
                    <a:pt x="56774" y="161156"/>
                    <a:pt x="45972" y="155591"/>
                  </a:cubicBezTo>
                  <a:cubicBezTo>
                    <a:pt x="32837" y="148632"/>
                    <a:pt x="27839" y="132358"/>
                    <a:pt x="34808" y="119242"/>
                  </a:cubicBezTo>
                  <a:cubicBezTo>
                    <a:pt x="37330" y="114493"/>
                    <a:pt x="41220" y="110612"/>
                    <a:pt x="45972" y="108094"/>
                  </a:cubicBezTo>
                  <a:cubicBezTo>
                    <a:pt x="56810" y="102632"/>
                    <a:pt x="68845" y="99983"/>
                    <a:pt x="80975" y="100387"/>
                  </a:cubicBezTo>
                  <a:cubicBezTo>
                    <a:pt x="92920" y="99970"/>
                    <a:pt x="104758" y="102757"/>
                    <a:pt x="115258" y="108452"/>
                  </a:cubicBezTo>
                  <a:cubicBezTo>
                    <a:pt x="128245" y="115684"/>
                    <a:pt x="132899" y="132062"/>
                    <a:pt x="125656" y="145030"/>
                  </a:cubicBezTo>
                  <a:cubicBezTo>
                    <a:pt x="123224" y="149385"/>
                    <a:pt x="119620" y="152983"/>
                    <a:pt x="115258" y="155412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9" name="Forma libre 197">
              <a:extLst>
                <a:ext uri="{FF2B5EF4-FFF2-40B4-BE49-F238E27FC236}">
                  <a16:creationId xmlns:a16="http://schemas.microsoft.com/office/drawing/2014/main" id="{FBE48767-1469-B755-0792-42DE016F663D}"/>
                </a:ext>
              </a:extLst>
            </p:cNvPr>
            <p:cNvSpPr/>
            <p:nvPr/>
          </p:nvSpPr>
          <p:spPr>
            <a:xfrm>
              <a:off x="11404928" y="659740"/>
              <a:ext cx="57295" cy="61209"/>
            </a:xfrm>
            <a:custGeom>
              <a:avLst/>
              <a:gdLst>
                <a:gd name="connsiteX0" fmla="*/ 240337 w 241285"/>
                <a:gd name="connsiteY0" fmla="*/ 122425 h 257768"/>
                <a:gd name="connsiteX1" fmla="*/ 122586 w 241285"/>
                <a:gd name="connsiteY1" fmla="*/ 122425 h 257768"/>
                <a:gd name="connsiteX2" fmla="*/ 122586 w 241285"/>
                <a:gd name="connsiteY2" fmla="*/ 150744 h 257768"/>
                <a:gd name="connsiteX3" fmla="*/ 206456 w 241285"/>
                <a:gd name="connsiteY3" fmla="*/ 150744 h 257768"/>
                <a:gd name="connsiteX4" fmla="*/ 196180 w 241285"/>
                <a:gd name="connsiteY4" fmla="*/ 186591 h 257768"/>
                <a:gd name="connsiteX5" fmla="*/ 166922 w 241285"/>
                <a:gd name="connsiteY5" fmla="*/ 217061 h 257768"/>
                <a:gd name="connsiteX6" fmla="*/ 122586 w 241285"/>
                <a:gd name="connsiteY6" fmla="*/ 227636 h 257768"/>
                <a:gd name="connsiteX7" fmla="*/ 77711 w 241285"/>
                <a:gd name="connsiteY7" fmla="*/ 215807 h 257768"/>
                <a:gd name="connsiteX8" fmla="*/ 45402 w 241285"/>
                <a:gd name="connsiteY8" fmla="*/ 181931 h 257768"/>
                <a:gd name="connsiteX9" fmla="*/ 33375 w 241285"/>
                <a:gd name="connsiteY9" fmla="*/ 129057 h 257768"/>
                <a:gd name="connsiteX10" fmla="*/ 40196 w 241285"/>
                <a:gd name="connsiteY10" fmla="*/ 87474 h 257768"/>
                <a:gd name="connsiteX11" fmla="*/ 59223 w 241285"/>
                <a:gd name="connsiteY11" fmla="*/ 56467 h 257768"/>
                <a:gd name="connsiteX12" fmla="*/ 87763 w 241285"/>
                <a:gd name="connsiteY12" fmla="*/ 37109 h 257768"/>
                <a:gd name="connsiteX13" fmla="*/ 123663 w 241285"/>
                <a:gd name="connsiteY13" fmla="*/ 30478 h 257768"/>
                <a:gd name="connsiteX14" fmla="*/ 171050 w 241285"/>
                <a:gd name="connsiteY14" fmla="*/ 43382 h 257768"/>
                <a:gd name="connsiteX15" fmla="*/ 204796 w 241285"/>
                <a:gd name="connsiteY15" fmla="*/ 82456 h 257768"/>
                <a:gd name="connsiteX16" fmla="*/ 231721 w 241285"/>
                <a:gd name="connsiteY16" fmla="*/ 66325 h 257768"/>
                <a:gd name="connsiteX17" fmla="*/ 204078 w 241285"/>
                <a:gd name="connsiteY17" fmla="*/ 29044 h 257768"/>
                <a:gd name="connsiteX18" fmla="*/ 166563 w 241285"/>
                <a:gd name="connsiteY18" fmla="*/ 7177 h 257768"/>
                <a:gd name="connsiteX19" fmla="*/ 124022 w 241285"/>
                <a:gd name="connsiteY19" fmla="*/ 7 h 257768"/>
                <a:gd name="connsiteX20" fmla="*/ 74660 w 241285"/>
                <a:gd name="connsiteY20" fmla="*/ 8969 h 257768"/>
                <a:gd name="connsiteX21" fmla="*/ 35350 w 241285"/>
                <a:gd name="connsiteY21" fmla="*/ 34958 h 257768"/>
                <a:gd name="connsiteX22" fmla="*/ 9323 w 241285"/>
                <a:gd name="connsiteY22" fmla="*/ 75824 h 257768"/>
                <a:gd name="connsiteX23" fmla="*/ 9323 w 241285"/>
                <a:gd name="connsiteY23" fmla="*/ 182290 h 257768"/>
                <a:gd name="connsiteX24" fmla="*/ 74660 w 241285"/>
                <a:gd name="connsiteY24" fmla="*/ 248786 h 257768"/>
                <a:gd name="connsiteX25" fmla="*/ 123124 w 241285"/>
                <a:gd name="connsiteY25" fmla="*/ 257748 h 257768"/>
                <a:gd name="connsiteX26" fmla="*/ 184333 w 241285"/>
                <a:gd name="connsiteY26" fmla="*/ 242871 h 257768"/>
                <a:gd name="connsiteX27" fmla="*/ 226156 w 241285"/>
                <a:gd name="connsiteY27" fmla="*/ 200213 h 257768"/>
                <a:gd name="connsiteX28" fmla="*/ 241234 w 241285"/>
                <a:gd name="connsiteY28" fmla="*/ 133717 h 257768"/>
                <a:gd name="connsiteX29" fmla="*/ 241234 w 241285"/>
                <a:gd name="connsiteY29" fmla="*/ 127981 h 257768"/>
                <a:gd name="connsiteX30" fmla="*/ 240337 w 241285"/>
                <a:gd name="connsiteY30" fmla="*/ 122425 h 25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41285" h="257768">
                  <a:moveTo>
                    <a:pt x="240337" y="122425"/>
                  </a:moveTo>
                  <a:lnTo>
                    <a:pt x="122586" y="122425"/>
                  </a:lnTo>
                  <a:lnTo>
                    <a:pt x="122586" y="150744"/>
                  </a:lnTo>
                  <a:lnTo>
                    <a:pt x="206456" y="150744"/>
                  </a:lnTo>
                  <a:cubicBezTo>
                    <a:pt x="205290" y="163228"/>
                    <a:pt x="201807" y="175385"/>
                    <a:pt x="196180" y="186591"/>
                  </a:cubicBezTo>
                  <a:cubicBezTo>
                    <a:pt x="189651" y="199407"/>
                    <a:pt x="179469" y="210008"/>
                    <a:pt x="166922" y="217061"/>
                  </a:cubicBezTo>
                  <a:cubicBezTo>
                    <a:pt x="153307" y="224361"/>
                    <a:pt x="138032" y="228004"/>
                    <a:pt x="122586" y="227636"/>
                  </a:cubicBezTo>
                  <a:cubicBezTo>
                    <a:pt x="106835" y="227793"/>
                    <a:pt x="91331" y="223707"/>
                    <a:pt x="77711" y="215807"/>
                  </a:cubicBezTo>
                  <a:cubicBezTo>
                    <a:pt x="63984" y="207750"/>
                    <a:pt x="52793" y="196015"/>
                    <a:pt x="45402" y="181931"/>
                  </a:cubicBezTo>
                  <a:cubicBezTo>
                    <a:pt x="36997" y="165599"/>
                    <a:pt x="32859" y="147411"/>
                    <a:pt x="33375" y="129057"/>
                  </a:cubicBezTo>
                  <a:cubicBezTo>
                    <a:pt x="33128" y="114897"/>
                    <a:pt x="35440" y="100814"/>
                    <a:pt x="40196" y="87474"/>
                  </a:cubicBezTo>
                  <a:cubicBezTo>
                    <a:pt x="44320" y="75932"/>
                    <a:pt x="50796" y="65375"/>
                    <a:pt x="59223" y="56467"/>
                  </a:cubicBezTo>
                  <a:cubicBezTo>
                    <a:pt x="67229" y="48038"/>
                    <a:pt x="76967" y="41433"/>
                    <a:pt x="87763" y="37109"/>
                  </a:cubicBezTo>
                  <a:cubicBezTo>
                    <a:pt x="99179" y="32566"/>
                    <a:pt x="111376" y="30312"/>
                    <a:pt x="123663" y="30478"/>
                  </a:cubicBezTo>
                  <a:cubicBezTo>
                    <a:pt x="140365" y="30209"/>
                    <a:pt x="156798" y="34685"/>
                    <a:pt x="171050" y="43382"/>
                  </a:cubicBezTo>
                  <a:cubicBezTo>
                    <a:pt x="185783" y="52949"/>
                    <a:pt x="197486" y="66499"/>
                    <a:pt x="204796" y="82456"/>
                  </a:cubicBezTo>
                  <a:lnTo>
                    <a:pt x="231721" y="66325"/>
                  </a:lnTo>
                  <a:cubicBezTo>
                    <a:pt x="225348" y="52026"/>
                    <a:pt x="215912" y="39300"/>
                    <a:pt x="204078" y="29044"/>
                  </a:cubicBezTo>
                  <a:cubicBezTo>
                    <a:pt x="193043" y="19490"/>
                    <a:pt x="180321" y="12074"/>
                    <a:pt x="166563" y="7177"/>
                  </a:cubicBezTo>
                  <a:cubicBezTo>
                    <a:pt x="152899" y="2369"/>
                    <a:pt x="138507" y="-55"/>
                    <a:pt x="124022" y="7"/>
                  </a:cubicBezTo>
                  <a:cubicBezTo>
                    <a:pt x="107145" y="-172"/>
                    <a:pt x="90393" y="2871"/>
                    <a:pt x="74660" y="8969"/>
                  </a:cubicBezTo>
                  <a:cubicBezTo>
                    <a:pt x="59856" y="14741"/>
                    <a:pt x="46452" y="23599"/>
                    <a:pt x="35350" y="34958"/>
                  </a:cubicBezTo>
                  <a:cubicBezTo>
                    <a:pt x="23970" y="46662"/>
                    <a:pt x="15112" y="60571"/>
                    <a:pt x="9323" y="75824"/>
                  </a:cubicBezTo>
                  <a:cubicBezTo>
                    <a:pt x="-3108" y="110228"/>
                    <a:pt x="-3108" y="147886"/>
                    <a:pt x="9323" y="182290"/>
                  </a:cubicBezTo>
                  <a:cubicBezTo>
                    <a:pt x="20775" y="212639"/>
                    <a:pt x="44491" y="236773"/>
                    <a:pt x="74660" y="248786"/>
                  </a:cubicBezTo>
                  <a:cubicBezTo>
                    <a:pt x="90083" y="254867"/>
                    <a:pt x="106543" y="257914"/>
                    <a:pt x="123124" y="257748"/>
                  </a:cubicBezTo>
                  <a:cubicBezTo>
                    <a:pt x="144471" y="258138"/>
                    <a:pt x="165553" y="253012"/>
                    <a:pt x="184333" y="242871"/>
                  </a:cubicBezTo>
                  <a:cubicBezTo>
                    <a:pt x="202108" y="232982"/>
                    <a:pt x="216634" y="218168"/>
                    <a:pt x="226156" y="200213"/>
                  </a:cubicBezTo>
                  <a:cubicBezTo>
                    <a:pt x="236684" y="179660"/>
                    <a:pt x="241867" y="156794"/>
                    <a:pt x="241234" y="133717"/>
                  </a:cubicBezTo>
                  <a:cubicBezTo>
                    <a:pt x="241234" y="131790"/>
                    <a:pt x="241234" y="129863"/>
                    <a:pt x="241234" y="127981"/>
                  </a:cubicBezTo>
                  <a:cubicBezTo>
                    <a:pt x="241234" y="126100"/>
                    <a:pt x="240337" y="124128"/>
                    <a:pt x="240337" y="122425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0" name="Forma libre 198">
              <a:extLst>
                <a:ext uri="{FF2B5EF4-FFF2-40B4-BE49-F238E27FC236}">
                  <a16:creationId xmlns:a16="http://schemas.microsoft.com/office/drawing/2014/main" id="{95FE947C-202D-974A-262B-7BC22147AFC6}"/>
                </a:ext>
              </a:extLst>
            </p:cNvPr>
            <p:cNvSpPr/>
            <p:nvPr/>
          </p:nvSpPr>
          <p:spPr>
            <a:xfrm>
              <a:off x="11469819" y="676423"/>
              <a:ext cx="21908" cy="43712"/>
            </a:xfrm>
            <a:custGeom>
              <a:avLst/>
              <a:gdLst>
                <a:gd name="connsiteX0" fmla="*/ 51875 w 92261"/>
                <a:gd name="connsiteY0" fmla="*/ 8611 h 184082"/>
                <a:gd name="connsiteX1" fmla="*/ 30874 w 92261"/>
                <a:gd name="connsiteY1" fmla="*/ 34421 h 184082"/>
                <a:gd name="connsiteX2" fmla="*/ 30874 w 92261"/>
                <a:gd name="connsiteY2" fmla="*/ 3055 h 184082"/>
                <a:gd name="connsiteX3" fmla="*/ 0 w 92261"/>
                <a:gd name="connsiteY3" fmla="*/ 3055 h 184082"/>
                <a:gd name="connsiteX4" fmla="*/ 0 w 92261"/>
                <a:gd name="connsiteY4" fmla="*/ 184082 h 184082"/>
                <a:gd name="connsiteX5" fmla="*/ 30874 w 92261"/>
                <a:gd name="connsiteY5" fmla="*/ 184082 h 184082"/>
                <a:gd name="connsiteX6" fmla="*/ 30874 w 92261"/>
                <a:gd name="connsiteY6" fmla="*/ 87116 h 184082"/>
                <a:gd name="connsiteX7" fmla="*/ 43259 w 92261"/>
                <a:gd name="connsiteY7" fmla="*/ 47505 h 184082"/>
                <a:gd name="connsiteX8" fmla="*/ 75030 w 92261"/>
                <a:gd name="connsiteY8" fmla="*/ 32629 h 184082"/>
                <a:gd name="connsiteX9" fmla="*/ 92262 w 92261"/>
                <a:gd name="connsiteY9" fmla="*/ 32629 h 184082"/>
                <a:gd name="connsiteX10" fmla="*/ 92262 w 92261"/>
                <a:gd name="connsiteY10" fmla="*/ 8 h 184082"/>
                <a:gd name="connsiteX11" fmla="*/ 81672 w 92261"/>
                <a:gd name="connsiteY11" fmla="*/ 8 h 184082"/>
                <a:gd name="connsiteX12" fmla="*/ 51875 w 92261"/>
                <a:gd name="connsiteY12" fmla="*/ 8611 h 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261" h="184082">
                  <a:moveTo>
                    <a:pt x="51875" y="8611"/>
                  </a:moveTo>
                  <a:cubicBezTo>
                    <a:pt x="42550" y="15036"/>
                    <a:pt x="35263" y="23994"/>
                    <a:pt x="30874" y="34421"/>
                  </a:cubicBezTo>
                  <a:lnTo>
                    <a:pt x="30874" y="3055"/>
                  </a:lnTo>
                  <a:lnTo>
                    <a:pt x="0" y="3055"/>
                  </a:lnTo>
                  <a:lnTo>
                    <a:pt x="0" y="184082"/>
                  </a:lnTo>
                  <a:lnTo>
                    <a:pt x="30874" y="184082"/>
                  </a:lnTo>
                  <a:lnTo>
                    <a:pt x="30874" y="87116"/>
                  </a:lnTo>
                  <a:cubicBezTo>
                    <a:pt x="30147" y="72862"/>
                    <a:pt x="34540" y="58815"/>
                    <a:pt x="43259" y="47505"/>
                  </a:cubicBezTo>
                  <a:cubicBezTo>
                    <a:pt x="50928" y="37844"/>
                    <a:pt x="62690" y="32337"/>
                    <a:pt x="75030" y="32629"/>
                  </a:cubicBezTo>
                  <a:lnTo>
                    <a:pt x="92262" y="32629"/>
                  </a:lnTo>
                  <a:lnTo>
                    <a:pt x="92262" y="8"/>
                  </a:lnTo>
                  <a:lnTo>
                    <a:pt x="81672" y="8"/>
                  </a:lnTo>
                  <a:cubicBezTo>
                    <a:pt x="71099" y="-172"/>
                    <a:pt x="60720" y="2826"/>
                    <a:pt x="51875" y="8611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1" name="Forma libre 199">
              <a:extLst>
                <a:ext uri="{FF2B5EF4-FFF2-40B4-BE49-F238E27FC236}">
                  <a16:creationId xmlns:a16="http://schemas.microsoft.com/office/drawing/2014/main" id="{5CFAB2B7-E503-7381-54C4-37C3080B6431}"/>
                </a:ext>
              </a:extLst>
            </p:cNvPr>
            <p:cNvSpPr/>
            <p:nvPr/>
          </p:nvSpPr>
          <p:spPr>
            <a:xfrm>
              <a:off x="11493246" y="676422"/>
              <a:ext cx="43316" cy="44610"/>
            </a:xfrm>
            <a:custGeom>
              <a:avLst/>
              <a:gdLst>
                <a:gd name="connsiteX0" fmla="*/ 137876 w 182416"/>
                <a:gd name="connsiteY0" fmla="*/ 11843 h 187865"/>
                <a:gd name="connsiteX1" fmla="*/ 91027 w 182416"/>
                <a:gd name="connsiteY1" fmla="*/ 14 h 187865"/>
                <a:gd name="connsiteX2" fmla="*/ 55127 w 182416"/>
                <a:gd name="connsiteY2" fmla="*/ 6645 h 187865"/>
                <a:gd name="connsiteX3" fmla="*/ 26049 w 182416"/>
                <a:gd name="connsiteY3" fmla="*/ 25824 h 187865"/>
                <a:gd name="connsiteX4" fmla="*/ 6842 w 182416"/>
                <a:gd name="connsiteY4" fmla="*/ 55756 h 187865"/>
                <a:gd name="connsiteX5" fmla="*/ 21 w 182416"/>
                <a:gd name="connsiteY5" fmla="*/ 93575 h 187865"/>
                <a:gd name="connsiteX6" fmla="*/ 11868 w 182416"/>
                <a:gd name="connsiteY6" fmla="*/ 142864 h 187865"/>
                <a:gd name="connsiteX7" fmla="*/ 44357 w 182416"/>
                <a:gd name="connsiteY7" fmla="*/ 176023 h 187865"/>
                <a:gd name="connsiteX8" fmla="*/ 91206 w 182416"/>
                <a:gd name="connsiteY8" fmla="*/ 187852 h 187865"/>
                <a:gd name="connsiteX9" fmla="*/ 127644 w 182416"/>
                <a:gd name="connsiteY9" fmla="*/ 181041 h 187865"/>
                <a:gd name="connsiteX10" fmla="*/ 156544 w 182416"/>
                <a:gd name="connsiteY10" fmla="*/ 161684 h 187865"/>
                <a:gd name="connsiteX11" fmla="*/ 175570 w 182416"/>
                <a:gd name="connsiteY11" fmla="*/ 131931 h 187865"/>
                <a:gd name="connsiteX12" fmla="*/ 182391 w 182416"/>
                <a:gd name="connsiteY12" fmla="*/ 93575 h 187865"/>
                <a:gd name="connsiteX13" fmla="*/ 170544 w 182416"/>
                <a:gd name="connsiteY13" fmla="*/ 44643 h 187865"/>
                <a:gd name="connsiteX14" fmla="*/ 137876 w 182416"/>
                <a:gd name="connsiteY14" fmla="*/ 11843 h 187865"/>
                <a:gd name="connsiteX15" fmla="*/ 146492 w 182416"/>
                <a:gd name="connsiteY15" fmla="*/ 121356 h 187865"/>
                <a:gd name="connsiteX16" fmla="*/ 133927 w 182416"/>
                <a:gd name="connsiteY16" fmla="*/ 142327 h 187865"/>
                <a:gd name="connsiteX17" fmla="*/ 114900 w 182416"/>
                <a:gd name="connsiteY17" fmla="*/ 155411 h 187865"/>
                <a:gd name="connsiteX18" fmla="*/ 91027 w 182416"/>
                <a:gd name="connsiteY18" fmla="*/ 159892 h 187865"/>
                <a:gd name="connsiteX19" fmla="*/ 60512 w 182416"/>
                <a:gd name="connsiteY19" fmla="*/ 152005 h 187865"/>
                <a:gd name="connsiteX20" fmla="*/ 39152 w 182416"/>
                <a:gd name="connsiteY20" fmla="*/ 129242 h 187865"/>
                <a:gd name="connsiteX21" fmla="*/ 31433 w 182416"/>
                <a:gd name="connsiteY21" fmla="*/ 93395 h 187865"/>
                <a:gd name="connsiteX22" fmla="*/ 35921 w 182416"/>
                <a:gd name="connsiteY22" fmla="*/ 65793 h 187865"/>
                <a:gd name="connsiteX23" fmla="*/ 48486 w 182416"/>
                <a:gd name="connsiteY23" fmla="*/ 45002 h 187865"/>
                <a:gd name="connsiteX24" fmla="*/ 67513 w 182416"/>
                <a:gd name="connsiteY24" fmla="*/ 32097 h 187865"/>
                <a:gd name="connsiteX25" fmla="*/ 91027 w 182416"/>
                <a:gd name="connsiteY25" fmla="*/ 27616 h 187865"/>
                <a:gd name="connsiteX26" fmla="*/ 121721 w 182416"/>
                <a:gd name="connsiteY26" fmla="*/ 35502 h 187865"/>
                <a:gd name="connsiteX27" fmla="*/ 143081 w 182416"/>
                <a:gd name="connsiteY27" fmla="*/ 57907 h 187865"/>
                <a:gd name="connsiteX28" fmla="*/ 150979 w 182416"/>
                <a:gd name="connsiteY28" fmla="*/ 93037 h 187865"/>
                <a:gd name="connsiteX29" fmla="*/ 146492 w 182416"/>
                <a:gd name="connsiteY29" fmla="*/ 121356 h 187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2416" h="187865">
                  <a:moveTo>
                    <a:pt x="137876" y="11843"/>
                  </a:moveTo>
                  <a:cubicBezTo>
                    <a:pt x="123588" y="3814"/>
                    <a:pt x="107420" y="-269"/>
                    <a:pt x="91027" y="14"/>
                  </a:cubicBezTo>
                  <a:cubicBezTo>
                    <a:pt x="78745" y="-80"/>
                    <a:pt x="66561" y="2174"/>
                    <a:pt x="55127" y="6645"/>
                  </a:cubicBezTo>
                  <a:cubicBezTo>
                    <a:pt x="44187" y="10920"/>
                    <a:pt x="34279" y="17453"/>
                    <a:pt x="26049" y="25824"/>
                  </a:cubicBezTo>
                  <a:cubicBezTo>
                    <a:pt x="17666" y="34387"/>
                    <a:pt x="11128" y="44572"/>
                    <a:pt x="6842" y="55756"/>
                  </a:cubicBezTo>
                  <a:cubicBezTo>
                    <a:pt x="2216" y="67823"/>
                    <a:pt x="-100" y="80652"/>
                    <a:pt x="21" y="93575"/>
                  </a:cubicBezTo>
                  <a:cubicBezTo>
                    <a:pt x="-333" y="110750"/>
                    <a:pt x="3746" y="127723"/>
                    <a:pt x="11868" y="142864"/>
                  </a:cubicBezTo>
                  <a:cubicBezTo>
                    <a:pt x="19416" y="156706"/>
                    <a:pt x="30662" y="168186"/>
                    <a:pt x="44357" y="176023"/>
                  </a:cubicBezTo>
                  <a:cubicBezTo>
                    <a:pt x="58650" y="184044"/>
                    <a:pt x="74818" y="188126"/>
                    <a:pt x="91206" y="187852"/>
                  </a:cubicBezTo>
                  <a:cubicBezTo>
                    <a:pt x="103682" y="187978"/>
                    <a:pt x="116058" y="185666"/>
                    <a:pt x="127644" y="181041"/>
                  </a:cubicBezTo>
                  <a:cubicBezTo>
                    <a:pt x="138513" y="176650"/>
                    <a:pt x="148354" y="170059"/>
                    <a:pt x="156544" y="161684"/>
                  </a:cubicBezTo>
                  <a:cubicBezTo>
                    <a:pt x="164814" y="153139"/>
                    <a:pt x="171285" y="143021"/>
                    <a:pt x="175570" y="131931"/>
                  </a:cubicBezTo>
                  <a:cubicBezTo>
                    <a:pt x="180264" y="119694"/>
                    <a:pt x="182580" y="106677"/>
                    <a:pt x="182391" y="93575"/>
                  </a:cubicBezTo>
                  <a:cubicBezTo>
                    <a:pt x="182782" y="76511"/>
                    <a:pt x="178698" y="59645"/>
                    <a:pt x="170544" y="44643"/>
                  </a:cubicBezTo>
                  <a:cubicBezTo>
                    <a:pt x="162884" y="30918"/>
                    <a:pt x="151581" y="19568"/>
                    <a:pt x="137876" y="11843"/>
                  </a:cubicBezTo>
                  <a:close/>
                  <a:moveTo>
                    <a:pt x="146492" y="121356"/>
                  </a:moveTo>
                  <a:cubicBezTo>
                    <a:pt x="143795" y="129135"/>
                    <a:pt x="139518" y="136277"/>
                    <a:pt x="133927" y="142327"/>
                  </a:cubicBezTo>
                  <a:cubicBezTo>
                    <a:pt x="128609" y="148013"/>
                    <a:pt x="122116" y="152476"/>
                    <a:pt x="114900" y="155411"/>
                  </a:cubicBezTo>
                  <a:cubicBezTo>
                    <a:pt x="107312" y="158440"/>
                    <a:pt x="99203" y="159963"/>
                    <a:pt x="91027" y="159892"/>
                  </a:cubicBezTo>
                  <a:cubicBezTo>
                    <a:pt x="80333" y="160022"/>
                    <a:pt x="69797" y="157302"/>
                    <a:pt x="60512" y="152005"/>
                  </a:cubicBezTo>
                  <a:cubicBezTo>
                    <a:pt x="51349" y="146628"/>
                    <a:pt x="43931" y="138724"/>
                    <a:pt x="39152" y="129242"/>
                  </a:cubicBezTo>
                  <a:cubicBezTo>
                    <a:pt x="33731" y="118085"/>
                    <a:pt x="31083" y="105789"/>
                    <a:pt x="31433" y="93395"/>
                  </a:cubicBezTo>
                  <a:cubicBezTo>
                    <a:pt x="31299" y="84003"/>
                    <a:pt x="32816" y="74661"/>
                    <a:pt x="35921" y="65793"/>
                  </a:cubicBezTo>
                  <a:cubicBezTo>
                    <a:pt x="38658" y="58086"/>
                    <a:pt x="42930" y="51011"/>
                    <a:pt x="48486" y="45002"/>
                  </a:cubicBezTo>
                  <a:cubicBezTo>
                    <a:pt x="53786" y="39334"/>
                    <a:pt x="60283" y="34924"/>
                    <a:pt x="67513" y="32097"/>
                  </a:cubicBezTo>
                  <a:cubicBezTo>
                    <a:pt x="74998" y="29135"/>
                    <a:pt x="82976" y="27616"/>
                    <a:pt x="91027" y="27616"/>
                  </a:cubicBezTo>
                  <a:cubicBezTo>
                    <a:pt x="101788" y="27410"/>
                    <a:pt x="112396" y="30139"/>
                    <a:pt x="121721" y="35502"/>
                  </a:cubicBezTo>
                  <a:cubicBezTo>
                    <a:pt x="130804" y="40826"/>
                    <a:pt x="138203" y="48591"/>
                    <a:pt x="143081" y="57907"/>
                  </a:cubicBezTo>
                  <a:cubicBezTo>
                    <a:pt x="148614" y="68773"/>
                    <a:pt x="151329" y="80853"/>
                    <a:pt x="150979" y="93037"/>
                  </a:cubicBezTo>
                  <a:cubicBezTo>
                    <a:pt x="151190" y="102666"/>
                    <a:pt x="149669" y="112260"/>
                    <a:pt x="146492" y="121356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2" name="Forma libre 200">
              <a:extLst>
                <a:ext uri="{FF2B5EF4-FFF2-40B4-BE49-F238E27FC236}">
                  <a16:creationId xmlns:a16="http://schemas.microsoft.com/office/drawing/2014/main" id="{19C9BD8F-1350-A325-9F3F-1E52FEDD706F}"/>
                </a:ext>
              </a:extLst>
            </p:cNvPr>
            <p:cNvSpPr/>
            <p:nvPr/>
          </p:nvSpPr>
          <p:spPr>
            <a:xfrm>
              <a:off x="11543133" y="677191"/>
              <a:ext cx="36588" cy="43797"/>
            </a:xfrm>
            <a:custGeom>
              <a:avLst/>
              <a:gdLst>
                <a:gd name="connsiteX0" fmla="*/ 123174 w 154081"/>
                <a:gd name="connsiteY0" fmla="*/ 105390 h 184441"/>
                <a:gd name="connsiteX1" fmla="*/ 110429 w 154081"/>
                <a:gd name="connsiteY1" fmla="*/ 143567 h 184441"/>
                <a:gd name="connsiteX2" fmla="*/ 77222 w 154081"/>
                <a:gd name="connsiteY2" fmla="*/ 156293 h 184441"/>
                <a:gd name="connsiteX3" fmla="*/ 44015 w 154081"/>
                <a:gd name="connsiteY3" fmla="*/ 143567 h 184441"/>
                <a:gd name="connsiteX4" fmla="*/ 30912 w 154081"/>
                <a:gd name="connsiteY4" fmla="*/ 105390 h 184441"/>
                <a:gd name="connsiteX5" fmla="*/ 30912 w 154081"/>
                <a:gd name="connsiteY5" fmla="*/ 0 h 184441"/>
                <a:gd name="connsiteX6" fmla="*/ 38 w 154081"/>
                <a:gd name="connsiteY6" fmla="*/ 0 h 184441"/>
                <a:gd name="connsiteX7" fmla="*/ 38 w 154081"/>
                <a:gd name="connsiteY7" fmla="*/ 107900 h 184441"/>
                <a:gd name="connsiteX8" fmla="*/ 10090 w 154081"/>
                <a:gd name="connsiteY8" fmla="*/ 149482 h 184441"/>
                <a:gd name="connsiteX9" fmla="*/ 37733 w 154081"/>
                <a:gd name="connsiteY9" fmla="*/ 175471 h 184441"/>
                <a:gd name="connsiteX10" fmla="*/ 77222 w 154081"/>
                <a:gd name="connsiteY10" fmla="*/ 184433 h 184441"/>
                <a:gd name="connsiteX11" fmla="*/ 116712 w 154081"/>
                <a:gd name="connsiteY11" fmla="*/ 175471 h 184441"/>
                <a:gd name="connsiteX12" fmla="*/ 143995 w 154081"/>
                <a:gd name="connsiteY12" fmla="*/ 149482 h 184441"/>
                <a:gd name="connsiteX13" fmla="*/ 154047 w 154081"/>
                <a:gd name="connsiteY13" fmla="*/ 107900 h 184441"/>
                <a:gd name="connsiteX14" fmla="*/ 154047 w 154081"/>
                <a:gd name="connsiteY14" fmla="*/ 0 h 184441"/>
                <a:gd name="connsiteX15" fmla="*/ 123174 w 154081"/>
                <a:gd name="connsiteY15" fmla="*/ 0 h 18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081" h="184441">
                  <a:moveTo>
                    <a:pt x="123174" y="105390"/>
                  </a:moveTo>
                  <a:cubicBezTo>
                    <a:pt x="123174" y="122328"/>
                    <a:pt x="118924" y="135054"/>
                    <a:pt x="110429" y="143567"/>
                  </a:cubicBezTo>
                  <a:cubicBezTo>
                    <a:pt x="101589" y="152198"/>
                    <a:pt x="89576" y="156800"/>
                    <a:pt x="77222" y="156293"/>
                  </a:cubicBezTo>
                  <a:cubicBezTo>
                    <a:pt x="64886" y="156705"/>
                    <a:pt x="52909" y="152113"/>
                    <a:pt x="44015" y="143567"/>
                  </a:cubicBezTo>
                  <a:cubicBezTo>
                    <a:pt x="35278" y="135054"/>
                    <a:pt x="30912" y="122328"/>
                    <a:pt x="30912" y="105390"/>
                  </a:cubicBezTo>
                  <a:lnTo>
                    <a:pt x="30912" y="0"/>
                  </a:lnTo>
                  <a:lnTo>
                    <a:pt x="38" y="0"/>
                  </a:lnTo>
                  <a:lnTo>
                    <a:pt x="38" y="107900"/>
                  </a:lnTo>
                  <a:cubicBezTo>
                    <a:pt x="-406" y="122409"/>
                    <a:pt x="3067" y="136770"/>
                    <a:pt x="10090" y="149482"/>
                  </a:cubicBezTo>
                  <a:cubicBezTo>
                    <a:pt x="16507" y="160698"/>
                    <a:pt x="26132" y="169749"/>
                    <a:pt x="37733" y="175471"/>
                  </a:cubicBezTo>
                  <a:cubicBezTo>
                    <a:pt x="50010" y="181507"/>
                    <a:pt x="63535" y="184577"/>
                    <a:pt x="77222" y="184433"/>
                  </a:cubicBezTo>
                  <a:cubicBezTo>
                    <a:pt x="90913" y="184621"/>
                    <a:pt x="104447" y="181552"/>
                    <a:pt x="116712" y="175471"/>
                  </a:cubicBezTo>
                  <a:cubicBezTo>
                    <a:pt x="128146" y="169646"/>
                    <a:pt x="137628" y="160613"/>
                    <a:pt x="143995" y="149482"/>
                  </a:cubicBezTo>
                  <a:cubicBezTo>
                    <a:pt x="150996" y="136765"/>
                    <a:pt x="154469" y="122409"/>
                    <a:pt x="154047" y="107900"/>
                  </a:cubicBezTo>
                  <a:lnTo>
                    <a:pt x="154047" y="0"/>
                  </a:lnTo>
                  <a:lnTo>
                    <a:pt x="123174" y="0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3" name="Forma libre 201">
              <a:extLst>
                <a:ext uri="{FF2B5EF4-FFF2-40B4-BE49-F238E27FC236}">
                  <a16:creationId xmlns:a16="http://schemas.microsoft.com/office/drawing/2014/main" id="{C91BC748-7AAC-F451-EF31-7CD3A6D24209}"/>
                </a:ext>
              </a:extLst>
            </p:cNvPr>
            <p:cNvSpPr/>
            <p:nvPr/>
          </p:nvSpPr>
          <p:spPr>
            <a:xfrm>
              <a:off x="11588738" y="676416"/>
              <a:ext cx="42330" cy="57807"/>
            </a:xfrm>
            <a:custGeom>
              <a:avLst/>
              <a:gdLst>
                <a:gd name="connsiteX0" fmla="*/ 137316 w 178264"/>
                <a:gd name="connsiteY0" fmla="*/ 11870 h 243441"/>
                <a:gd name="connsiteX1" fmla="*/ 94236 w 178264"/>
                <a:gd name="connsiteY1" fmla="*/ 40 h 243441"/>
                <a:gd name="connsiteX2" fmla="*/ 35900 w 178264"/>
                <a:gd name="connsiteY2" fmla="*/ 29614 h 243441"/>
                <a:gd name="connsiteX3" fmla="*/ 30874 w 178264"/>
                <a:gd name="connsiteY3" fmla="*/ 37814 h 243441"/>
                <a:gd name="connsiteX4" fmla="*/ 30874 w 178264"/>
                <a:gd name="connsiteY4" fmla="*/ 3266 h 243441"/>
                <a:gd name="connsiteX5" fmla="*/ 0 w 178264"/>
                <a:gd name="connsiteY5" fmla="*/ 3266 h 243441"/>
                <a:gd name="connsiteX6" fmla="*/ 0 w 178264"/>
                <a:gd name="connsiteY6" fmla="*/ 243442 h 243441"/>
                <a:gd name="connsiteX7" fmla="*/ 30874 w 178264"/>
                <a:gd name="connsiteY7" fmla="*/ 243442 h 243441"/>
                <a:gd name="connsiteX8" fmla="*/ 30874 w 178264"/>
                <a:gd name="connsiteY8" fmla="*/ 149343 h 243441"/>
                <a:gd name="connsiteX9" fmla="*/ 36079 w 178264"/>
                <a:gd name="connsiteY9" fmla="*/ 157767 h 243441"/>
                <a:gd name="connsiteX10" fmla="*/ 59952 w 178264"/>
                <a:gd name="connsiteY10" fmla="*/ 179275 h 243441"/>
                <a:gd name="connsiteX11" fmla="*/ 94057 w 178264"/>
                <a:gd name="connsiteY11" fmla="*/ 187341 h 243441"/>
                <a:gd name="connsiteX12" fmla="*/ 154009 w 178264"/>
                <a:gd name="connsiteY12" fmla="*/ 161173 h 243441"/>
                <a:gd name="connsiteX13" fmla="*/ 171959 w 178264"/>
                <a:gd name="connsiteY13" fmla="*/ 131419 h 243441"/>
                <a:gd name="connsiteX14" fmla="*/ 178241 w 178264"/>
                <a:gd name="connsiteY14" fmla="*/ 93422 h 243441"/>
                <a:gd name="connsiteX15" fmla="*/ 167292 w 178264"/>
                <a:gd name="connsiteY15" fmla="*/ 44670 h 243441"/>
                <a:gd name="connsiteX16" fmla="*/ 137316 w 178264"/>
                <a:gd name="connsiteY16" fmla="*/ 11870 h 243441"/>
                <a:gd name="connsiteX17" fmla="*/ 142880 w 178264"/>
                <a:gd name="connsiteY17" fmla="*/ 121562 h 243441"/>
                <a:gd name="connsiteX18" fmla="*/ 130854 w 178264"/>
                <a:gd name="connsiteY18" fmla="*/ 142353 h 243441"/>
                <a:gd name="connsiteX19" fmla="*/ 112186 w 178264"/>
                <a:gd name="connsiteY19" fmla="*/ 155258 h 243441"/>
                <a:gd name="connsiteX20" fmla="*/ 88851 w 178264"/>
                <a:gd name="connsiteY20" fmla="*/ 159739 h 243441"/>
                <a:gd name="connsiteX21" fmla="*/ 46669 w 178264"/>
                <a:gd name="connsiteY21" fmla="*/ 142353 h 243441"/>
                <a:gd name="connsiteX22" fmla="*/ 30335 w 178264"/>
                <a:gd name="connsiteY22" fmla="*/ 94139 h 243441"/>
                <a:gd name="connsiteX23" fmla="*/ 34822 w 178264"/>
                <a:gd name="connsiteY23" fmla="*/ 66536 h 243441"/>
                <a:gd name="connsiteX24" fmla="*/ 47028 w 178264"/>
                <a:gd name="connsiteY24" fmla="*/ 45745 h 243441"/>
                <a:gd name="connsiteX25" fmla="*/ 65517 w 178264"/>
                <a:gd name="connsiteY25" fmla="*/ 32661 h 243441"/>
                <a:gd name="connsiteX26" fmla="*/ 89031 w 178264"/>
                <a:gd name="connsiteY26" fmla="*/ 28180 h 243441"/>
                <a:gd name="connsiteX27" fmla="*/ 130854 w 178264"/>
                <a:gd name="connsiteY27" fmla="*/ 45745 h 243441"/>
                <a:gd name="connsiteX28" fmla="*/ 147188 w 178264"/>
                <a:gd name="connsiteY28" fmla="*/ 94139 h 243441"/>
                <a:gd name="connsiteX29" fmla="*/ 142656 w 178264"/>
                <a:gd name="connsiteY29" fmla="*/ 121562 h 24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264" h="243441">
                  <a:moveTo>
                    <a:pt x="137316" y="11870"/>
                  </a:moveTo>
                  <a:cubicBezTo>
                    <a:pt x="124374" y="3916"/>
                    <a:pt x="109431" y="-188"/>
                    <a:pt x="94236" y="40"/>
                  </a:cubicBezTo>
                  <a:cubicBezTo>
                    <a:pt x="70996" y="-757"/>
                    <a:pt x="48971" y="10409"/>
                    <a:pt x="35900" y="29614"/>
                  </a:cubicBezTo>
                  <a:cubicBezTo>
                    <a:pt x="34078" y="32253"/>
                    <a:pt x="32399" y="34991"/>
                    <a:pt x="30874" y="37814"/>
                  </a:cubicBezTo>
                  <a:lnTo>
                    <a:pt x="30874" y="3266"/>
                  </a:lnTo>
                  <a:lnTo>
                    <a:pt x="0" y="3266"/>
                  </a:lnTo>
                  <a:lnTo>
                    <a:pt x="0" y="243442"/>
                  </a:lnTo>
                  <a:lnTo>
                    <a:pt x="30874" y="243442"/>
                  </a:lnTo>
                  <a:lnTo>
                    <a:pt x="30874" y="149343"/>
                  </a:lnTo>
                  <a:cubicBezTo>
                    <a:pt x="32462" y="152242"/>
                    <a:pt x="34199" y="155052"/>
                    <a:pt x="36079" y="157767"/>
                  </a:cubicBezTo>
                  <a:cubicBezTo>
                    <a:pt x="42317" y="166635"/>
                    <a:pt x="50479" y="173988"/>
                    <a:pt x="59952" y="179275"/>
                  </a:cubicBezTo>
                  <a:cubicBezTo>
                    <a:pt x="70426" y="184872"/>
                    <a:pt x="82179" y="187650"/>
                    <a:pt x="94057" y="187341"/>
                  </a:cubicBezTo>
                  <a:cubicBezTo>
                    <a:pt x="116880" y="187623"/>
                    <a:pt x="138716" y="178092"/>
                    <a:pt x="154009" y="161173"/>
                  </a:cubicBezTo>
                  <a:cubicBezTo>
                    <a:pt x="161912" y="152542"/>
                    <a:pt x="168015" y="142429"/>
                    <a:pt x="171959" y="131419"/>
                  </a:cubicBezTo>
                  <a:cubicBezTo>
                    <a:pt x="176263" y="119218"/>
                    <a:pt x="178390" y="106358"/>
                    <a:pt x="178241" y="93422"/>
                  </a:cubicBezTo>
                  <a:cubicBezTo>
                    <a:pt x="178600" y="76524"/>
                    <a:pt x="174840" y="59797"/>
                    <a:pt x="167292" y="44670"/>
                  </a:cubicBezTo>
                  <a:cubicBezTo>
                    <a:pt x="160493" y="31205"/>
                    <a:pt x="150123" y="19859"/>
                    <a:pt x="137316" y="11870"/>
                  </a:cubicBezTo>
                  <a:close/>
                  <a:moveTo>
                    <a:pt x="142880" y="121562"/>
                  </a:moveTo>
                  <a:cubicBezTo>
                    <a:pt x="140376" y="129255"/>
                    <a:pt x="136275" y="136340"/>
                    <a:pt x="130854" y="142353"/>
                  </a:cubicBezTo>
                  <a:cubicBezTo>
                    <a:pt x="125698" y="148021"/>
                    <a:pt x="119312" y="152435"/>
                    <a:pt x="112186" y="155258"/>
                  </a:cubicBezTo>
                  <a:cubicBezTo>
                    <a:pt x="104768" y="158233"/>
                    <a:pt x="96848" y="159757"/>
                    <a:pt x="88851" y="159739"/>
                  </a:cubicBezTo>
                  <a:cubicBezTo>
                    <a:pt x="72944" y="160267"/>
                    <a:pt x="57574" y="153932"/>
                    <a:pt x="46669" y="142353"/>
                  </a:cubicBezTo>
                  <a:cubicBezTo>
                    <a:pt x="35778" y="130761"/>
                    <a:pt x="30335" y="114692"/>
                    <a:pt x="30335" y="94139"/>
                  </a:cubicBezTo>
                  <a:cubicBezTo>
                    <a:pt x="30245" y="84751"/>
                    <a:pt x="31762" y="75413"/>
                    <a:pt x="34822" y="66536"/>
                  </a:cubicBezTo>
                  <a:cubicBezTo>
                    <a:pt x="37434" y="58852"/>
                    <a:pt x="41585" y="51776"/>
                    <a:pt x="47028" y="45745"/>
                  </a:cubicBezTo>
                  <a:cubicBezTo>
                    <a:pt x="52162" y="40090"/>
                    <a:pt x="58471" y="35623"/>
                    <a:pt x="65517" y="32661"/>
                  </a:cubicBezTo>
                  <a:cubicBezTo>
                    <a:pt x="72970" y="29587"/>
                    <a:pt x="80967" y="28064"/>
                    <a:pt x="89031" y="28180"/>
                  </a:cubicBezTo>
                  <a:cubicBezTo>
                    <a:pt x="104867" y="27678"/>
                    <a:pt x="120138" y="34090"/>
                    <a:pt x="130854" y="45745"/>
                  </a:cubicBezTo>
                  <a:cubicBezTo>
                    <a:pt x="141745" y="57454"/>
                    <a:pt x="147188" y="73585"/>
                    <a:pt x="147188" y="94139"/>
                  </a:cubicBezTo>
                  <a:cubicBezTo>
                    <a:pt x="147166" y="103463"/>
                    <a:pt x="145636" y="112725"/>
                    <a:pt x="142656" y="121562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130526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ymbol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1876BB3C-AA57-D420-4861-FBD3D021574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6491" y="2622552"/>
            <a:ext cx="1706064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6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44A5684A-99D4-90FA-C12A-589CFF68A16B}"/>
              </a:ext>
            </a:extLst>
          </p:cNvPr>
          <p:cNvGrpSpPr/>
          <p:nvPr/>
        </p:nvGrpSpPr>
        <p:grpSpPr>
          <a:xfrm>
            <a:off x="4496068" y="3036081"/>
            <a:ext cx="3199864" cy="1278273"/>
            <a:chOff x="10709665" y="301762"/>
            <a:chExt cx="1082567" cy="432461"/>
          </a:xfrm>
          <a:solidFill>
            <a:schemeClr val="bg1"/>
          </a:solidFill>
        </p:grpSpPr>
        <p:sp>
          <p:nvSpPr>
            <p:cNvPr id="16" name="Forma libre 163">
              <a:extLst>
                <a:ext uri="{FF2B5EF4-FFF2-40B4-BE49-F238E27FC236}">
                  <a16:creationId xmlns:a16="http://schemas.microsoft.com/office/drawing/2014/main" id="{20EE8F42-D2FD-240A-68E7-B75F4BD92081}"/>
                </a:ext>
              </a:extLst>
            </p:cNvPr>
            <p:cNvSpPr/>
            <p:nvPr/>
          </p:nvSpPr>
          <p:spPr>
            <a:xfrm>
              <a:off x="11039633" y="364114"/>
              <a:ext cx="132622" cy="141132"/>
            </a:xfrm>
            <a:custGeom>
              <a:avLst/>
              <a:gdLst>
                <a:gd name="connsiteX0" fmla="*/ 236399 w 558508"/>
                <a:gd name="connsiteY0" fmla="*/ 0 h 594344"/>
                <a:gd name="connsiteX1" fmla="*/ 0 w 558508"/>
                <a:gd name="connsiteY1" fmla="*/ 594344 h 594344"/>
                <a:gd name="connsiteX2" fmla="*/ 90961 w 558508"/>
                <a:gd name="connsiteY2" fmla="*/ 594344 h 594344"/>
                <a:gd name="connsiteX3" fmla="*/ 156074 w 558508"/>
                <a:gd name="connsiteY3" fmla="*/ 424519 h 594344"/>
                <a:gd name="connsiteX4" fmla="*/ 399518 w 558508"/>
                <a:gd name="connsiteY4" fmla="*/ 424519 h 594344"/>
                <a:gd name="connsiteX5" fmla="*/ 464272 w 558508"/>
                <a:gd name="connsiteY5" fmla="*/ 594344 h 594344"/>
                <a:gd name="connsiteX6" fmla="*/ 558508 w 558508"/>
                <a:gd name="connsiteY6" fmla="*/ 594344 h 594344"/>
                <a:gd name="connsiteX7" fmla="*/ 321391 w 558508"/>
                <a:gd name="connsiteY7" fmla="*/ 0 h 594344"/>
                <a:gd name="connsiteX8" fmla="*/ 184703 w 558508"/>
                <a:gd name="connsiteY8" fmla="*/ 349822 h 594344"/>
                <a:gd name="connsiteX9" fmla="*/ 253361 w 558508"/>
                <a:gd name="connsiteY9" fmla="*/ 170587 h 594344"/>
                <a:gd name="connsiteX10" fmla="*/ 278042 w 558508"/>
                <a:gd name="connsiteY10" fmla="*/ 106914 h 594344"/>
                <a:gd name="connsiteX11" fmla="*/ 302723 w 558508"/>
                <a:gd name="connsiteY11" fmla="*/ 170587 h 594344"/>
                <a:gd name="connsiteX12" fmla="*/ 371022 w 558508"/>
                <a:gd name="connsiteY12" fmla="*/ 349822 h 5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508" h="594344">
                  <a:moveTo>
                    <a:pt x="236399" y="0"/>
                  </a:moveTo>
                  <a:lnTo>
                    <a:pt x="0" y="594344"/>
                  </a:lnTo>
                  <a:lnTo>
                    <a:pt x="90961" y="594344"/>
                  </a:lnTo>
                  <a:lnTo>
                    <a:pt x="156074" y="424519"/>
                  </a:lnTo>
                  <a:lnTo>
                    <a:pt x="399518" y="424519"/>
                  </a:lnTo>
                  <a:lnTo>
                    <a:pt x="464272" y="594344"/>
                  </a:lnTo>
                  <a:lnTo>
                    <a:pt x="558508" y="594344"/>
                  </a:lnTo>
                  <a:lnTo>
                    <a:pt x="321391" y="0"/>
                  </a:lnTo>
                  <a:close/>
                  <a:moveTo>
                    <a:pt x="184703" y="349822"/>
                  </a:moveTo>
                  <a:lnTo>
                    <a:pt x="253361" y="170587"/>
                  </a:lnTo>
                  <a:cubicBezTo>
                    <a:pt x="259586" y="154725"/>
                    <a:pt x="267811" y="133499"/>
                    <a:pt x="278042" y="106914"/>
                  </a:cubicBezTo>
                  <a:cubicBezTo>
                    <a:pt x="288215" y="133530"/>
                    <a:pt x="296441" y="154756"/>
                    <a:pt x="302723" y="170587"/>
                  </a:cubicBezTo>
                  <a:lnTo>
                    <a:pt x="371022" y="349822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7" name="Forma libre 164">
              <a:extLst>
                <a:ext uri="{FF2B5EF4-FFF2-40B4-BE49-F238E27FC236}">
                  <a16:creationId xmlns:a16="http://schemas.microsoft.com/office/drawing/2014/main" id="{EC4F375F-AAAB-0A84-48DB-BDABE4A3FFF1}"/>
                </a:ext>
              </a:extLst>
            </p:cNvPr>
            <p:cNvSpPr/>
            <p:nvPr/>
          </p:nvSpPr>
          <p:spPr>
            <a:xfrm>
              <a:off x="11159160" y="402802"/>
              <a:ext cx="100548" cy="102625"/>
            </a:xfrm>
            <a:custGeom>
              <a:avLst/>
              <a:gdLst>
                <a:gd name="connsiteX0" fmla="*/ 235501 w 423435"/>
                <a:gd name="connsiteY0" fmla="*/ 259891 h 432180"/>
                <a:gd name="connsiteX1" fmla="*/ 225315 w 423435"/>
                <a:gd name="connsiteY1" fmla="*/ 287493 h 432180"/>
                <a:gd name="connsiteX2" fmla="*/ 212571 w 423435"/>
                <a:gd name="connsiteY2" fmla="*/ 316798 h 432180"/>
                <a:gd name="connsiteX3" fmla="*/ 201935 w 423435"/>
                <a:gd name="connsiteY3" fmla="*/ 287493 h 432180"/>
                <a:gd name="connsiteX4" fmla="*/ 191300 w 423435"/>
                <a:gd name="connsiteY4" fmla="*/ 259891 h 432180"/>
                <a:gd name="connsiteX5" fmla="*/ 90961 w 423435"/>
                <a:gd name="connsiteY5" fmla="*/ 0 h 432180"/>
                <a:gd name="connsiteX6" fmla="*/ 0 w 423435"/>
                <a:gd name="connsiteY6" fmla="*/ 0 h 432180"/>
                <a:gd name="connsiteX7" fmla="*/ 173440 w 423435"/>
                <a:gd name="connsiteY7" fmla="*/ 432181 h 432180"/>
                <a:gd name="connsiteX8" fmla="*/ 250848 w 423435"/>
                <a:gd name="connsiteY8" fmla="*/ 432181 h 432180"/>
                <a:gd name="connsiteX9" fmla="*/ 423436 w 423435"/>
                <a:gd name="connsiteY9" fmla="*/ 0 h 432180"/>
                <a:gd name="connsiteX10" fmla="*/ 334988 w 423435"/>
                <a:gd name="connsiteY10" fmla="*/ 0 h 432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3435" h="432180">
                  <a:moveTo>
                    <a:pt x="235501" y="259891"/>
                  </a:moveTo>
                  <a:cubicBezTo>
                    <a:pt x="232136" y="269525"/>
                    <a:pt x="228725" y="278756"/>
                    <a:pt x="225315" y="287493"/>
                  </a:cubicBezTo>
                  <a:cubicBezTo>
                    <a:pt x="221904" y="296231"/>
                    <a:pt x="217686" y="306044"/>
                    <a:pt x="212571" y="316798"/>
                  </a:cubicBezTo>
                  <a:cubicBezTo>
                    <a:pt x="208590" y="306044"/>
                    <a:pt x="205045" y="296276"/>
                    <a:pt x="201935" y="287493"/>
                  </a:cubicBezTo>
                  <a:cubicBezTo>
                    <a:pt x="198794" y="278532"/>
                    <a:pt x="195249" y="269570"/>
                    <a:pt x="191300" y="259891"/>
                  </a:cubicBezTo>
                  <a:lnTo>
                    <a:pt x="90961" y="0"/>
                  </a:lnTo>
                  <a:lnTo>
                    <a:pt x="0" y="0"/>
                  </a:lnTo>
                  <a:lnTo>
                    <a:pt x="173440" y="432181"/>
                  </a:lnTo>
                  <a:lnTo>
                    <a:pt x="250848" y="432181"/>
                  </a:lnTo>
                  <a:lnTo>
                    <a:pt x="423436" y="0"/>
                  </a:lnTo>
                  <a:lnTo>
                    <a:pt x="334988" y="0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8" name="Forma libre 165">
              <a:extLst>
                <a:ext uri="{FF2B5EF4-FFF2-40B4-BE49-F238E27FC236}">
                  <a16:creationId xmlns:a16="http://schemas.microsoft.com/office/drawing/2014/main" id="{868A3B11-7FA3-C870-FC67-95D010EDE42E}"/>
                </a:ext>
              </a:extLst>
            </p:cNvPr>
            <p:cNvSpPr/>
            <p:nvPr/>
          </p:nvSpPr>
          <p:spPr>
            <a:xfrm>
              <a:off x="11260890" y="400806"/>
              <a:ext cx="90878" cy="106690"/>
            </a:xfrm>
            <a:custGeom>
              <a:avLst/>
              <a:gdLst>
                <a:gd name="connsiteX0" fmla="*/ 323640 w 382711"/>
                <a:gd name="connsiteY0" fmla="*/ 40354 h 449300"/>
                <a:gd name="connsiteX1" fmla="*/ 262431 w 382711"/>
                <a:gd name="connsiteY1" fmla="*/ 9794 h 449300"/>
                <a:gd name="connsiteX2" fmla="*/ 189734 w 382711"/>
                <a:gd name="connsiteY2" fmla="*/ 26 h 449300"/>
                <a:gd name="connsiteX3" fmla="*/ 84279 w 382711"/>
                <a:gd name="connsiteY3" fmla="*/ 25925 h 449300"/>
                <a:gd name="connsiteX4" fmla="*/ 14679 w 382711"/>
                <a:gd name="connsiteY4" fmla="*/ 104430 h 449300"/>
                <a:gd name="connsiteX5" fmla="*/ 80016 w 382711"/>
                <a:gd name="connsiteY5" fmla="*/ 141935 h 449300"/>
                <a:gd name="connsiteX6" fmla="*/ 120403 w 382711"/>
                <a:gd name="connsiteY6" fmla="*/ 92645 h 449300"/>
                <a:gd name="connsiteX7" fmla="*/ 188029 w 382711"/>
                <a:gd name="connsiteY7" fmla="*/ 74722 h 449300"/>
                <a:gd name="connsiteX8" fmla="*/ 243539 w 382711"/>
                <a:gd name="connsiteY8" fmla="*/ 84938 h 449300"/>
                <a:gd name="connsiteX9" fmla="*/ 283926 w 382711"/>
                <a:gd name="connsiteY9" fmla="*/ 118052 h 449300"/>
                <a:gd name="connsiteX10" fmla="*/ 299228 w 382711"/>
                <a:gd name="connsiteY10" fmla="*/ 178320 h 449300"/>
                <a:gd name="connsiteX11" fmla="*/ 299228 w 382711"/>
                <a:gd name="connsiteY11" fmla="*/ 226445 h 449300"/>
                <a:gd name="connsiteX12" fmla="*/ 289894 w 382711"/>
                <a:gd name="connsiteY12" fmla="*/ 217483 h 449300"/>
                <a:gd name="connsiteX13" fmla="*/ 174253 w 382711"/>
                <a:gd name="connsiteY13" fmla="*/ 182711 h 449300"/>
                <a:gd name="connsiteX14" fmla="*/ 85805 w 382711"/>
                <a:gd name="connsiteY14" fmla="*/ 197991 h 449300"/>
                <a:gd name="connsiteX15" fmla="*/ 22981 w 382711"/>
                <a:gd name="connsiteY15" fmla="*/ 243427 h 449300"/>
                <a:gd name="connsiteX16" fmla="*/ 22577 w 382711"/>
                <a:gd name="connsiteY16" fmla="*/ 388160 h 449300"/>
                <a:gd name="connsiteX17" fmla="*/ 83786 w 382711"/>
                <a:gd name="connsiteY17" fmla="*/ 433596 h 449300"/>
                <a:gd name="connsiteX18" fmla="*/ 170079 w 382711"/>
                <a:gd name="connsiteY18" fmla="*/ 449279 h 449300"/>
                <a:gd name="connsiteX19" fmla="*/ 288234 w 382711"/>
                <a:gd name="connsiteY19" fmla="*/ 413208 h 449300"/>
                <a:gd name="connsiteX20" fmla="*/ 303581 w 382711"/>
                <a:gd name="connsiteY20" fmla="*/ 397077 h 449300"/>
                <a:gd name="connsiteX21" fmla="*/ 303581 w 382711"/>
                <a:gd name="connsiteY21" fmla="*/ 439959 h 449300"/>
                <a:gd name="connsiteX22" fmla="*/ 382650 w 382711"/>
                <a:gd name="connsiteY22" fmla="*/ 439959 h 449300"/>
                <a:gd name="connsiteX23" fmla="*/ 382650 w 382711"/>
                <a:gd name="connsiteY23" fmla="*/ 170658 h 449300"/>
                <a:gd name="connsiteX24" fmla="*/ 366495 w 382711"/>
                <a:gd name="connsiteY24" fmla="*/ 93407 h 449300"/>
                <a:gd name="connsiteX25" fmla="*/ 323640 w 382711"/>
                <a:gd name="connsiteY25" fmla="*/ 40354 h 449300"/>
                <a:gd name="connsiteX26" fmla="*/ 271361 w 382711"/>
                <a:gd name="connsiteY26" fmla="*/ 366786 h 449300"/>
                <a:gd name="connsiteX27" fmla="*/ 194805 w 382711"/>
                <a:gd name="connsiteY27" fmla="*/ 384709 h 449300"/>
                <a:gd name="connsiteX28" fmla="*/ 117038 w 382711"/>
                <a:gd name="connsiteY28" fmla="*/ 366786 h 449300"/>
                <a:gd name="connsiteX29" fmla="*/ 85985 w 382711"/>
                <a:gd name="connsiteY29" fmla="*/ 315032 h 449300"/>
                <a:gd name="connsiteX30" fmla="*/ 117038 w 382711"/>
                <a:gd name="connsiteY30" fmla="*/ 261933 h 449300"/>
                <a:gd name="connsiteX31" fmla="*/ 194805 w 382711"/>
                <a:gd name="connsiteY31" fmla="*/ 244547 h 449300"/>
                <a:gd name="connsiteX32" fmla="*/ 271361 w 382711"/>
                <a:gd name="connsiteY32" fmla="*/ 262471 h 449300"/>
                <a:gd name="connsiteX33" fmla="*/ 301876 w 382711"/>
                <a:gd name="connsiteY33" fmla="*/ 315032 h 449300"/>
                <a:gd name="connsiteX34" fmla="*/ 271361 w 382711"/>
                <a:gd name="connsiteY34" fmla="*/ 366786 h 44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82711" h="449300">
                  <a:moveTo>
                    <a:pt x="323640" y="40354"/>
                  </a:moveTo>
                  <a:cubicBezTo>
                    <a:pt x="305407" y="26310"/>
                    <a:pt x="284622" y="15933"/>
                    <a:pt x="262431" y="9794"/>
                  </a:cubicBezTo>
                  <a:cubicBezTo>
                    <a:pt x="238769" y="3194"/>
                    <a:pt x="214303" y="-91"/>
                    <a:pt x="189734" y="26"/>
                  </a:cubicBezTo>
                  <a:cubicBezTo>
                    <a:pt x="152937" y="-543"/>
                    <a:pt x="116616" y="8378"/>
                    <a:pt x="84279" y="25925"/>
                  </a:cubicBezTo>
                  <a:cubicBezTo>
                    <a:pt x="52872" y="43499"/>
                    <a:pt x="28339" y="71169"/>
                    <a:pt x="14679" y="104430"/>
                  </a:cubicBezTo>
                  <a:lnTo>
                    <a:pt x="80016" y="141935"/>
                  </a:lnTo>
                  <a:cubicBezTo>
                    <a:pt x="87959" y="121677"/>
                    <a:pt x="102090" y="104430"/>
                    <a:pt x="120403" y="92645"/>
                  </a:cubicBezTo>
                  <a:cubicBezTo>
                    <a:pt x="138833" y="80695"/>
                    <a:pt x="161374" y="74722"/>
                    <a:pt x="188029" y="74722"/>
                  </a:cubicBezTo>
                  <a:cubicBezTo>
                    <a:pt x="207020" y="74498"/>
                    <a:pt x="225876" y="77966"/>
                    <a:pt x="243539" y="84938"/>
                  </a:cubicBezTo>
                  <a:cubicBezTo>
                    <a:pt x="260075" y="91592"/>
                    <a:pt x="274175" y="103149"/>
                    <a:pt x="283926" y="118052"/>
                  </a:cubicBezTo>
                  <a:cubicBezTo>
                    <a:pt x="294099" y="133345"/>
                    <a:pt x="299197" y="153438"/>
                    <a:pt x="299228" y="178320"/>
                  </a:cubicBezTo>
                  <a:lnTo>
                    <a:pt x="299228" y="226445"/>
                  </a:lnTo>
                  <a:cubicBezTo>
                    <a:pt x="296280" y="223290"/>
                    <a:pt x="293166" y="220301"/>
                    <a:pt x="289894" y="217483"/>
                  </a:cubicBezTo>
                  <a:cubicBezTo>
                    <a:pt x="263239" y="194303"/>
                    <a:pt x="224692" y="182711"/>
                    <a:pt x="174253" y="182711"/>
                  </a:cubicBezTo>
                  <a:cubicBezTo>
                    <a:pt x="144079" y="182317"/>
                    <a:pt x="114094" y="187497"/>
                    <a:pt x="85805" y="197991"/>
                  </a:cubicBezTo>
                  <a:cubicBezTo>
                    <a:pt x="60971" y="206881"/>
                    <a:pt x="39185" y="222640"/>
                    <a:pt x="22981" y="243427"/>
                  </a:cubicBezTo>
                  <a:cubicBezTo>
                    <a:pt x="-7511" y="286820"/>
                    <a:pt x="-7673" y="344596"/>
                    <a:pt x="22577" y="388160"/>
                  </a:cubicBezTo>
                  <a:cubicBezTo>
                    <a:pt x="38431" y="408610"/>
                    <a:pt x="59603" y="424329"/>
                    <a:pt x="83786" y="433596"/>
                  </a:cubicBezTo>
                  <a:cubicBezTo>
                    <a:pt x="111258" y="444363"/>
                    <a:pt x="140570" y="449687"/>
                    <a:pt x="170079" y="449279"/>
                  </a:cubicBezTo>
                  <a:cubicBezTo>
                    <a:pt x="221088" y="449279"/>
                    <a:pt x="260470" y="437257"/>
                    <a:pt x="288234" y="413208"/>
                  </a:cubicBezTo>
                  <a:cubicBezTo>
                    <a:pt x="293857" y="408337"/>
                    <a:pt x="298995" y="402933"/>
                    <a:pt x="303581" y="397077"/>
                  </a:cubicBezTo>
                  <a:lnTo>
                    <a:pt x="303581" y="439959"/>
                  </a:lnTo>
                  <a:lnTo>
                    <a:pt x="382650" y="439959"/>
                  </a:lnTo>
                  <a:lnTo>
                    <a:pt x="382650" y="170658"/>
                  </a:lnTo>
                  <a:cubicBezTo>
                    <a:pt x="383368" y="144001"/>
                    <a:pt x="377835" y="117550"/>
                    <a:pt x="366495" y="93407"/>
                  </a:cubicBezTo>
                  <a:cubicBezTo>
                    <a:pt x="356407" y="72719"/>
                    <a:pt x="341756" y="54580"/>
                    <a:pt x="323640" y="40354"/>
                  </a:cubicBezTo>
                  <a:close/>
                  <a:moveTo>
                    <a:pt x="271361" y="366786"/>
                  </a:moveTo>
                  <a:cubicBezTo>
                    <a:pt x="250930" y="378736"/>
                    <a:pt x="225410" y="384709"/>
                    <a:pt x="194805" y="384709"/>
                  </a:cubicBezTo>
                  <a:cubicBezTo>
                    <a:pt x="163662" y="384709"/>
                    <a:pt x="137738" y="378736"/>
                    <a:pt x="117038" y="366786"/>
                  </a:cubicBezTo>
                  <a:cubicBezTo>
                    <a:pt x="96337" y="354835"/>
                    <a:pt x="85985" y="337584"/>
                    <a:pt x="85985" y="315032"/>
                  </a:cubicBezTo>
                  <a:cubicBezTo>
                    <a:pt x="85056" y="292793"/>
                    <a:pt x="97185" y="272051"/>
                    <a:pt x="117038" y="261933"/>
                  </a:cubicBezTo>
                  <a:cubicBezTo>
                    <a:pt x="137711" y="250372"/>
                    <a:pt x="163631" y="244579"/>
                    <a:pt x="194805" y="244547"/>
                  </a:cubicBezTo>
                  <a:cubicBezTo>
                    <a:pt x="225468" y="244547"/>
                    <a:pt x="250988" y="250520"/>
                    <a:pt x="271361" y="262471"/>
                  </a:cubicBezTo>
                  <a:cubicBezTo>
                    <a:pt x="290747" y="272741"/>
                    <a:pt x="302585" y="293133"/>
                    <a:pt x="301876" y="315032"/>
                  </a:cubicBezTo>
                  <a:cubicBezTo>
                    <a:pt x="301876" y="337673"/>
                    <a:pt x="291703" y="354925"/>
                    <a:pt x="271361" y="366786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9" name="Forma libre 166">
              <a:extLst>
                <a:ext uri="{FF2B5EF4-FFF2-40B4-BE49-F238E27FC236}">
                  <a16:creationId xmlns:a16="http://schemas.microsoft.com/office/drawing/2014/main" id="{995CC614-F00B-8FD7-8356-3D1BAD0AF233}"/>
                </a:ext>
              </a:extLst>
            </p:cNvPr>
            <p:cNvSpPr/>
            <p:nvPr/>
          </p:nvSpPr>
          <p:spPr>
            <a:xfrm>
              <a:off x="11371157" y="400803"/>
              <a:ext cx="88040" cy="104474"/>
            </a:xfrm>
            <a:custGeom>
              <a:avLst/>
              <a:gdLst>
                <a:gd name="connsiteX0" fmla="*/ 293300 w 370759"/>
                <a:gd name="connsiteY0" fmla="*/ 20424 h 439968"/>
                <a:gd name="connsiteX1" fmla="*/ 210865 w 370759"/>
                <a:gd name="connsiteY1" fmla="*/ 36 h 439968"/>
                <a:gd name="connsiteX2" fmla="*/ 127937 w 370759"/>
                <a:gd name="connsiteY2" fmla="*/ 23381 h 439968"/>
                <a:gd name="connsiteX3" fmla="*/ 83062 w 370759"/>
                <a:gd name="connsiteY3" fmla="*/ 72313 h 439968"/>
                <a:gd name="connsiteX4" fmla="*/ 83062 w 370759"/>
                <a:gd name="connsiteY4" fmla="*/ 8505 h 439968"/>
                <a:gd name="connsiteX5" fmla="*/ 0 w 370759"/>
                <a:gd name="connsiteY5" fmla="*/ 8505 h 439968"/>
                <a:gd name="connsiteX6" fmla="*/ 0 w 370759"/>
                <a:gd name="connsiteY6" fmla="*/ 439835 h 439968"/>
                <a:gd name="connsiteX7" fmla="*/ 83287 w 370759"/>
                <a:gd name="connsiteY7" fmla="*/ 439835 h 439968"/>
                <a:gd name="connsiteX8" fmla="*/ 83287 w 370759"/>
                <a:gd name="connsiteY8" fmla="*/ 184424 h 439968"/>
                <a:gd name="connsiteX9" fmla="*/ 113488 w 370759"/>
                <a:gd name="connsiteY9" fmla="*/ 103320 h 439968"/>
                <a:gd name="connsiteX10" fmla="*/ 191300 w 370759"/>
                <a:gd name="connsiteY10" fmla="*/ 74015 h 439968"/>
                <a:gd name="connsiteX11" fmla="*/ 260182 w 370759"/>
                <a:gd name="connsiteY11" fmla="*/ 102917 h 439968"/>
                <a:gd name="connsiteX12" fmla="*/ 286524 w 370759"/>
                <a:gd name="connsiteY12" fmla="*/ 181019 h 439968"/>
                <a:gd name="connsiteX13" fmla="*/ 286524 w 370759"/>
                <a:gd name="connsiteY13" fmla="*/ 439969 h 439968"/>
                <a:gd name="connsiteX14" fmla="*/ 370708 w 370759"/>
                <a:gd name="connsiteY14" fmla="*/ 439969 h 439968"/>
                <a:gd name="connsiteX15" fmla="*/ 370708 w 370759"/>
                <a:gd name="connsiteY15" fmla="*/ 167307 h 439968"/>
                <a:gd name="connsiteX16" fmla="*/ 349886 w 370759"/>
                <a:gd name="connsiteY16" fmla="*/ 78586 h 439968"/>
                <a:gd name="connsiteX17" fmla="*/ 293300 w 370759"/>
                <a:gd name="connsiteY17" fmla="*/ 20424 h 43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0759" h="439968">
                  <a:moveTo>
                    <a:pt x="293300" y="20424"/>
                  </a:moveTo>
                  <a:cubicBezTo>
                    <a:pt x="268111" y="6466"/>
                    <a:pt x="239666" y="-569"/>
                    <a:pt x="210865" y="36"/>
                  </a:cubicBezTo>
                  <a:cubicBezTo>
                    <a:pt x="181589" y="-13"/>
                    <a:pt x="152874" y="8066"/>
                    <a:pt x="127937" y="23381"/>
                  </a:cubicBezTo>
                  <a:cubicBezTo>
                    <a:pt x="108753" y="35256"/>
                    <a:pt x="93227" y="52189"/>
                    <a:pt x="83062" y="72313"/>
                  </a:cubicBezTo>
                  <a:lnTo>
                    <a:pt x="83062" y="8505"/>
                  </a:lnTo>
                  <a:lnTo>
                    <a:pt x="0" y="8505"/>
                  </a:lnTo>
                  <a:lnTo>
                    <a:pt x="0" y="439835"/>
                  </a:lnTo>
                  <a:lnTo>
                    <a:pt x="83287" y="439835"/>
                  </a:lnTo>
                  <a:lnTo>
                    <a:pt x="83287" y="184424"/>
                  </a:lnTo>
                  <a:cubicBezTo>
                    <a:pt x="83287" y="149890"/>
                    <a:pt x="93352" y="122857"/>
                    <a:pt x="113488" y="103320"/>
                  </a:cubicBezTo>
                  <a:cubicBezTo>
                    <a:pt x="133623" y="83784"/>
                    <a:pt x="159560" y="74015"/>
                    <a:pt x="191300" y="74015"/>
                  </a:cubicBezTo>
                  <a:cubicBezTo>
                    <a:pt x="219602" y="74015"/>
                    <a:pt x="242560" y="83649"/>
                    <a:pt x="260182" y="102917"/>
                  </a:cubicBezTo>
                  <a:cubicBezTo>
                    <a:pt x="277805" y="122185"/>
                    <a:pt x="286582" y="148219"/>
                    <a:pt x="286524" y="181019"/>
                  </a:cubicBezTo>
                  <a:lnTo>
                    <a:pt x="286524" y="439969"/>
                  </a:lnTo>
                  <a:lnTo>
                    <a:pt x="370708" y="439969"/>
                  </a:lnTo>
                  <a:lnTo>
                    <a:pt x="370708" y="167307"/>
                  </a:lnTo>
                  <a:cubicBezTo>
                    <a:pt x="371444" y="136447"/>
                    <a:pt x="364278" y="105906"/>
                    <a:pt x="349886" y="78586"/>
                  </a:cubicBezTo>
                  <a:cubicBezTo>
                    <a:pt x="336855" y="54286"/>
                    <a:pt x="317245" y="34135"/>
                    <a:pt x="293300" y="20424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0" name="Forma libre 167">
              <a:extLst>
                <a:ext uri="{FF2B5EF4-FFF2-40B4-BE49-F238E27FC236}">
                  <a16:creationId xmlns:a16="http://schemas.microsoft.com/office/drawing/2014/main" id="{D57AFBD0-848B-A88F-7578-31D129F52898}"/>
                </a:ext>
              </a:extLst>
            </p:cNvPr>
            <p:cNvSpPr/>
            <p:nvPr/>
          </p:nvSpPr>
          <p:spPr>
            <a:xfrm>
              <a:off x="11472902" y="400789"/>
              <a:ext cx="98722" cy="140357"/>
            </a:xfrm>
            <a:custGeom>
              <a:avLst/>
              <a:gdLst>
                <a:gd name="connsiteX0" fmla="*/ 331652 w 415746"/>
                <a:gd name="connsiteY0" fmla="*/ 81022 h 591083"/>
                <a:gd name="connsiteX1" fmla="*/ 322273 w 415746"/>
                <a:gd name="connsiteY1" fmla="*/ 65876 h 591083"/>
                <a:gd name="connsiteX2" fmla="*/ 269994 w 415746"/>
                <a:gd name="connsiteY2" fmla="*/ 17931 h 591083"/>
                <a:gd name="connsiteX3" fmla="*/ 192182 w 415746"/>
                <a:gd name="connsiteY3" fmla="*/ 7 h 591083"/>
                <a:gd name="connsiteX4" fmla="*/ 115895 w 415746"/>
                <a:gd name="connsiteY4" fmla="*/ 15287 h 591083"/>
                <a:gd name="connsiteX5" fmla="*/ 54686 w 415746"/>
                <a:gd name="connsiteY5" fmla="*/ 58169 h 591083"/>
                <a:gd name="connsiteX6" fmla="*/ 14299 w 415746"/>
                <a:gd name="connsiteY6" fmla="*/ 123097 h 591083"/>
                <a:gd name="connsiteX7" fmla="*/ 29 w 415746"/>
                <a:gd name="connsiteY7" fmla="*/ 204739 h 591083"/>
                <a:gd name="connsiteX8" fmla="*/ 25518 w 415746"/>
                <a:gd name="connsiteY8" fmla="*/ 309591 h 591083"/>
                <a:gd name="connsiteX9" fmla="*/ 94400 w 415746"/>
                <a:gd name="connsiteY9" fmla="*/ 382630 h 591083"/>
                <a:gd name="connsiteX10" fmla="*/ 192182 w 415746"/>
                <a:gd name="connsiteY10" fmla="*/ 409515 h 591083"/>
                <a:gd name="connsiteX11" fmla="*/ 269994 w 415746"/>
                <a:gd name="connsiteY11" fmla="*/ 391233 h 591083"/>
                <a:gd name="connsiteX12" fmla="*/ 322273 w 415746"/>
                <a:gd name="connsiteY12" fmla="*/ 343288 h 591083"/>
                <a:gd name="connsiteX13" fmla="*/ 331652 w 415746"/>
                <a:gd name="connsiteY13" fmla="*/ 328366 h 591083"/>
                <a:gd name="connsiteX14" fmla="*/ 331652 w 415746"/>
                <a:gd name="connsiteY14" fmla="*/ 389127 h 591083"/>
                <a:gd name="connsiteX15" fmla="*/ 313702 w 415746"/>
                <a:gd name="connsiteY15" fmla="*/ 460015 h 591083"/>
                <a:gd name="connsiteX16" fmla="*/ 266135 w 415746"/>
                <a:gd name="connsiteY16" fmla="*/ 502717 h 591083"/>
                <a:gd name="connsiteX17" fmla="*/ 200663 w 415746"/>
                <a:gd name="connsiteY17" fmla="*/ 517146 h 591083"/>
                <a:gd name="connsiteX18" fmla="*/ 125812 w 415746"/>
                <a:gd name="connsiteY18" fmla="*/ 497206 h 591083"/>
                <a:gd name="connsiteX19" fmla="*/ 70572 w 415746"/>
                <a:gd name="connsiteY19" fmla="*/ 441598 h 591083"/>
                <a:gd name="connsiteX20" fmla="*/ 11876 w 415746"/>
                <a:gd name="connsiteY20" fmla="*/ 488289 h 591083"/>
                <a:gd name="connsiteX21" fmla="*/ 62046 w 415746"/>
                <a:gd name="connsiteY21" fmla="*/ 546854 h 591083"/>
                <a:gd name="connsiteX22" fmla="*/ 127114 w 415746"/>
                <a:gd name="connsiteY22" fmla="*/ 580416 h 591083"/>
                <a:gd name="connsiteX23" fmla="*/ 199811 w 415746"/>
                <a:gd name="connsiteY23" fmla="*/ 591035 h 591083"/>
                <a:gd name="connsiteX24" fmla="*/ 311189 w 415746"/>
                <a:gd name="connsiteY24" fmla="*/ 567242 h 591083"/>
                <a:gd name="connsiteX25" fmla="*/ 387700 w 415746"/>
                <a:gd name="connsiteY25" fmla="*/ 497206 h 591083"/>
                <a:gd name="connsiteX26" fmla="*/ 415747 w 415746"/>
                <a:gd name="connsiteY26" fmla="*/ 384691 h 591083"/>
                <a:gd name="connsiteX27" fmla="*/ 415747 w 415746"/>
                <a:gd name="connsiteY27" fmla="*/ 8566 h 591083"/>
                <a:gd name="connsiteX28" fmla="*/ 331652 w 415746"/>
                <a:gd name="connsiteY28" fmla="*/ 8566 h 591083"/>
                <a:gd name="connsiteX29" fmla="*/ 317202 w 415746"/>
                <a:gd name="connsiteY29" fmla="*/ 271369 h 591083"/>
                <a:gd name="connsiteX30" fmla="*/ 273405 w 415746"/>
                <a:gd name="connsiteY30" fmla="*/ 317209 h 591083"/>
                <a:gd name="connsiteX31" fmla="*/ 145423 w 415746"/>
                <a:gd name="connsiteY31" fmla="*/ 317209 h 591083"/>
                <a:gd name="connsiteX32" fmla="*/ 101221 w 415746"/>
                <a:gd name="connsiteY32" fmla="*/ 271369 h 591083"/>
                <a:gd name="connsiteX33" fmla="*/ 85067 w 415746"/>
                <a:gd name="connsiteY33" fmla="*/ 204694 h 591083"/>
                <a:gd name="connsiteX34" fmla="*/ 101221 w 415746"/>
                <a:gd name="connsiteY34" fmla="*/ 137212 h 591083"/>
                <a:gd name="connsiteX35" fmla="*/ 145423 w 415746"/>
                <a:gd name="connsiteY35" fmla="*/ 91372 h 591083"/>
                <a:gd name="connsiteX36" fmla="*/ 273405 w 415746"/>
                <a:gd name="connsiteY36" fmla="*/ 91372 h 591083"/>
                <a:gd name="connsiteX37" fmla="*/ 317202 w 415746"/>
                <a:gd name="connsiteY37" fmla="*/ 137212 h 591083"/>
                <a:gd name="connsiteX38" fmla="*/ 333447 w 415746"/>
                <a:gd name="connsiteY38" fmla="*/ 204739 h 591083"/>
                <a:gd name="connsiteX39" fmla="*/ 317202 w 415746"/>
                <a:gd name="connsiteY39" fmla="*/ 271369 h 59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15746" h="591083">
                  <a:moveTo>
                    <a:pt x="331652" y="81022"/>
                  </a:moveTo>
                  <a:cubicBezTo>
                    <a:pt x="328735" y="75869"/>
                    <a:pt x="325594" y="70805"/>
                    <a:pt x="322273" y="65876"/>
                  </a:cubicBezTo>
                  <a:cubicBezTo>
                    <a:pt x="308896" y="45986"/>
                    <a:pt x="290978" y="29554"/>
                    <a:pt x="269994" y="17931"/>
                  </a:cubicBezTo>
                  <a:cubicBezTo>
                    <a:pt x="248724" y="5980"/>
                    <a:pt x="222786" y="7"/>
                    <a:pt x="192182" y="7"/>
                  </a:cubicBezTo>
                  <a:cubicBezTo>
                    <a:pt x="165966" y="-221"/>
                    <a:pt x="139993" y="4981"/>
                    <a:pt x="115895" y="15287"/>
                  </a:cubicBezTo>
                  <a:cubicBezTo>
                    <a:pt x="92749" y="25217"/>
                    <a:pt x="71914" y="39815"/>
                    <a:pt x="54686" y="58169"/>
                  </a:cubicBezTo>
                  <a:cubicBezTo>
                    <a:pt x="37140" y="76998"/>
                    <a:pt x="23423" y="99048"/>
                    <a:pt x="14299" y="123097"/>
                  </a:cubicBezTo>
                  <a:cubicBezTo>
                    <a:pt x="4499" y="149189"/>
                    <a:pt x="-339" y="176877"/>
                    <a:pt x="29" y="204739"/>
                  </a:cubicBezTo>
                  <a:cubicBezTo>
                    <a:pt x="-576" y="241289"/>
                    <a:pt x="8197" y="277387"/>
                    <a:pt x="25518" y="309591"/>
                  </a:cubicBezTo>
                  <a:cubicBezTo>
                    <a:pt x="41668" y="339546"/>
                    <a:pt x="65425" y="364733"/>
                    <a:pt x="94400" y="382630"/>
                  </a:cubicBezTo>
                  <a:cubicBezTo>
                    <a:pt x="123789" y="400647"/>
                    <a:pt x="157696" y="409972"/>
                    <a:pt x="192182" y="409515"/>
                  </a:cubicBezTo>
                  <a:cubicBezTo>
                    <a:pt x="222786" y="409515"/>
                    <a:pt x="248724" y="403421"/>
                    <a:pt x="269994" y="391233"/>
                  </a:cubicBezTo>
                  <a:cubicBezTo>
                    <a:pt x="290856" y="379444"/>
                    <a:pt x="308739" y="363044"/>
                    <a:pt x="322273" y="343288"/>
                  </a:cubicBezTo>
                  <a:cubicBezTo>
                    <a:pt x="325594" y="338448"/>
                    <a:pt x="328735" y="333474"/>
                    <a:pt x="331652" y="328366"/>
                  </a:cubicBezTo>
                  <a:lnTo>
                    <a:pt x="331652" y="389127"/>
                  </a:lnTo>
                  <a:cubicBezTo>
                    <a:pt x="331652" y="417446"/>
                    <a:pt x="325670" y="441074"/>
                    <a:pt x="313702" y="460015"/>
                  </a:cubicBezTo>
                  <a:cubicBezTo>
                    <a:pt x="302232" y="478476"/>
                    <a:pt x="285732" y="493290"/>
                    <a:pt x="266135" y="502717"/>
                  </a:cubicBezTo>
                  <a:cubicBezTo>
                    <a:pt x="245699" y="512450"/>
                    <a:pt x="223303" y="517383"/>
                    <a:pt x="200663" y="517146"/>
                  </a:cubicBezTo>
                  <a:cubicBezTo>
                    <a:pt x="174349" y="517522"/>
                    <a:pt x="148443" y="510622"/>
                    <a:pt x="125812" y="497206"/>
                  </a:cubicBezTo>
                  <a:cubicBezTo>
                    <a:pt x="103196" y="483364"/>
                    <a:pt x="84250" y="464294"/>
                    <a:pt x="70572" y="441598"/>
                  </a:cubicBezTo>
                  <a:lnTo>
                    <a:pt x="11876" y="488289"/>
                  </a:lnTo>
                  <a:cubicBezTo>
                    <a:pt x="24535" y="510944"/>
                    <a:pt x="41592" y="530857"/>
                    <a:pt x="62046" y="546854"/>
                  </a:cubicBezTo>
                  <a:cubicBezTo>
                    <a:pt x="81485" y="561941"/>
                    <a:pt x="103541" y="573318"/>
                    <a:pt x="127114" y="580416"/>
                  </a:cubicBezTo>
                  <a:cubicBezTo>
                    <a:pt x="150696" y="587482"/>
                    <a:pt x="175188" y="591062"/>
                    <a:pt x="199811" y="591035"/>
                  </a:cubicBezTo>
                  <a:cubicBezTo>
                    <a:pt x="238277" y="591788"/>
                    <a:pt x="276398" y="583647"/>
                    <a:pt x="311189" y="567242"/>
                  </a:cubicBezTo>
                  <a:cubicBezTo>
                    <a:pt x="342987" y="551846"/>
                    <a:pt x="369580" y="527501"/>
                    <a:pt x="387700" y="497206"/>
                  </a:cubicBezTo>
                  <a:cubicBezTo>
                    <a:pt x="406399" y="466346"/>
                    <a:pt x="415747" y="428841"/>
                    <a:pt x="415747" y="384691"/>
                  </a:cubicBezTo>
                  <a:lnTo>
                    <a:pt x="415747" y="8566"/>
                  </a:lnTo>
                  <a:lnTo>
                    <a:pt x="331652" y="8566"/>
                  </a:lnTo>
                  <a:close/>
                  <a:moveTo>
                    <a:pt x="317202" y="271369"/>
                  </a:moveTo>
                  <a:cubicBezTo>
                    <a:pt x="306980" y="290292"/>
                    <a:pt x="291853" y="306123"/>
                    <a:pt x="273405" y="317209"/>
                  </a:cubicBezTo>
                  <a:cubicBezTo>
                    <a:pt x="233601" y="339255"/>
                    <a:pt x="185226" y="339255"/>
                    <a:pt x="145423" y="317209"/>
                  </a:cubicBezTo>
                  <a:cubicBezTo>
                    <a:pt x="126773" y="306244"/>
                    <a:pt x="111489" y="290391"/>
                    <a:pt x="101221" y="271369"/>
                  </a:cubicBezTo>
                  <a:cubicBezTo>
                    <a:pt x="90218" y="250887"/>
                    <a:pt x="84654" y="227932"/>
                    <a:pt x="85067" y="204694"/>
                  </a:cubicBezTo>
                  <a:cubicBezTo>
                    <a:pt x="84591" y="181192"/>
                    <a:pt x="90155" y="157958"/>
                    <a:pt x="101221" y="137212"/>
                  </a:cubicBezTo>
                  <a:cubicBezTo>
                    <a:pt x="111489" y="118190"/>
                    <a:pt x="126773" y="102337"/>
                    <a:pt x="145423" y="91372"/>
                  </a:cubicBezTo>
                  <a:cubicBezTo>
                    <a:pt x="185213" y="69268"/>
                    <a:pt x="233615" y="69268"/>
                    <a:pt x="273405" y="91372"/>
                  </a:cubicBezTo>
                  <a:cubicBezTo>
                    <a:pt x="291853" y="102458"/>
                    <a:pt x="306980" y="118289"/>
                    <a:pt x="317202" y="137212"/>
                  </a:cubicBezTo>
                  <a:cubicBezTo>
                    <a:pt x="328291" y="157972"/>
                    <a:pt x="333882" y="181214"/>
                    <a:pt x="333447" y="204739"/>
                  </a:cubicBezTo>
                  <a:cubicBezTo>
                    <a:pt x="333801" y="227968"/>
                    <a:pt x="328210" y="250901"/>
                    <a:pt x="317202" y="271369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1" name="Forma libre 168">
              <a:extLst>
                <a:ext uri="{FF2B5EF4-FFF2-40B4-BE49-F238E27FC236}">
                  <a16:creationId xmlns:a16="http://schemas.microsoft.com/office/drawing/2014/main" id="{D010532F-6D07-9BCF-DFBC-459BA14E2EC2}"/>
                </a:ext>
              </a:extLst>
            </p:cNvPr>
            <p:cNvSpPr/>
            <p:nvPr/>
          </p:nvSpPr>
          <p:spPr>
            <a:xfrm>
              <a:off x="11591573" y="400808"/>
              <a:ext cx="53503" cy="104437"/>
            </a:xfrm>
            <a:custGeom>
              <a:avLst/>
              <a:gdLst>
                <a:gd name="connsiteX0" fmla="*/ 132200 w 225314"/>
                <a:gd name="connsiteY0" fmla="*/ 19551 h 439813"/>
                <a:gd name="connsiteX1" fmla="*/ 83287 w 225314"/>
                <a:gd name="connsiteY1" fmla="*/ 79192 h 439813"/>
                <a:gd name="connsiteX2" fmla="*/ 83287 w 225314"/>
                <a:gd name="connsiteY2" fmla="*/ 8483 h 439813"/>
                <a:gd name="connsiteX3" fmla="*/ 0 w 225314"/>
                <a:gd name="connsiteY3" fmla="*/ 8483 h 439813"/>
                <a:gd name="connsiteX4" fmla="*/ 0 w 225314"/>
                <a:gd name="connsiteY4" fmla="*/ 439813 h 439813"/>
                <a:gd name="connsiteX5" fmla="*/ 83287 w 225314"/>
                <a:gd name="connsiteY5" fmla="*/ 439813 h 439813"/>
                <a:gd name="connsiteX6" fmla="*/ 83287 w 225314"/>
                <a:gd name="connsiteY6" fmla="*/ 209720 h 439813"/>
                <a:gd name="connsiteX7" fmla="*/ 111379 w 225314"/>
                <a:gd name="connsiteY7" fmla="*/ 121402 h 439813"/>
                <a:gd name="connsiteX8" fmla="*/ 182774 w 225314"/>
                <a:gd name="connsiteY8" fmla="*/ 88153 h 439813"/>
                <a:gd name="connsiteX9" fmla="*/ 225315 w 225314"/>
                <a:gd name="connsiteY9" fmla="*/ 88153 h 439813"/>
                <a:gd name="connsiteX10" fmla="*/ 225315 w 225314"/>
                <a:gd name="connsiteY10" fmla="*/ 14 h 439813"/>
                <a:gd name="connsiteX11" fmla="*/ 200634 w 225314"/>
                <a:gd name="connsiteY11" fmla="*/ 14 h 439813"/>
                <a:gd name="connsiteX12" fmla="*/ 132200 w 225314"/>
                <a:gd name="connsiteY12" fmla="*/ 19551 h 439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5314" h="439813">
                  <a:moveTo>
                    <a:pt x="132200" y="19551"/>
                  </a:moveTo>
                  <a:cubicBezTo>
                    <a:pt x="112065" y="32425"/>
                    <a:pt x="95762" y="52306"/>
                    <a:pt x="83287" y="79192"/>
                  </a:cubicBezTo>
                  <a:lnTo>
                    <a:pt x="83287" y="8483"/>
                  </a:lnTo>
                  <a:lnTo>
                    <a:pt x="0" y="8483"/>
                  </a:lnTo>
                  <a:lnTo>
                    <a:pt x="0" y="439813"/>
                  </a:lnTo>
                  <a:lnTo>
                    <a:pt x="83287" y="439813"/>
                  </a:lnTo>
                  <a:lnTo>
                    <a:pt x="83287" y="209720"/>
                  </a:lnTo>
                  <a:cubicBezTo>
                    <a:pt x="83287" y="172945"/>
                    <a:pt x="92652" y="143506"/>
                    <a:pt x="111379" y="121402"/>
                  </a:cubicBezTo>
                  <a:cubicBezTo>
                    <a:pt x="128749" y="99893"/>
                    <a:pt x="155109" y="87616"/>
                    <a:pt x="182774" y="88153"/>
                  </a:cubicBezTo>
                  <a:lnTo>
                    <a:pt x="225315" y="88153"/>
                  </a:lnTo>
                  <a:lnTo>
                    <a:pt x="225315" y="14"/>
                  </a:lnTo>
                  <a:lnTo>
                    <a:pt x="200634" y="14"/>
                  </a:lnTo>
                  <a:cubicBezTo>
                    <a:pt x="176393" y="-357"/>
                    <a:pt x="152582" y="6440"/>
                    <a:pt x="132200" y="19551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2" name="Forma libre 169">
              <a:extLst>
                <a:ext uri="{FF2B5EF4-FFF2-40B4-BE49-F238E27FC236}">
                  <a16:creationId xmlns:a16="http://schemas.microsoft.com/office/drawing/2014/main" id="{2D9C6850-A20C-1144-AFA9-D77C64CE454F}"/>
                </a:ext>
              </a:extLst>
            </p:cNvPr>
            <p:cNvSpPr/>
            <p:nvPr/>
          </p:nvSpPr>
          <p:spPr>
            <a:xfrm>
              <a:off x="11656200" y="402823"/>
              <a:ext cx="19788" cy="102412"/>
            </a:xfrm>
            <a:custGeom>
              <a:avLst/>
              <a:gdLst>
                <a:gd name="connsiteX0" fmla="*/ 0 w 83331"/>
                <a:gd name="connsiteY0" fmla="*/ 0 h 431284"/>
                <a:gd name="connsiteX1" fmla="*/ 83332 w 83331"/>
                <a:gd name="connsiteY1" fmla="*/ 0 h 431284"/>
                <a:gd name="connsiteX2" fmla="*/ 83332 w 83331"/>
                <a:gd name="connsiteY2" fmla="*/ 431285 h 431284"/>
                <a:gd name="connsiteX3" fmla="*/ 0 w 83331"/>
                <a:gd name="connsiteY3" fmla="*/ 431285 h 43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331" h="431284">
                  <a:moveTo>
                    <a:pt x="0" y="0"/>
                  </a:moveTo>
                  <a:lnTo>
                    <a:pt x="83332" y="0"/>
                  </a:lnTo>
                  <a:lnTo>
                    <a:pt x="83332" y="431285"/>
                  </a:lnTo>
                  <a:lnTo>
                    <a:pt x="0" y="431285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3" name="Forma libre 170">
              <a:extLst>
                <a:ext uri="{FF2B5EF4-FFF2-40B4-BE49-F238E27FC236}">
                  <a16:creationId xmlns:a16="http://schemas.microsoft.com/office/drawing/2014/main" id="{7FC7A931-9177-5317-FFAE-E82C48FAC846}"/>
                </a:ext>
              </a:extLst>
            </p:cNvPr>
            <p:cNvSpPr/>
            <p:nvPr/>
          </p:nvSpPr>
          <p:spPr>
            <a:xfrm>
              <a:off x="11652553" y="359481"/>
              <a:ext cx="27284" cy="26014"/>
            </a:xfrm>
            <a:custGeom>
              <a:avLst/>
              <a:gdLst>
                <a:gd name="connsiteX0" fmla="*/ 97841 w 114900"/>
                <a:gd name="connsiteY0" fmla="*/ 14850 h 109551"/>
                <a:gd name="connsiteX1" fmla="*/ 57005 w 114900"/>
                <a:gd name="connsiteY1" fmla="*/ 19 h 109551"/>
                <a:gd name="connsiteX2" fmla="*/ 16618 w 114900"/>
                <a:gd name="connsiteY2" fmla="*/ 14850 h 109551"/>
                <a:gd name="connsiteX3" fmla="*/ 59 w 114900"/>
                <a:gd name="connsiteY3" fmla="*/ 55178 h 109551"/>
                <a:gd name="connsiteX4" fmla="*/ 16618 w 114900"/>
                <a:gd name="connsiteY4" fmla="*/ 94655 h 109551"/>
                <a:gd name="connsiteX5" fmla="*/ 57005 w 114900"/>
                <a:gd name="connsiteY5" fmla="*/ 109531 h 109551"/>
                <a:gd name="connsiteX6" fmla="*/ 97841 w 114900"/>
                <a:gd name="connsiteY6" fmla="*/ 94655 h 109551"/>
                <a:gd name="connsiteX7" fmla="*/ 114848 w 114900"/>
                <a:gd name="connsiteY7" fmla="*/ 55178 h 109551"/>
                <a:gd name="connsiteX8" fmla="*/ 97841 w 114900"/>
                <a:gd name="connsiteY8" fmla="*/ 14850 h 10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900" h="109551">
                  <a:moveTo>
                    <a:pt x="97841" y="14850"/>
                  </a:moveTo>
                  <a:cubicBezTo>
                    <a:pt x="86564" y="4984"/>
                    <a:pt x="71998" y="-308"/>
                    <a:pt x="57005" y="19"/>
                  </a:cubicBezTo>
                  <a:cubicBezTo>
                    <a:pt x="42143" y="-358"/>
                    <a:pt x="27697" y="4948"/>
                    <a:pt x="16618" y="14850"/>
                  </a:cubicBezTo>
                  <a:cubicBezTo>
                    <a:pt x="5390" y="25183"/>
                    <a:pt x="-672" y="39952"/>
                    <a:pt x="59" y="55178"/>
                  </a:cubicBezTo>
                  <a:cubicBezTo>
                    <a:pt x="-560" y="70140"/>
                    <a:pt x="5507" y="84600"/>
                    <a:pt x="16618" y="94655"/>
                  </a:cubicBezTo>
                  <a:cubicBezTo>
                    <a:pt x="27675" y="104598"/>
                    <a:pt x="42129" y="109921"/>
                    <a:pt x="57005" y="109531"/>
                  </a:cubicBezTo>
                  <a:cubicBezTo>
                    <a:pt x="72007" y="109868"/>
                    <a:pt x="86582" y="104558"/>
                    <a:pt x="97841" y="94655"/>
                  </a:cubicBezTo>
                  <a:cubicBezTo>
                    <a:pt x="109181" y="84730"/>
                    <a:pt x="115432" y="70225"/>
                    <a:pt x="114848" y="55178"/>
                  </a:cubicBezTo>
                  <a:cubicBezTo>
                    <a:pt x="115544" y="39867"/>
                    <a:pt x="109297" y="25053"/>
                    <a:pt x="97841" y="14850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4" name="Forma libre 171">
              <a:extLst>
                <a:ext uri="{FF2B5EF4-FFF2-40B4-BE49-F238E27FC236}">
                  <a16:creationId xmlns:a16="http://schemas.microsoft.com/office/drawing/2014/main" id="{C0CEECBA-1626-3297-0334-AD0424541FB5}"/>
                </a:ext>
              </a:extLst>
            </p:cNvPr>
            <p:cNvSpPr/>
            <p:nvPr/>
          </p:nvSpPr>
          <p:spPr>
            <a:xfrm>
              <a:off x="11690901" y="364114"/>
              <a:ext cx="101331" cy="143125"/>
            </a:xfrm>
            <a:custGeom>
              <a:avLst/>
              <a:gdLst>
                <a:gd name="connsiteX0" fmla="*/ 343402 w 426734"/>
                <a:gd name="connsiteY0" fmla="*/ 0 h 602739"/>
                <a:gd name="connsiteX1" fmla="*/ 343402 w 426734"/>
                <a:gd name="connsiteY1" fmla="*/ 240354 h 602739"/>
                <a:gd name="connsiteX2" fmla="*/ 335370 w 426734"/>
                <a:gd name="connsiteY2" fmla="*/ 227136 h 602739"/>
                <a:gd name="connsiteX3" fmla="*/ 279680 w 426734"/>
                <a:gd name="connsiteY3" fmla="*/ 174486 h 602739"/>
                <a:gd name="connsiteX4" fmla="*/ 198009 w 426734"/>
                <a:gd name="connsiteY4" fmla="*/ 154546 h 602739"/>
                <a:gd name="connsiteX5" fmla="*/ 119389 w 426734"/>
                <a:gd name="connsiteY5" fmla="*/ 170677 h 602739"/>
                <a:gd name="connsiteX6" fmla="*/ 56564 w 426734"/>
                <a:gd name="connsiteY6" fmla="*/ 216919 h 602739"/>
                <a:gd name="connsiteX7" fmla="*/ 14876 w 426734"/>
                <a:gd name="connsiteY7" fmla="*/ 287852 h 602739"/>
                <a:gd name="connsiteX8" fmla="*/ 23 w 426734"/>
                <a:gd name="connsiteY8" fmla="*/ 378679 h 602739"/>
                <a:gd name="connsiteX9" fmla="*/ 25960 w 426734"/>
                <a:gd name="connsiteY9" fmla="*/ 495451 h 602739"/>
                <a:gd name="connsiteX10" fmla="*/ 96862 w 426734"/>
                <a:gd name="connsiteY10" fmla="*/ 574270 h 602739"/>
                <a:gd name="connsiteX11" fmla="*/ 198009 w 426734"/>
                <a:gd name="connsiteY11" fmla="*/ 602723 h 602739"/>
                <a:gd name="connsiteX12" fmla="*/ 280084 w 426734"/>
                <a:gd name="connsiteY12" fmla="*/ 582783 h 602739"/>
                <a:gd name="connsiteX13" fmla="*/ 335773 w 426734"/>
                <a:gd name="connsiteY13" fmla="*/ 530133 h 602739"/>
                <a:gd name="connsiteX14" fmla="*/ 343402 w 426734"/>
                <a:gd name="connsiteY14" fmla="*/ 517407 h 602739"/>
                <a:gd name="connsiteX15" fmla="*/ 343402 w 426734"/>
                <a:gd name="connsiteY15" fmla="*/ 594254 h 602739"/>
                <a:gd name="connsiteX16" fmla="*/ 426734 w 426734"/>
                <a:gd name="connsiteY16" fmla="*/ 594254 h 602739"/>
                <a:gd name="connsiteX17" fmla="*/ 426734 w 426734"/>
                <a:gd name="connsiteY17" fmla="*/ 0 h 602739"/>
                <a:gd name="connsiteX18" fmla="*/ 308983 w 426734"/>
                <a:gd name="connsiteY18" fmla="*/ 488416 h 602739"/>
                <a:gd name="connsiteX19" fmla="*/ 267340 w 426734"/>
                <a:gd name="connsiteY19" fmla="*/ 518124 h 602739"/>
                <a:gd name="connsiteX20" fmla="*/ 215061 w 426734"/>
                <a:gd name="connsiteY20" fmla="*/ 528341 h 602739"/>
                <a:gd name="connsiteX21" fmla="*/ 120824 w 426734"/>
                <a:gd name="connsiteY21" fmla="*/ 488864 h 602739"/>
                <a:gd name="connsiteX22" fmla="*/ 84028 w 426734"/>
                <a:gd name="connsiteY22" fmla="*/ 378679 h 602739"/>
                <a:gd name="connsiteX23" fmla="*/ 93765 w 426734"/>
                <a:gd name="connsiteY23" fmla="*/ 315947 h 602739"/>
                <a:gd name="connsiteX24" fmla="*/ 121004 w 426734"/>
                <a:gd name="connsiteY24" fmla="*/ 269256 h 602739"/>
                <a:gd name="connsiteX25" fmla="*/ 162244 w 426734"/>
                <a:gd name="connsiteY25" fmla="*/ 239951 h 602739"/>
                <a:gd name="connsiteX26" fmla="*/ 214972 w 426734"/>
                <a:gd name="connsiteY26" fmla="*/ 230183 h 602739"/>
                <a:gd name="connsiteX27" fmla="*/ 308490 w 426734"/>
                <a:gd name="connsiteY27" fmla="*/ 269256 h 602739"/>
                <a:gd name="connsiteX28" fmla="*/ 345063 w 426734"/>
                <a:gd name="connsiteY28" fmla="*/ 378769 h 602739"/>
                <a:gd name="connsiteX29" fmla="*/ 335684 w 426734"/>
                <a:gd name="connsiteY29" fmla="*/ 441188 h 602739"/>
                <a:gd name="connsiteX30" fmla="*/ 308983 w 426734"/>
                <a:gd name="connsiteY30" fmla="*/ 488192 h 60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26734" h="602739">
                  <a:moveTo>
                    <a:pt x="343402" y="0"/>
                  </a:moveTo>
                  <a:lnTo>
                    <a:pt x="343402" y="240354"/>
                  </a:lnTo>
                  <a:cubicBezTo>
                    <a:pt x="340889" y="235874"/>
                    <a:pt x="338197" y="231393"/>
                    <a:pt x="335370" y="227136"/>
                  </a:cubicBezTo>
                  <a:cubicBezTo>
                    <a:pt x="321099" y="205551"/>
                    <a:pt x="302028" y="187534"/>
                    <a:pt x="279680" y="174486"/>
                  </a:cubicBezTo>
                  <a:cubicBezTo>
                    <a:pt x="256974" y="161222"/>
                    <a:pt x="229735" y="154577"/>
                    <a:pt x="198009" y="154546"/>
                  </a:cubicBezTo>
                  <a:cubicBezTo>
                    <a:pt x="170949" y="154281"/>
                    <a:pt x="144159" y="159779"/>
                    <a:pt x="119389" y="170677"/>
                  </a:cubicBezTo>
                  <a:cubicBezTo>
                    <a:pt x="95381" y="181413"/>
                    <a:pt x="73931" y="197186"/>
                    <a:pt x="56564" y="216919"/>
                  </a:cubicBezTo>
                  <a:cubicBezTo>
                    <a:pt x="38300" y="237711"/>
                    <a:pt x="24165" y="261782"/>
                    <a:pt x="14876" y="287852"/>
                  </a:cubicBezTo>
                  <a:cubicBezTo>
                    <a:pt x="4644" y="317022"/>
                    <a:pt x="-381" y="347770"/>
                    <a:pt x="23" y="378679"/>
                  </a:cubicBezTo>
                  <a:cubicBezTo>
                    <a:pt x="23" y="422829"/>
                    <a:pt x="8683" y="461755"/>
                    <a:pt x="25960" y="495451"/>
                  </a:cubicBezTo>
                  <a:cubicBezTo>
                    <a:pt x="41935" y="527691"/>
                    <a:pt x="66482" y="554948"/>
                    <a:pt x="96862" y="574270"/>
                  </a:cubicBezTo>
                  <a:cubicBezTo>
                    <a:pt x="127107" y="593318"/>
                    <a:pt x="162244" y="603198"/>
                    <a:pt x="198009" y="602723"/>
                  </a:cubicBezTo>
                  <a:cubicBezTo>
                    <a:pt x="229780" y="602723"/>
                    <a:pt x="257153" y="596078"/>
                    <a:pt x="280084" y="582783"/>
                  </a:cubicBezTo>
                  <a:cubicBezTo>
                    <a:pt x="302611" y="569937"/>
                    <a:pt x="321683" y="551879"/>
                    <a:pt x="335773" y="530133"/>
                  </a:cubicBezTo>
                  <a:cubicBezTo>
                    <a:pt x="338466" y="526011"/>
                    <a:pt x="340979" y="521754"/>
                    <a:pt x="343402" y="517407"/>
                  </a:cubicBezTo>
                  <a:lnTo>
                    <a:pt x="343402" y="594254"/>
                  </a:lnTo>
                  <a:lnTo>
                    <a:pt x="426734" y="594254"/>
                  </a:lnTo>
                  <a:lnTo>
                    <a:pt x="426734" y="0"/>
                  </a:lnTo>
                  <a:close/>
                  <a:moveTo>
                    <a:pt x="308983" y="488416"/>
                  </a:moveTo>
                  <a:cubicBezTo>
                    <a:pt x="297540" y="501339"/>
                    <a:pt x="283315" y="511497"/>
                    <a:pt x="267340" y="518124"/>
                  </a:cubicBezTo>
                  <a:cubicBezTo>
                    <a:pt x="250781" y="525011"/>
                    <a:pt x="233011" y="528489"/>
                    <a:pt x="215061" y="528341"/>
                  </a:cubicBezTo>
                  <a:cubicBezTo>
                    <a:pt x="176469" y="528341"/>
                    <a:pt x="145057" y="515180"/>
                    <a:pt x="120824" y="488864"/>
                  </a:cubicBezTo>
                  <a:cubicBezTo>
                    <a:pt x="96593" y="462548"/>
                    <a:pt x="84342" y="425818"/>
                    <a:pt x="84028" y="378679"/>
                  </a:cubicBezTo>
                  <a:cubicBezTo>
                    <a:pt x="83624" y="357364"/>
                    <a:pt x="86944" y="336147"/>
                    <a:pt x="93765" y="315947"/>
                  </a:cubicBezTo>
                  <a:cubicBezTo>
                    <a:pt x="99734" y="298772"/>
                    <a:pt x="108978" y="282914"/>
                    <a:pt x="121004" y="269256"/>
                  </a:cubicBezTo>
                  <a:cubicBezTo>
                    <a:pt x="132313" y="256445"/>
                    <a:pt x="146403" y="246417"/>
                    <a:pt x="162244" y="239951"/>
                  </a:cubicBezTo>
                  <a:cubicBezTo>
                    <a:pt x="179027" y="233275"/>
                    <a:pt x="196932" y="229954"/>
                    <a:pt x="214972" y="230183"/>
                  </a:cubicBezTo>
                  <a:cubicBezTo>
                    <a:pt x="252935" y="230183"/>
                    <a:pt x="284123" y="243209"/>
                    <a:pt x="308490" y="269256"/>
                  </a:cubicBezTo>
                  <a:cubicBezTo>
                    <a:pt x="332856" y="295304"/>
                    <a:pt x="345063" y="331809"/>
                    <a:pt x="345063" y="378769"/>
                  </a:cubicBezTo>
                  <a:cubicBezTo>
                    <a:pt x="345377" y="399946"/>
                    <a:pt x="342191" y="421033"/>
                    <a:pt x="335684" y="441188"/>
                  </a:cubicBezTo>
                  <a:cubicBezTo>
                    <a:pt x="330074" y="458497"/>
                    <a:pt x="320965" y="474489"/>
                    <a:pt x="308983" y="488192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5" name="Forma libre 172">
              <a:extLst>
                <a:ext uri="{FF2B5EF4-FFF2-40B4-BE49-F238E27FC236}">
                  <a16:creationId xmlns:a16="http://schemas.microsoft.com/office/drawing/2014/main" id="{BAAE6168-2EDC-0554-6E85-21F1FE73F996}"/>
                </a:ext>
              </a:extLst>
            </p:cNvPr>
            <p:cNvSpPr/>
            <p:nvPr/>
          </p:nvSpPr>
          <p:spPr>
            <a:xfrm>
              <a:off x="10866114" y="301762"/>
              <a:ext cx="134370" cy="215067"/>
            </a:xfrm>
            <a:custGeom>
              <a:avLst/>
              <a:gdLst>
                <a:gd name="connsiteX0" fmla="*/ 0 w 565867"/>
                <a:gd name="connsiteY0" fmla="*/ 645695 h 905704"/>
                <a:gd name="connsiteX1" fmla="*/ 75165 w 565867"/>
                <a:gd name="connsiteY1" fmla="*/ 828336 h 905704"/>
                <a:gd name="connsiteX2" fmla="*/ 374837 w 565867"/>
                <a:gd name="connsiteY2" fmla="*/ 877357 h 905704"/>
                <a:gd name="connsiteX3" fmla="*/ 464900 w 565867"/>
                <a:gd name="connsiteY3" fmla="*/ 0 h 905704"/>
                <a:gd name="connsiteX4" fmla="*/ 0 w 565867"/>
                <a:gd name="connsiteY4" fmla="*/ 645695 h 90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67" h="905704">
                  <a:moveTo>
                    <a:pt x="0" y="645695"/>
                  </a:moveTo>
                  <a:cubicBezTo>
                    <a:pt x="-58" y="714091"/>
                    <a:pt x="26961" y="779741"/>
                    <a:pt x="75165" y="828336"/>
                  </a:cubicBezTo>
                  <a:cubicBezTo>
                    <a:pt x="168145" y="921180"/>
                    <a:pt x="294377" y="921000"/>
                    <a:pt x="374837" y="877357"/>
                  </a:cubicBezTo>
                  <a:cubicBezTo>
                    <a:pt x="473561" y="823989"/>
                    <a:pt x="694927" y="663932"/>
                    <a:pt x="464900" y="0"/>
                  </a:cubicBezTo>
                  <a:cubicBezTo>
                    <a:pt x="464810" y="313393"/>
                    <a:pt x="0" y="345252"/>
                    <a:pt x="0" y="64569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6" name="Forma libre 173">
              <a:extLst>
                <a:ext uri="{FF2B5EF4-FFF2-40B4-BE49-F238E27FC236}">
                  <a16:creationId xmlns:a16="http://schemas.microsoft.com/office/drawing/2014/main" id="{7F68BA30-4127-BA8F-F195-633B3125BD9C}"/>
                </a:ext>
              </a:extLst>
            </p:cNvPr>
            <p:cNvSpPr/>
            <p:nvPr/>
          </p:nvSpPr>
          <p:spPr>
            <a:xfrm>
              <a:off x="10787879" y="301762"/>
              <a:ext cx="128488" cy="215058"/>
            </a:xfrm>
            <a:custGeom>
              <a:avLst/>
              <a:gdLst>
                <a:gd name="connsiteX0" fmla="*/ 541097 w 541096"/>
                <a:gd name="connsiteY0" fmla="*/ 274364 h 905666"/>
                <a:gd name="connsiteX1" fmla="*/ 464810 w 541096"/>
                <a:gd name="connsiteY1" fmla="*/ 0 h 905666"/>
                <a:gd name="connsiteX2" fmla="*/ 0 w 541096"/>
                <a:gd name="connsiteY2" fmla="*/ 645695 h 905666"/>
                <a:gd name="connsiteX3" fmla="*/ 75075 w 541096"/>
                <a:gd name="connsiteY3" fmla="*/ 828336 h 905666"/>
                <a:gd name="connsiteX4" fmla="*/ 374792 w 541096"/>
                <a:gd name="connsiteY4" fmla="*/ 877357 h 905666"/>
                <a:gd name="connsiteX5" fmla="*/ 541097 w 541096"/>
                <a:gd name="connsiteY5" fmla="*/ 274364 h 90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096" h="905666">
                  <a:moveTo>
                    <a:pt x="541097" y="274364"/>
                  </a:moveTo>
                  <a:cubicBezTo>
                    <a:pt x="525840" y="192230"/>
                    <a:pt x="501383" y="108124"/>
                    <a:pt x="464810" y="0"/>
                  </a:cubicBezTo>
                  <a:cubicBezTo>
                    <a:pt x="464810" y="313393"/>
                    <a:pt x="0" y="345252"/>
                    <a:pt x="0" y="645695"/>
                  </a:cubicBezTo>
                  <a:cubicBezTo>
                    <a:pt x="-81" y="714082"/>
                    <a:pt x="26902" y="779727"/>
                    <a:pt x="75075" y="828336"/>
                  </a:cubicBezTo>
                  <a:cubicBezTo>
                    <a:pt x="168055" y="921180"/>
                    <a:pt x="295274" y="920911"/>
                    <a:pt x="374792" y="877357"/>
                  </a:cubicBezTo>
                  <a:cubicBezTo>
                    <a:pt x="189640" y="680601"/>
                    <a:pt x="254977" y="452838"/>
                    <a:pt x="541097" y="274364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7" name="Forma libre 174">
              <a:extLst>
                <a:ext uri="{FF2B5EF4-FFF2-40B4-BE49-F238E27FC236}">
                  <a16:creationId xmlns:a16="http://schemas.microsoft.com/office/drawing/2014/main" id="{253DE9F6-3CD4-E6DE-5564-AAB39A9FDC59}"/>
                </a:ext>
              </a:extLst>
            </p:cNvPr>
            <p:cNvSpPr/>
            <p:nvPr/>
          </p:nvSpPr>
          <p:spPr>
            <a:xfrm>
              <a:off x="10709665" y="301762"/>
              <a:ext cx="128477" cy="265750"/>
            </a:xfrm>
            <a:custGeom>
              <a:avLst/>
              <a:gdLst>
                <a:gd name="connsiteX0" fmla="*/ 541052 w 541051"/>
                <a:gd name="connsiteY0" fmla="*/ 274364 h 1119144"/>
                <a:gd name="connsiteX1" fmla="*/ 464765 w 541051"/>
                <a:gd name="connsiteY1" fmla="*/ 0 h 1119144"/>
                <a:gd name="connsiteX2" fmla="*/ 0 w 541051"/>
                <a:gd name="connsiteY2" fmla="*/ 645695 h 1119144"/>
                <a:gd name="connsiteX3" fmla="*/ 124975 w 541051"/>
                <a:gd name="connsiteY3" fmla="*/ 867633 h 1119144"/>
                <a:gd name="connsiteX4" fmla="*/ 112949 w 541051"/>
                <a:gd name="connsiteY4" fmla="*/ 1119145 h 1119144"/>
                <a:gd name="connsiteX5" fmla="*/ 172587 w 541051"/>
                <a:gd name="connsiteY5" fmla="*/ 1109242 h 1119144"/>
                <a:gd name="connsiteX6" fmla="*/ 163164 w 541051"/>
                <a:gd name="connsiteY6" fmla="*/ 886901 h 1119144"/>
                <a:gd name="connsiteX7" fmla="*/ 374567 w 541051"/>
                <a:gd name="connsiteY7" fmla="*/ 877446 h 1119144"/>
                <a:gd name="connsiteX8" fmla="*/ 541052 w 541051"/>
                <a:gd name="connsiteY8" fmla="*/ 274364 h 111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1051" h="1119144">
                  <a:moveTo>
                    <a:pt x="541052" y="274364"/>
                  </a:moveTo>
                  <a:cubicBezTo>
                    <a:pt x="525795" y="192230"/>
                    <a:pt x="501293" y="108124"/>
                    <a:pt x="464765" y="0"/>
                  </a:cubicBezTo>
                  <a:cubicBezTo>
                    <a:pt x="464765" y="313393"/>
                    <a:pt x="0" y="345252"/>
                    <a:pt x="0" y="645695"/>
                  </a:cubicBezTo>
                  <a:cubicBezTo>
                    <a:pt x="0" y="799793"/>
                    <a:pt x="124975" y="867633"/>
                    <a:pt x="124975" y="867633"/>
                  </a:cubicBezTo>
                  <a:cubicBezTo>
                    <a:pt x="105536" y="950023"/>
                    <a:pt x="101457" y="1035281"/>
                    <a:pt x="112949" y="1119145"/>
                  </a:cubicBezTo>
                  <a:lnTo>
                    <a:pt x="172587" y="1109242"/>
                  </a:lnTo>
                  <a:cubicBezTo>
                    <a:pt x="143464" y="1007974"/>
                    <a:pt x="161324" y="897700"/>
                    <a:pt x="163164" y="886901"/>
                  </a:cubicBezTo>
                  <a:cubicBezTo>
                    <a:pt x="239450" y="917416"/>
                    <a:pt x="318160" y="908364"/>
                    <a:pt x="374567" y="877446"/>
                  </a:cubicBezTo>
                  <a:cubicBezTo>
                    <a:pt x="189505" y="680601"/>
                    <a:pt x="254842" y="452883"/>
                    <a:pt x="541052" y="274364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8" name="Forma libre 176">
              <a:extLst>
                <a:ext uri="{FF2B5EF4-FFF2-40B4-BE49-F238E27FC236}">
                  <a16:creationId xmlns:a16="http://schemas.microsoft.com/office/drawing/2014/main" id="{75488488-D7B3-D14C-97D0-1497D6092A63}"/>
                </a:ext>
              </a:extLst>
            </p:cNvPr>
            <p:cNvSpPr/>
            <p:nvPr/>
          </p:nvSpPr>
          <p:spPr>
            <a:xfrm>
              <a:off x="11053102" y="570151"/>
              <a:ext cx="55069" cy="59585"/>
            </a:xfrm>
            <a:custGeom>
              <a:avLst/>
              <a:gdLst>
                <a:gd name="connsiteX0" fmla="*/ 62600 w 231911"/>
                <a:gd name="connsiteY0" fmla="*/ 176367 h 250929"/>
                <a:gd name="connsiteX1" fmla="*/ 168593 w 231911"/>
                <a:gd name="connsiteY1" fmla="*/ 176367 h 250929"/>
                <a:gd name="connsiteX2" fmla="*/ 197448 w 231911"/>
                <a:gd name="connsiteY2" fmla="*/ 250929 h 250929"/>
                <a:gd name="connsiteX3" fmla="*/ 231911 w 231911"/>
                <a:gd name="connsiteY3" fmla="*/ 250929 h 250929"/>
                <a:gd name="connsiteX4" fmla="*/ 131393 w 231911"/>
                <a:gd name="connsiteY4" fmla="*/ 0 h 250929"/>
                <a:gd name="connsiteX5" fmla="*/ 100519 w 231911"/>
                <a:gd name="connsiteY5" fmla="*/ 0 h 250929"/>
                <a:gd name="connsiteX6" fmla="*/ 0 w 231911"/>
                <a:gd name="connsiteY6" fmla="*/ 250929 h 250929"/>
                <a:gd name="connsiteX7" fmla="*/ 33746 w 231911"/>
                <a:gd name="connsiteY7" fmla="*/ 250929 h 250929"/>
                <a:gd name="connsiteX8" fmla="*/ 105186 w 231911"/>
                <a:gd name="connsiteY8" fmla="*/ 66317 h 250929"/>
                <a:gd name="connsiteX9" fmla="*/ 115597 w 231911"/>
                <a:gd name="connsiteY9" fmla="*/ 39790 h 250929"/>
                <a:gd name="connsiteX10" fmla="*/ 126008 w 231911"/>
                <a:gd name="connsiteY10" fmla="*/ 66317 h 250929"/>
                <a:gd name="connsiteX11" fmla="*/ 157420 w 231911"/>
                <a:gd name="connsiteY11" fmla="*/ 148048 h 250929"/>
                <a:gd name="connsiteX12" fmla="*/ 73549 w 231911"/>
                <a:gd name="connsiteY12" fmla="*/ 148048 h 2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1911" h="250929">
                  <a:moveTo>
                    <a:pt x="62600" y="176367"/>
                  </a:moveTo>
                  <a:lnTo>
                    <a:pt x="168593" y="176367"/>
                  </a:lnTo>
                  <a:lnTo>
                    <a:pt x="197448" y="250929"/>
                  </a:lnTo>
                  <a:lnTo>
                    <a:pt x="231911" y="250929"/>
                  </a:lnTo>
                  <a:lnTo>
                    <a:pt x="131393" y="0"/>
                  </a:lnTo>
                  <a:lnTo>
                    <a:pt x="100519" y="0"/>
                  </a:lnTo>
                  <a:lnTo>
                    <a:pt x="0" y="250929"/>
                  </a:lnTo>
                  <a:lnTo>
                    <a:pt x="33746" y="250929"/>
                  </a:lnTo>
                  <a:close/>
                  <a:moveTo>
                    <a:pt x="105186" y="66317"/>
                  </a:moveTo>
                  <a:cubicBezTo>
                    <a:pt x="107789" y="59596"/>
                    <a:pt x="111289" y="50768"/>
                    <a:pt x="115597" y="39790"/>
                  </a:cubicBezTo>
                  <a:lnTo>
                    <a:pt x="126008" y="66317"/>
                  </a:lnTo>
                  <a:lnTo>
                    <a:pt x="157420" y="148048"/>
                  </a:lnTo>
                  <a:lnTo>
                    <a:pt x="73549" y="148048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9" name="Forma libre 177">
              <a:extLst>
                <a:ext uri="{FF2B5EF4-FFF2-40B4-BE49-F238E27FC236}">
                  <a16:creationId xmlns:a16="http://schemas.microsoft.com/office/drawing/2014/main" id="{97F8AE7F-7824-9AFD-6E70-9214F5F5B4AB}"/>
                </a:ext>
              </a:extLst>
            </p:cNvPr>
            <p:cNvSpPr/>
            <p:nvPr/>
          </p:nvSpPr>
          <p:spPr>
            <a:xfrm>
              <a:off x="11132978" y="586021"/>
              <a:ext cx="60316" cy="43715"/>
            </a:xfrm>
            <a:custGeom>
              <a:avLst/>
              <a:gdLst>
                <a:gd name="connsiteX0" fmla="*/ 212301 w 254008"/>
                <a:gd name="connsiteY0" fmla="*/ 39454 h 184096"/>
                <a:gd name="connsiteX1" fmla="*/ 223116 w 254008"/>
                <a:gd name="connsiteY1" fmla="*/ 73688 h 184096"/>
                <a:gd name="connsiteX2" fmla="*/ 223116 w 254008"/>
                <a:gd name="connsiteY2" fmla="*/ 184097 h 184096"/>
                <a:gd name="connsiteX3" fmla="*/ 253990 w 254008"/>
                <a:gd name="connsiteY3" fmla="*/ 184097 h 184096"/>
                <a:gd name="connsiteX4" fmla="*/ 253990 w 254008"/>
                <a:gd name="connsiteY4" fmla="*/ 68311 h 184096"/>
                <a:gd name="connsiteX5" fmla="*/ 245733 w 254008"/>
                <a:gd name="connsiteY5" fmla="*/ 32464 h 184096"/>
                <a:gd name="connsiteX6" fmla="*/ 223296 w 254008"/>
                <a:gd name="connsiteY6" fmla="*/ 8625 h 184096"/>
                <a:gd name="connsiteX7" fmla="*/ 190223 w 254008"/>
                <a:gd name="connsiteY7" fmla="*/ 22 h 184096"/>
                <a:gd name="connsiteX8" fmla="*/ 154907 w 254008"/>
                <a:gd name="connsiteY8" fmla="*/ 10418 h 184096"/>
                <a:gd name="connsiteX9" fmla="*/ 135521 w 254008"/>
                <a:gd name="connsiteY9" fmla="*/ 34256 h 184096"/>
                <a:gd name="connsiteX10" fmla="*/ 80774 w 254008"/>
                <a:gd name="connsiteY10" fmla="*/ 22 h 184096"/>
                <a:gd name="connsiteX11" fmla="*/ 48779 w 254008"/>
                <a:gd name="connsiteY11" fmla="*/ 8984 h 184096"/>
                <a:gd name="connsiteX12" fmla="*/ 30829 w 254008"/>
                <a:gd name="connsiteY12" fmla="*/ 29282 h 184096"/>
                <a:gd name="connsiteX13" fmla="*/ 30829 w 254008"/>
                <a:gd name="connsiteY13" fmla="*/ 3069 h 184096"/>
                <a:gd name="connsiteX14" fmla="*/ 0 w 254008"/>
                <a:gd name="connsiteY14" fmla="*/ 3069 h 184096"/>
                <a:gd name="connsiteX15" fmla="*/ 0 w 254008"/>
                <a:gd name="connsiteY15" fmla="*/ 184097 h 184096"/>
                <a:gd name="connsiteX16" fmla="*/ 30829 w 254008"/>
                <a:gd name="connsiteY16" fmla="*/ 184097 h 184096"/>
                <a:gd name="connsiteX17" fmla="*/ 30829 w 254008"/>
                <a:gd name="connsiteY17" fmla="*/ 74046 h 184096"/>
                <a:gd name="connsiteX18" fmla="*/ 36438 w 254008"/>
                <a:gd name="connsiteY18" fmla="*/ 48953 h 184096"/>
                <a:gd name="connsiteX19" fmla="*/ 51516 w 254008"/>
                <a:gd name="connsiteY19" fmla="*/ 33001 h 184096"/>
                <a:gd name="connsiteX20" fmla="*/ 73549 w 254008"/>
                <a:gd name="connsiteY20" fmla="*/ 27445 h 184096"/>
                <a:gd name="connsiteX21" fmla="*/ 101057 w 254008"/>
                <a:gd name="connsiteY21" fmla="*/ 39454 h 184096"/>
                <a:gd name="connsiteX22" fmla="*/ 111603 w 254008"/>
                <a:gd name="connsiteY22" fmla="*/ 73688 h 184096"/>
                <a:gd name="connsiteX23" fmla="*/ 111603 w 254008"/>
                <a:gd name="connsiteY23" fmla="*/ 184097 h 184096"/>
                <a:gd name="connsiteX24" fmla="*/ 142521 w 254008"/>
                <a:gd name="connsiteY24" fmla="*/ 184097 h 184096"/>
                <a:gd name="connsiteX25" fmla="*/ 142521 w 254008"/>
                <a:gd name="connsiteY25" fmla="*/ 74046 h 184096"/>
                <a:gd name="connsiteX26" fmla="*/ 154548 w 254008"/>
                <a:gd name="connsiteY26" fmla="*/ 39633 h 184096"/>
                <a:gd name="connsiteX27" fmla="*/ 185242 w 254008"/>
                <a:gd name="connsiteY27" fmla="*/ 27445 h 184096"/>
                <a:gd name="connsiteX28" fmla="*/ 212301 w 254008"/>
                <a:gd name="connsiteY28" fmla="*/ 39454 h 18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54008" h="184096">
                  <a:moveTo>
                    <a:pt x="212301" y="39454"/>
                  </a:moveTo>
                  <a:cubicBezTo>
                    <a:pt x="219513" y="47430"/>
                    <a:pt x="223116" y="58842"/>
                    <a:pt x="223116" y="73688"/>
                  </a:cubicBezTo>
                  <a:lnTo>
                    <a:pt x="223116" y="184097"/>
                  </a:lnTo>
                  <a:lnTo>
                    <a:pt x="253990" y="184097"/>
                  </a:lnTo>
                  <a:lnTo>
                    <a:pt x="253990" y="68311"/>
                  </a:lnTo>
                  <a:cubicBezTo>
                    <a:pt x="254268" y="55863"/>
                    <a:pt x="251432" y="43540"/>
                    <a:pt x="245733" y="32464"/>
                  </a:cubicBezTo>
                  <a:cubicBezTo>
                    <a:pt x="240554" y="22632"/>
                    <a:pt x="232800" y="14392"/>
                    <a:pt x="223296" y="8625"/>
                  </a:cubicBezTo>
                  <a:cubicBezTo>
                    <a:pt x="213275" y="2773"/>
                    <a:pt x="201828" y="-202"/>
                    <a:pt x="190223" y="22"/>
                  </a:cubicBezTo>
                  <a:cubicBezTo>
                    <a:pt x="177699" y="44"/>
                    <a:pt x="165443" y="3651"/>
                    <a:pt x="154907" y="10418"/>
                  </a:cubicBezTo>
                  <a:cubicBezTo>
                    <a:pt x="146085" y="16122"/>
                    <a:pt x="139299" y="24465"/>
                    <a:pt x="135521" y="34256"/>
                  </a:cubicBezTo>
                  <a:cubicBezTo>
                    <a:pt x="125842" y="12878"/>
                    <a:pt x="104261" y="-619"/>
                    <a:pt x="80774" y="22"/>
                  </a:cubicBezTo>
                  <a:cubicBezTo>
                    <a:pt x="69475" y="-81"/>
                    <a:pt x="58377" y="3024"/>
                    <a:pt x="48779" y="8984"/>
                  </a:cubicBezTo>
                  <a:cubicBezTo>
                    <a:pt x="41047" y="13980"/>
                    <a:pt x="34836" y="21001"/>
                    <a:pt x="30829" y="29282"/>
                  </a:cubicBezTo>
                  <a:lnTo>
                    <a:pt x="30829" y="3069"/>
                  </a:lnTo>
                  <a:lnTo>
                    <a:pt x="0" y="3069"/>
                  </a:lnTo>
                  <a:lnTo>
                    <a:pt x="0" y="184097"/>
                  </a:lnTo>
                  <a:lnTo>
                    <a:pt x="30829" y="184097"/>
                  </a:lnTo>
                  <a:lnTo>
                    <a:pt x="30829" y="74046"/>
                  </a:lnTo>
                  <a:cubicBezTo>
                    <a:pt x="30577" y="65344"/>
                    <a:pt x="32507" y="56723"/>
                    <a:pt x="36438" y="48953"/>
                  </a:cubicBezTo>
                  <a:cubicBezTo>
                    <a:pt x="39831" y="42303"/>
                    <a:pt x="45063" y="36765"/>
                    <a:pt x="51516" y="33001"/>
                  </a:cubicBezTo>
                  <a:cubicBezTo>
                    <a:pt x="58220" y="29192"/>
                    <a:pt x="65835" y="27270"/>
                    <a:pt x="73549" y="27445"/>
                  </a:cubicBezTo>
                  <a:cubicBezTo>
                    <a:pt x="84059" y="27113"/>
                    <a:pt x="94165" y="31522"/>
                    <a:pt x="101057" y="39454"/>
                  </a:cubicBezTo>
                  <a:cubicBezTo>
                    <a:pt x="108089" y="47430"/>
                    <a:pt x="111603" y="58842"/>
                    <a:pt x="111603" y="73688"/>
                  </a:cubicBezTo>
                  <a:lnTo>
                    <a:pt x="111603" y="184097"/>
                  </a:lnTo>
                  <a:lnTo>
                    <a:pt x="142521" y="184097"/>
                  </a:lnTo>
                  <a:lnTo>
                    <a:pt x="142521" y="74046"/>
                  </a:lnTo>
                  <a:cubicBezTo>
                    <a:pt x="142521" y="59111"/>
                    <a:pt x="146529" y="47640"/>
                    <a:pt x="154548" y="39633"/>
                  </a:cubicBezTo>
                  <a:cubicBezTo>
                    <a:pt x="162621" y="31460"/>
                    <a:pt x="173754" y="27037"/>
                    <a:pt x="185242" y="27445"/>
                  </a:cubicBezTo>
                  <a:cubicBezTo>
                    <a:pt x="195599" y="27234"/>
                    <a:pt x="205516" y="31634"/>
                    <a:pt x="212301" y="39454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0" name="Forma libre 178">
              <a:extLst>
                <a:ext uri="{FF2B5EF4-FFF2-40B4-BE49-F238E27FC236}">
                  <a16:creationId xmlns:a16="http://schemas.microsoft.com/office/drawing/2014/main" id="{60181AFB-CBBB-7447-D129-D5F6E364B7D6}"/>
                </a:ext>
              </a:extLst>
            </p:cNvPr>
            <p:cNvSpPr/>
            <p:nvPr/>
          </p:nvSpPr>
          <p:spPr>
            <a:xfrm>
              <a:off x="11200328" y="585980"/>
              <a:ext cx="40248" cy="44572"/>
            </a:xfrm>
            <a:custGeom>
              <a:avLst/>
              <a:gdLst>
                <a:gd name="connsiteX0" fmla="*/ 129442 w 169496"/>
                <a:gd name="connsiteY0" fmla="*/ 11305 h 187705"/>
                <a:gd name="connsiteX1" fmla="*/ 86721 w 169496"/>
                <a:gd name="connsiteY1" fmla="*/ 13 h 187705"/>
                <a:gd name="connsiteX2" fmla="*/ 51899 w 169496"/>
                <a:gd name="connsiteY2" fmla="*/ 6645 h 187705"/>
                <a:gd name="connsiteX3" fmla="*/ 24436 w 169496"/>
                <a:gd name="connsiteY3" fmla="*/ 25465 h 187705"/>
                <a:gd name="connsiteX4" fmla="*/ 6486 w 169496"/>
                <a:gd name="connsiteY4" fmla="*/ 54859 h 187705"/>
                <a:gd name="connsiteX5" fmla="*/ 24 w 169496"/>
                <a:gd name="connsiteY5" fmla="*/ 93574 h 187705"/>
                <a:gd name="connsiteX6" fmla="*/ 11512 w 169496"/>
                <a:gd name="connsiteY6" fmla="*/ 142864 h 187705"/>
                <a:gd name="connsiteX7" fmla="*/ 87799 w 169496"/>
                <a:gd name="connsiteY7" fmla="*/ 187673 h 187705"/>
                <a:gd name="connsiteX8" fmla="*/ 117775 w 169496"/>
                <a:gd name="connsiteY8" fmla="*/ 183192 h 187705"/>
                <a:gd name="connsiteX9" fmla="*/ 144699 w 169496"/>
                <a:gd name="connsiteY9" fmla="*/ 169032 h 187705"/>
                <a:gd name="connsiteX10" fmla="*/ 166239 w 169496"/>
                <a:gd name="connsiteY10" fmla="*/ 142506 h 187705"/>
                <a:gd name="connsiteX11" fmla="*/ 142904 w 169496"/>
                <a:gd name="connsiteY11" fmla="*/ 128167 h 187705"/>
                <a:gd name="connsiteX12" fmla="*/ 128186 w 169496"/>
                <a:gd name="connsiteY12" fmla="*/ 146449 h 187705"/>
                <a:gd name="connsiteX13" fmla="*/ 109697 w 169496"/>
                <a:gd name="connsiteY13" fmla="*/ 156844 h 187705"/>
                <a:gd name="connsiteX14" fmla="*/ 88337 w 169496"/>
                <a:gd name="connsiteY14" fmla="*/ 160071 h 187705"/>
                <a:gd name="connsiteX15" fmla="*/ 58899 w 169496"/>
                <a:gd name="connsiteY15" fmla="*/ 152543 h 187705"/>
                <a:gd name="connsiteX16" fmla="*/ 38616 w 169496"/>
                <a:gd name="connsiteY16" fmla="*/ 130138 h 187705"/>
                <a:gd name="connsiteX17" fmla="*/ 31212 w 169496"/>
                <a:gd name="connsiteY17" fmla="*/ 100564 h 187705"/>
                <a:gd name="connsiteX18" fmla="*/ 169111 w 169496"/>
                <a:gd name="connsiteY18" fmla="*/ 100564 h 187705"/>
                <a:gd name="connsiteX19" fmla="*/ 169470 w 169496"/>
                <a:gd name="connsiteY19" fmla="*/ 96084 h 187705"/>
                <a:gd name="connsiteX20" fmla="*/ 169470 w 169496"/>
                <a:gd name="connsiteY20" fmla="*/ 91603 h 187705"/>
                <a:gd name="connsiteX21" fmla="*/ 158700 w 169496"/>
                <a:gd name="connsiteY21" fmla="*/ 43209 h 187705"/>
                <a:gd name="connsiteX22" fmla="*/ 129442 w 169496"/>
                <a:gd name="connsiteY22" fmla="*/ 11305 h 187705"/>
                <a:gd name="connsiteX23" fmla="*/ 46155 w 169496"/>
                <a:gd name="connsiteY23" fmla="*/ 44285 h 187705"/>
                <a:gd name="connsiteX24" fmla="*/ 63566 w 169496"/>
                <a:gd name="connsiteY24" fmla="*/ 30842 h 187705"/>
                <a:gd name="connsiteX25" fmla="*/ 86363 w 169496"/>
                <a:gd name="connsiteY25" fmla="*/ 26361 h 187705"/>
                <a:gd name="connsiteX26" fmla="*/ 123698 w 169496"/>
                <a:gd name="connsiteY26" fmla="*/ 42671 h 187705"/>
                <a:gd name="connsiteX27" fmla="*/ 137475 w 169496"/>
                <a:gd name="connsiteY27" fmla="*/ 76905 h 187705"/>
                <a:gd name="connsiteX28" fmla="*/ 32334 w 169496"/>
                <a:gd name="connsiteY28" fmla="*/ 76905 h 187705"/>
                <a:gd name="connsiteX29" fmla="*/ 35026 w 169496"/>
                <a:gd name="connsiteY29" fmla="*/ 65255 h 187705"/>
                <a:gd name="connsiteX30" fmla="*/ 46155 w 169496"/>
                <a:gd name="connsiteY30" fmla="*/ 44285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496" h="187705">
                  <a:moveTo>
                    <a:pt x="129442" y="11305"/>
                  </a:moveTo>
                  <a:cubicBezTo>
                    <a:pt x="116532" y="3647"/>
                    <a:pt x="101736" y="-260"/>
                    <a:pt x="86721" y="13"/>
                  </a:cubicBezTo>
                  <a:cubicBezTo>
                    <a:pt x="74785" y="-139"/>
                    <a:pt x="62943" y="2119"/>
                    <a:pt x="51899" y="6645"/>
                  </a:cubicBezTo>
                  <a:cubicBezTo>
                    <a:pt x="41519" y="10920"/>
                    <a:pt x="32163" y="17337"/>
                    <a:pt x="24436" y="25465"/>
                  </a:cubicBezTo>
                  <a:cubicBezTo>
                    <a:pt x="16511" y="33938"/>
                    <a:pt x="10404" y="43944"/>
                    <a:pt x="6486" y="54859"/>
                  </a:cubicBezTo>
                  <a:cubicBezTo>
                    <a:pt x="2016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59" y="186167"/>
                    <a:pt x="117775" y="183192"/>
                  </a:cubicBezTo>
                  <a:cubicBezTo>
                    <a:pt x="127522" y="180114"/>
                    <a:pt x="136640" y="175314"/>
                    <a:pt x="144699" y="169032"/>
                  </a:cubicBezTo>
                  <a:cubicBezTo>
                    <a:pt x="153692" y="161827"/>
                    <a:pt x="161038" y="152780"/>
                    <a:pt x="166239" y="142506"/>
                  </a:cubicBezTo>
                  <a:lnTo>
                    <a:pt x="142904" y="128167"/>
                  </a:lnTo>
                  <a:cubicBezTo>
                    <a:pt x="139036" y="135027"/>
                    <a:pt x="134064" y="141202"/>
                    <a:pt x="128186" y="146449"/>
                  </a:cubicBezTo>
                  <a:cubicBezTo>
                    <a:pt x="122801" y="151140"/>
                    <a:pt x="116509" y="154680"/>
                    <a:pt x="109697" y="156844"/>
                  </a:cubicBezTo>
                  <a:cubicBezTo>
                    <a:pt x="102787" y="159009"/>
                    <a:pt x="95580" y="160097"/>
                    <a:pt x="88337" y="160071"/>
                  </a:cubicBezTo>
                  <a:cubicBezTo>
                    <a:pt x="78016" y="160313"/>
                    <a:pt x="67834" y="157705"/>
                    <a:pt x="58899" y="152543"/>
                  </a:cubicBezTo>
                  <a:cubicBezTo>
                    <a:pt x="50162" y="147125"/>
                    <a:pt x="43135" y="139360"/>
                    <a:pt x="38616" y="130138"/>
                  </a:cubicBezTo>
                  <a:cubicBezTo>
                    <a:pt x="34147" y="120890"/>
                    <a:pt x="31625" y="110826"/>
                    <a:pt x="31212" y="100564"/>
                  </a:cubicBezTo>
                  <a:lnTo>
                    <a:pt x="169111" y="100564"/>
                  </a:lnTo>
                  <a:cubicBezTo>
                    <a:pt x="169371" y="99086"/>
                    <a:pt x="169492" y="97585"/>
                    <a:pt x="169470" y="96084"/>
                  </a:cubicBezTo>
                  <a:lnTo>
                    <a:pt x="169470" y="91603"/>
                  </a:lnTo>
                  <a:cubicBezTo>
                    <a:pt x="169847" y="74840"/>
                    <a:pt x="166149" y="58234"/>
                    <a:pt x="158700" y="43209"/>
                  </a:cubicBezTo>
                  <a:cubicBezTo>
                    <a:pt x="152117" y="30058"/>
                    <a:pt x="141984" y="19008"/>
                    <a:pt x="129442" y="11305"/>
                  </a:cubicBezTo>
                  <a:close/>
                  <a:moveTo>
                    <a:pt x="46155" y="44285"/>
                  </a:moveTo>
                  <a:cubicBezTo>
                    <a:pt x="50777" y="38455"/>
                    <a:pt x="56754" y="33844"/>
                    <a:pt x="63566" y="30842"/>
                  </a:cubicBezTo>
                  <a:cubicBezTo>
                    <a:pt x="70769" y="27768"/>
                    <a:pt x="78532" y="26245"/>
                    <a:pt x="86363" y="26361"/>
                  </a:cubicBezTo>
                  <a:cubicBezTo>
                    <a:pt x="100615" y="25994"/>
                    <a:pt x="114297" y="31971"/>
                    <a:pt x="123698" y="42671"/>
                  </a:cubicBezTo>
                  <a:cubicBezTo>
                    <a:pt x="131713" y="52395"/>
                    <a:pt x="136523" y="64350"/>
                    <a:pt x="137475" y="76905"/>
                  </a:cubicBezTo>
                  <a:lnTo>
                    <a:pt x="32334" y="76905"/>
                  </a:lnTo>
                  <a:cubicBezTo>
                    <a:pt x="32939" y="72962"/>
                    <a:pt x="33841" y="69068"/>
                    <a:pt x="35026" y="65255"/>
                  </a:cubicBezTo>
                  <a:cubicBezTo>
                    <a:pt x="37378" y="57629"/>
                    <a:pt x="41156" y="50513"/>
                    <a:pt x="46155" y="4428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1" name="Forma libre 179">
              <a:extLst>
                <a:ext uri="{FF2B5EF4-FFF2-40B4-BE49-F238E27FC236}">
                  <a16:creationId xmlns:a16="http://schemas.microsoft.com/office/drawing/2014/main" id="{D719DC0D-DFF7-9DA8-3E49-657E052A2F3D}"/>
                </a:ext>
              </a:extLst>
            </p:cNvPr>
            <p:cNvSpPr/>
            <p:nvPr/>
          </p:nvSpPr>
          <p:spPr>
            <a:xfrm>
              <a:off x="11247880" y="586021"/>
              <a:ext cx="60316" cy="43758"/>
            </a:xfrm>
            <a:custGeom>
              <a:avLst/>
              <a:gdLst>
                <a:gd name="connsiteX0" fmla="*/ 30694 w 254008"/>
                <a:gd name="connsiteY0" fmla="*/ 74047 h 184276"/>
                <a:gd name="connsiteX1" fmla="*/ 36258 w 254008"/>
                <a:gd name="connsiteY1" fmla="*/ 48954 h 184276"/>
                <a:gd name="connsiteX2" fmla="*/ 51336 w 254008"/>
                <a:gd name="connsiteY2" fmla="*/ 33002 h 184276"/>
                <a:gd name="connsiteX3" fmla="*/ 73415 w 254008"/>
                <a:gd name="connsiteY3" fmla="*/ 27446 h 184276"/>
                <a:gd name="connsiteX4" fmla="*/ 100878 w 254008"/>
                <a:gd name="connsiteY4" fmla="*/ 39454 h 184276"/>
                <a:gd name="connsiteX5" fmla="*/ 111468 w 254008"/>
                <a:gd name="connsiteY5" fmla="*/ 73688 h 184276"/>
                <a:gd name="connsiteX6" fmla="*/ 111468 w 254008"/>
                <a:gd name="connsiteY6" fmla="*/ 184097 h 184276"/>
                <a:gd name="connsiteX7" fmla="*/ 142342 w 254008"/>
                <a:gd name="connsiteY7" fmla="*/ 184097 h 184276"/>
                <a:gd name="connsiteX8" fmla="*/ 142342 w 254008"/>
                <a:gd name="connsiteY8" fmla="*/ 74047 h 184276"/>
                <a:gd name="connsiteX9" fmla="*/ 154368 w 254008"/>
                <a:gd name="connsiteY9" fmla="*/ 39634 h 184276"/>
                <a:gd name="connsiteX10" fmla="*/ 185062 w 254008"/>
                <a:gd name="connsiteY10" fmla="*/ 27446 h 184276"/>
                <a:gd name="connsiteX11" fmla="*/ 212346 w 254008"/>
                <a:gd name="connsiteY11" fmla="*/ 39454 h 184276"/>
                <a:gd name="connsiteX12" fmla="*/ 223116 w 254008"/>
                <a:gd name="connsiteY12" fmla="*/ 73688 h 184276"/>
                <a:gd name="connsiteX13" fmla="*/ 223116 w 254008"/>
                <a:gd name="connsiteY13" fmla="*/ 184097 h 184276"/>
                <a:gd name="connsiteX14" fmla="*/ 253990 w 254008"/>
                <a:gd name="connsiteY14" fmla="*/ 184097 h 184276"/>
                <a:gd name="connsiteX15" fmla="*/ 253990 w 254008"/>
                <a:gd name="connsiteY15" fmla="*/ 68311 h 184276"/>
                <a:gd name="connsiteX16" fmla="*/ 245733 w 254008"/>
                <a:gd name="connsiteY16" fmla="*/ 32464 h 184276"/>
                <a:gd name="connsiteX17" fmla="*/ 223296 w 254008"/>
                <a:gd name="connsiteY17" fmla="*/ 8626 h 184276"/>
                <a:gd name="connsiteX18" fmla="*/ 190268 w 254008"/>
                <a:gd name="connsiteY18" fmla="*/ 23 h 184276"/>
                <a:gd name="connsiteX19" fmla="*/ 154907 w 254008"/>
                <a:gd name="connsiteY19" fmla="*/ 10418 h 184276"/>
                <a:gd name="connsiteX20" fmla="*/ 135521 w 254008"/>
                <a:gd name="connsiteY20" fmla="*/ 34257 h 184276"/>
                <a:gd name="connsiteX21" fmla="*/ 54509 w 254008"/>
                <a:gd name="connsiteY21" fmla="*/ 6040 h 184276"/>
                <a:gd name="connsiteX22" fmla="*/ 48823 w 254008"/>
                <a:gd name="connsiteY22" fmla="*/ 9164 h 184276"/>
                <a:gd name="connsiteX23" fmla="*/ 30874 w 254008"/>
                <a:gd name="connsiteY23" fmla="*/ 29462 h 184276"/>
                <a:gd name="connsiteX24" fmla="*/ 30874 w 254008"/>
                <a:gd name="connsiteY24" fmla="*/ 3249 h 184276"/>
                <a:gd name="connsiteX25" fmla="*/ 0 w 254008"/>
                <a:gd name="connsiteY25" fmla="*/ 3249 h 184276"/>
                <a:gd name="connsiteX26" fmla="*/ 0 w 254008"/>
                <a:gd name="connsiteY26" fmla="*/ 184276 h 184276"/>
                <a:gd name="connsiteX27" fmla="*/ 30874 w 254008"/>
                <a:gd name="connsiteY27" fmla="*/ 184276 h 184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54008" h="184276">
                  <a:moveTo>
                    <a:pt x="30694" y="74047"/>
                  </a:moveTo>
                  <a:cubicBezTo>
                    <a:pt x="30429" y="65349"/>
                    <a:pt x="32341" y="56724"/>
                    <a:pt x="36258" y="48954"/>
                  </a:cubicBezTo>
                  <a:cubicBezTo>
                    <a:pt x="39651" y="42304"/>
                    <a:pt x="44883" y="36766"/>
                    <a:pt x="51336" y="33002"/>
                  </a:cubicBezTo>
                  <a:cubicBezTo>
                    <a:pt x="58059" y="29189"/>
                    <a:pt x="65687" y="27271"/>
                    <a:pt x="73415" y="27446"/>
                  </a:cubicBezTo>
                  <a:cubicBezTo>
                    <a:pt x="83911" y="27118"/>
                    <a:pt x="93998" y="31532"/>
                    <a:pt x="100878" y="39454"/>
                  </a:cubicBezTo>
                  <a:cubicBezTo>
                    <a:pt x="107937" y="47430"/>
                    <a:pt x="111468" y="58843"/>
                    <a:pt x="111468" y="73688"/>
                  </a:cubicBezTo>
                  <a:lnTo>
                    <a:pt x="111468" y="184097"/>
                  </a:lnTo>
                  <a:lnTo>
                    <a:pt x="142342" y="184097"/>
                  </a:lnTo>
                  <a:lnTo>
                    <a:pt x="142342" y="74047"/>
                  </a:lnTo>
                  <a:cubicBezTo>
                    <a:pt x="142342" y="59112"/>
                    <a:pt x="146349" y="47641"/>
                    <a:pt x="154368" y="39634"/>
                  </a:cubicBezTo>
                  <a:cubicBezTo>
                    <a:pt x="162441" y="31460"/>
                    <a:pt x="173575" y="27038"/>
                    <a:pt x="185062" y="27446"/>
                  </a:cubicBezTo>
                  <a:cubicBezTo>
                    <a:pt x="195496" y="27186"/>
                    <a:pt x="205498" y="31590"/>
                    <a:pt x="212346" y="39454"/>
                  </a:cubicBezTo>
                  <a:cubicBezTo>
                    <a:pt x="219526" y="47430"/>
                    <a:pt x="223116" y="58843"/>
                    <a:pt x="223116" y="73688"/>
                  </a:cubicBezTo>
                  <a:lnTo>
                    <a:pt x="223116" y="184097"/>
                  </a:lnTo>
                  <a:lnTo>
                    <a:pt x="253990" y="184097"/>
                  </a:lnTo>
                  <a:lnTo>
                    <a:pt x="253990" y="68311"/>
                  </a:lnTo>
                  <a:cubicBezTo>
                    <a:pt x="254268" y="55863"/>
                    <a:pt x="251432" y="43541"/>
                    <a:pt x="245733" y="32464"/>
                  </a:cubicBezTo>
                  <a:cubicBezTo>
                    <a:pt x="240554" y="22633"/>
                    <a:pt x="232800" y="14393"/>
                    <a:pt x="223296" y="8626"/>
                  </a:cubicBezTo>
                  <a:cubicBezTo>
                    <a:pt x="213288" y="2778"/>
                    <a:pt x="201859" y="-197"/>
                    <a:pt x="190268" y="23"/>
                  </a:cubicBezTo>
                  <a:cubicBezTo>
                    <a:pt x="177725" y="36"/>
                    <a:pt x="165457" y="3643"/>
                    <a:pt x="154907" y="10418"/>
                  </a:cubicBezTo>
                  <a:cubicBezTo>
                    <a:pt x="146098" y="16136"/>
                    <a:pt x="139317" y="24475"/>
                    <a:pt x="135521" y="34257"/>
                  </a:cubicBezTo>
                  <a:cubicBezTo>
                    <a:pt x="120955" y="4127"/>
                    <a:pt x="84683" y="-8509"/>
                    <a:pt x="54509" y="6040"/>
                  </a:cubicBezTo>
                  <a:cubicBezTo>
                    <a:pt x="52557" y="6977"/>
                    <a:pt x="50659" y="8021"/>
                    <a:pt x="48823" y="9164"/>
                  </a:cubicBezTo>
                  <a:cubicBezTo>
                    <a:pt x="41082" y="14151"/>
                    <a:pt x="34867" y="21172"/>
                    <a:pt x="30874" y="29462"/>
                  </a:cubicBezTo>
                  <a:lnTo>
                    <a:pt x="30874" y="3249"/>
                  </a:lnTo>
                  <a:lnTo>
                    <a:pt x="0" y="3249"/>
                  </a:lnTo>
                  <a:lnTo>
                    <a:pt x="0" y="184276"/>
                  </a:lnTo>
                  <a:lnTo>
                    <a:pt x="30874" y="184276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2" name="Forma libre 180">
              <a:extLst>
                <a:ext uri="{FF2B5EF4-FFF2-40B4-BE49-F238E27FC236}">
                  <a16:creationId xmlns:a16="http://schemas.microsoft.com/office/drawing/2014/main" id="{9792603F-71D5-9B66-4052-244FEC75D201}"/>
                </a:ext>
              </a:extLst>
            </p:cNvPr>
            <p:cNvSpPr/>
            <p:nvPr/>
          </p:nvSpPr>
          <p:spPr>
            <a:xfrm>
              <a:off x="11317356" y="570151"/>
              <a:ext cx="42287" cy="60361"/>
            </a:xfrm>
            <a:custGeom>
              <a:avLst/>
              <a:gdLst>
                <a:gd name="connsiteX0" fmla="*/ 153830 w 178083"/>
                <a:gd name="connsiteY0" fmla="*/ 227987 h 254195"/>
                <a:gd name="connsiteX1" fmla="*/ 171780 w 178083"/>
                <a:gd name="connsiteY1" fmla="*/ 198234 h 254195"/>
                <a:gd name="connsiteX2" fmla="*/ 178062 w 178083"/>
                <a:gd name="connsiteY2" fmla="*/ 160236 h 254195"/>
                <a:gd name="connsiteX3" fmla="*/ 167113 w 178083"/>
                <a:gd name="connsiteY3" fmla="*/ 111484 h 254195"/>
                <a:gd name="connsiteX4" fmla="*/ 137137 w 178083"/>
                <a:gd name="connsiteY4" fmla="*/ 78505 h 254195"/>
                <a:gd name="connsiteX5" fmla="*/ 94057 w 178083"/>
                <a:gd name="connsiteY5" fmla="*/ 66675 h 254195"/>
                <a:gd name="connsiteX6" fmla="*/ 59953 w 178083"/>
                <a:gd name="connsiteY6" fmla="*/ 74741 h 254195"/>
                <a:gd name="connsiteX7" fmla="*/ 36079 w 178083"/>
                <a:gd name="connsiteY7" fmla="*/ 96249 h 254195"/>
                <a:gd name="connsiteX8" fmla="*/ 30874 w 178083"/>
                <a:gd name="connsiteY8" fmla="*/ 104628 h 254195"/>
                <a:gd name="connsiteX9" fmla="*/ 30874 w 178083"/>
                <a:gd name="connsiteY9" fmla="*/ 0 h 254195"/>
                <a:gd name="connsiteX10" fmla="*/ 0 w 178083"/>
                <a:gd name="connsiteY10" fmla="*/ 0 h 254195"/>
                <a:gd name="connsiteX11" fmla="*/ 0 w 178083"/>
                <a:gd name="connsiteY11" fmla="*/ 250929 h 254195"/>
                <a:gd name="connsiteX12" fmla="*/ 30874 w 178083"/>
                <a:gd name="connsiteY12" fmla="*/ 250929 h 254195"/>
                <a:gd name="connsiteX13" fmla="*/ 30874 w 178083"/>
                <a:gd name="connsiteY13" fmla="*/ 216337 h 254195"/>
                <a:gd name="connsiteX14" fmla="*/ 35900 w 178083"/>
                <a:gd name="connsiteY14" fmla="*/ 224582 h 254195"/>
                <a:gd name="connsiteX15" fmla="*/ 94236 w 178083"/>
                <a:gd name="connsiteY15" fmla="*/ 254156 h 254195"/>
                <a:gd name="connsiteX16" fmla="*/ 127444 w 178083"/>
                <a:gd name="connsiteY16" fmla="*/ 247345 h 254195"/>
                <a:gd name="connsiteX17" fmla="*/ 153830 w 178083"/>
                <a:gd name="connsiteY17" fmla="*/ 227987 h 254195"/>
                <a:gd name="connsiteX18" fmla="*/ 88493 w 178083"/>
                <a:gd name="connsiteY18" fmla="*/ 226195 h 254195"/>
                <a:gd name="connsiteX19" fmla="*/ 46311 w 178083"/>
                <a:gd name="connsiteY19" fmla="*/ 208809 h 254195"/>
                <a:gd name="connsiteX20" fmla="*/ 29976 w 178083"/>
                <a:gd name="connsiteY20" fmla="*/ 160236 h 254195"/>
                <a:gd name="connsiteX21" fmla="*/ 34464 w 178083"/>
                <a:gd name="connsiteY21" fmla="*/ 132813 h 254195"/>
                <a:gd name="connsiteX22" fmla="*/ 46670 w 178083"/>
                <a:gd name="connsiteY22" fmla="*/ 112022 h 254195"/>
                <a:gd name="connsiteX23" fmla="*/ 65158 w 178083"/>
                <a:gd name="connsiteY23" fmla="*/ 98938 h 254195"/>
                <a:gd name="connsiteX24" fmla="*/ 88672 w 178083"/>
                <a:gd name="connsiteY24" fmla="*/ 94457 h 254195"/>
                <a:gd name="connsiteX25" fmla="*/ 130495 w 178083"/>
                <a:gd name="connsiteY25" fmla="*/ 111843 h 254195"/>
                <a:gd name="connsiteX26" fmla="*/ 146830 w 178083"/>
                <a:gd name="connsiteY26" fmla="*/ 160057 h 254195"/>
                <a:gd name="connsiteX27" fmla="*/ 142701 w 178083"/>
                <a:gd name="connsiteY27" fmla="*/ 187838 h 254195"/>
                <a:gd name="connsiteX28" fmla="*/ 130675 w 178083"/>
                <a:gd name="connsiteY28" fmla="*/ 208630 h 254195"/>
                <a:gd name="connsiteX29" fmla="*/ 112007 w 178083"/>
                <a:gd name="connsiteY29" fmla="*/ 221535 h 254195"/>
                <a:gd name="connsiteX30" fmla="*/ 88268 w 178083"/>
                <a:gd name="connsiteY30" fmla="*/ 226374 h 25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8083" h="254195">
                  <a:moveTo>
                    <a:pt x="153830" y="227987"/>
                  </a:moveTo>
                  <a:cubicBezTo>
                    <a:pt x="161701" y="219335"/>
                    <a:pt x="167795" y="209226"/>
                    <a:pt x="171780" y="198234"/>
                  </a:cubicBezTo>
                  <a:cubicBezTo>
                    <a:pt x="176083" y="186033"/>
                    <a:pt x="178210" y="173173"/>
                    <a:pt x="178062" y="160236"/>
                  </a:cubicBezTo>
                  <a:cubicBezTo>
                    <a:pt x="178399" y="143343"/>
                    <a:pt x="174643" y="126616"/>
                    <a:pt x="167113" y="111484"/>
                  </a:cubicBezTo>
                  <a:cubicBezTo>
                    <a:pt x="160323" y="97965"/>
                    <a:pt x="149957" y="86557"/>
                    <a:pt x="137137" y="78505"/>
                  </a:cubicBezTo>
                  <a:cubicBezTo>
                    <a:pt x="124195" y="70551"/>
                    <a:pt x="109252" y="66447"/>
                    <a:pt x="94057" y="66675"/>
                  </a:cubicBezTo>
                  <a:cubicBezTo>
                    <a:pt x="82179" y="66357"/>
                    <a:pt x="70426" y="69140"/>
                    <a:pt x="59953" y="74741"/>
                  </a:cubicBezTo>
                  <a:cubicBezTo>
                    <a:pt x="50470" y="80015"/>
                    <a:pt x="42308" y="87368"/>
                    <a:pt x="36079" y="96249"/>
                  </a:cubicBezTo>
                  <a:cubicBezTo>
                    <a:pt x="34177" y="98933"/>
                    <a:pt x="32440" y="101734"/>
                    <a:pt x="30874" y="104628"/>
                  </a:cubicBezTo>
                  <a:lnTo>
                    <a:pt x="30874" y="0"/>
                  </a:lnTo>
                  <a:lnTo>
                    <a:pt x="0" y="0"/>
                  </a:lnTo>
                  <a:lnTo>
                    <a:pt x="0" y="250929"/>
                  </a:lnTo>
                  <a:lnTo>
                    <a:pt x="30874" y="250929"/>
                  </a:lnTo>
                  <a:lnTo>
                    <a:pt x="30874" y="216337"/>
                  </a:lnTo>
                  <a:cubicBezTo>
                    <a:pt x="32395" y="219178"/>
                    <a:pt x="34069" y="221929"/>
                    <a:pt x="35900" y="224582"/>
                  </a:cubicBezTo>
                  <a:cubicBezTo>
                    <a:pt x="48972" y="243787"/>
                    <a:pt x="70996" y="254953"/>
                    <a:pt x="94236" y="254156"/>
                  </a:cubicBezTo>
                  <a:cubicBezTo>
                    <a:pt x="105662" y="254259"/>
                    <a:pt x="116983" y="251933"/>
                    <a:pt x="127444" y="247345"/>
                  </a:cubicBezTo>
                  <a:cubicBezTo>
                    <a:pt x="137460" y="242738"/>
                    <a:pt x="146435" y="236151"/>
                    <a:pt x="153830" y="227987"/>
                  </a:cubicBezTo>
                  <a:close/>
                  <a:moveTo>
                    <a:pt x="88493" y="226195"/>
                  </a:moveTo>
                  <a:cubicBezTo>
                    <a:pt x="72580" y="226732"/>
                    <a:pt x="57211" y="220401"/>
                    <a:pt x="46311" y="208809"/>
                  </a:cubicBezTo>
                  <a:cubicBezTo>
                    <a:pt x="35393" y="197217"/>
                    <a:pt x="29945" y="181028"/>
                    <a:pt x="29976" y="160236"/>
                  </a:cubicBezTo>
                  <a:cubicBezTo>
                    <a:pt x="29873" y="150907"/>
                    <a:pt x="31390" y="141627"/>
                    <a:pt x="34464" y="132813"/>
                  </a:cubicBezTo>
                  <a:cubicBezTo>
                    <a:pt x="37111" y="125142"/>
                    <a:pt x="41258" y="118076"/>
                    <a:pt x="46670" y="112022"/>
                  </a:cubicBezTo>
                  <a:cubicBezTo>
                    <a:pt x="51731" y="106287"/>
                    <a:pt x="58063" y="101810"/>
                    <a:pt x="65158" y="98938"/>
                  </a:cubicBezTo>
                  <a:cubicBezTo>
                    <a:pt x="72630" y="95927"/>
                    <a:pt x="80617" y="94408"/>
                    <a:pt x="88672" y="94457"/>
                  </a:cubicBezTo>
                  <a:cubicBezTo>
                    <a:pt x="104472" y="93964"/>
                    <a:pt x="119716" y="100300"/>
                    <a:pt x="130495" y="111843"/>
                  </a:cubicBezTo>
                  <a:cubicBezTo>
                    <a:pt x="141355" y="123403"/>
                    <a:pt x="146798" y="139476"/>
                    <a:pt x="146830" y="160057"/>
                  </a:cubicBezTo>
                  <a:cubicBezTo>
                    <a:pt x="146951" y="169480"/>
                    <a:pt x="145555" y="178859"/>
                    <a:pt x="142701" y="187838"/>
                  </a:cubicBezTo>
                  <a:cubicBezTo>
                    <a:pt x="140228" y="195550"/>
                    <a:pt x="136127" y="202639"/>
                    <a:pt x="130675" y="208630"/>
                  </a:cubicBezTo>
                  <a:cubicBezTo>
                    <a:pt x="125438" y="214204"/>
                    <a:pt x="119075" y="218600"/>
                    <a:pt x="112007" y="221535"/>
                  </a:cubicBezTo>
                  <a:cubicBezTo>
                    <a:pt x="104499" y="224725"/>
                    <a:pt x="96427" y="226370"/>
                    <a:pt x="88268" y="226374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3" name="Forma libre 181">
              <a:extLst>
                <a:ext uri="{FF2B5EF4-FFF2-40B4-BE49-F238E27FC236}">
                  <a16:creationId xmlns:a16="http://schemas.microsoft.com/office/drawing/2014/main" id="{B89C1984-68FF-6B97-26B2-04617EAF43A1}"/>
                </a:ext>
              </a:extLst>
            </p:cNvPr>
            <p:cNvSpPr/>
            <p:nvPr/>
          </p:nvSpPr>
          <p:spPr>
            <a:xfrm>
              <a:off x="11364832" y="585980"/>
              <a:ext cx="40291" cy="44572"/>
            </a:xfrm>
            <a:custGeom>
              <a:avLst/>
              <a:gdLst>
                <a:gd name="connsiteX0" fmla="*/ 128320 w 169675"/>
                <a:gd name="connsiteY0" fmla="*/ 146628 h 187705"/>
                <a:gd name="connsiteX1" fmla="*/ 109832 w 169675"/>
                <a:gd name="connsiteY1" fmla="*/ 157024 h 187705"/>
                <a:gd name="connsiteX2" fmla="*/ 88472 w 169675"/>
                <a:gd name="connsiteY2" fmla="*/ 160250 h 187705"/>
                <a:gd name="connsiteX3" fmla="*/ 59034 w 169675"/>
                <a:gd name="connsiteY3" fmla="*/ 152722 h 187705"/>
                <a:gd name="connsiteX4" fmla="*/ 38751 w 169675"/>
                <a:gd name="connsiteY4" fmla="*/ 130318 h 187705"/>
                <a:gd name="connsiteX5" fmla="*/ 31346 w 169675"/>
                <a:gd name="connsiteY5" fmla="*/ 100744 h 187705"/>
                <a:gd name="connsiteX6" fmla="*/ 169291 w 169675"/>
                <a:gd name="connsiteY6" fmla="*/ 100744 h 187705"/>
                <a:gd name="connsiteX7" fmla="*/ 169650 w 169675"/>
                <a:gd name="connsiteY7" fmla="*/ 96263 h 187705"/>
                <a:gd name="connsiteX8" fmla="*/ 169650 w 169675"/>
                <a:gd name="connsiteY8" fmla="*/ 91782 h 187705"/>
                <a:gd name="connsiteX9" fmla="*/ 158880 w 169675"/>
                <a:gd name="connsiteY9" fmla="*/ 43388 h 187705"/>
                <a:gd name="connsiteX10" fmla="*/ 129442 w 169675"/>
                <a:gd name="connsiteY10" fmla="*/ 11305 h 187705"/>
                <a:gd name="connsiteX11" fmla="*/ 86721 w 169675"/>
                <a:gd name="connsiteY11" fmla="*/ 13 h 187705"/>
                <a:gd name="connsiteX12" fmla="*/ 51899 w 169675"/>
                <a:gd name="connsiteY12" fmla="*/ 6645 h 187705"/>
                <a:gd name="connsiteX13" fmla="*/ 24436 w 169675"/>
                <a:gd name="connsiteY13" fmla="*/ 25465 h 187705"/>
                <a:gd name="connsiteX14" fmla="*/ 6486 w 169675"/>
                <a:gd name="connsiteY14" fmla="*/ 54859 h 187705"/>
                <a:gd name="connsiteX15" fmla="*/ 24 w 169675"/>
                <a:gd name="connsiteY15" fmla="*/ 93574 h 187705"/>
                <a:gd name="connsiteX16" fmla="*/ 11512 w 169675"/>
                <a:gd name="connsiteY16" fmla="*/ 142864 h 187705"/>
                <a:gd name="connsiteX17" fmla="*/ 87799 w 169675"/>
                <a:gd name="connsiteY17" fmla="*/ 187673 h 187705"/>
                <a:gd name="connsiteX18" fmla="*/ 117775 w 169675"/>
                <a:gd name="connsiteY18" fmla="*/ 183192 h 187705"/>
                <a:gd name="connsiteX19" fmla="*/ 144699 w 169675"/>
                <a:gd name="connsiteY19" fmla="*/ 169032 h 187705"/>
                <a:gd name="connsiteX20" fmla="*/ 166239 w 169675"/>
                <a:gd name="connsiteY20" fmla="*/ 142506 h 187705"/>
                <a:gd name="connsiteX21" fmla="*/ 142904 w 169675"/>
                <a:gd name="connsiteY21" fmla="*/ 128167 h 187705"/>
                <a:gd name="connsiteX22" fmla="*/ 128320 w 169675"/>
                <a:gd name="connsiteY22" fmla="*/ 146628 h 187705"/>
                <a:gd name="connsiteX23" fmla="*/ 46110 w 169675"/>
                <a:gd name="connsiteY23" fmla="*/ 44285 h 187705"/>
                <a:gd name="connsiteX24" fmla="*/ 63521 w 169675"/>
                <a:gd name="connsiteY24" fmla="*/ 30842 h 187705"/>
                <a:gd name="connsiteX25" fmla="*/ 86318 w 169675"/>
                <a:gd name="connsiteY25" fmla="*/ 26361 h 187705"/>
                <a:gd name="connsiteX26" fmla="*/ 123653 w 169675"/>
                <a:gd name="connsiteY26" fmla="*/ 42671 h 187705"/>
                <a:gd name="connsiteX27" fmla="*/ 137430 w 169675"/>
                <a:gd name="connsiteY27" fmla="*/ 76905 h 187705"/>
                <a:gd name="connsiteX28" fmla="*/ 32289 w 169675"/>
                <a:gd name="connsiteY28" fmla="*/ 76905 h 187705"/>
                <a:gd name="connsiteX29" fmla="*/ 34981 w 169675"/>
                <a:gd name="connsiteY29" fmla="*/ 65255 h 187705"/>
                <a:gd name="connsiteX30" fmla="*/ 46110 w 169675"/>
                <a:gd name="connsiteY30" fmla="*/ 44285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675" h="187705">
                  <a:moveTo>
                    <a:pt x="128320" y="146628"/>
                  </a:moveTo>
                  <a:cubicBezTo>
                    <a:pt x="122935" y="151319"/>
                    <a:pt x="116644" y="154859"/>
                    <a:pt x="109832" y="157024"/>
                  </a:cubicBezTo>
                  <a:cubicBezTo>
                    <a:pt x="102921" y="159188"/>
                    <a:pt x="95714" y="160277"/>
                    <a:pt x="88472" y="160250"/>
                  </a:cubicBezTo>
                  <a:cubicBezTo>
                    <a:pt x="78151" y="160496"/>
                    <a:pt x="67964" y="157893"/>
                    <a:pt x="59034" y="152722"/>
                  </a:cubicBezTo>
                  <a:cubicBezTo>
                    <a:pt x="50288" y="147318"/>
                    <a:pt x="43256" y="139553"/>
                    <a:pt x="38751" y="130318"/>
                  </a:cubicBezTo>
                  <a:cubicBezTo>
                    <a:pt x="34259" y="121078"/>
                    <a:pt x="31737" y="111005"/>
                    <a:pt x="31346" y="100744"/>
                  </a:cubicBezTo>
                  <a:lnTo>
                    <a:pt x="169291" y="100744"/>
                  </a:lnTo>
                  <a:cubicBezTo>
                    <a:pt x="169551" y="99265"/>
                    <a:pt x="169672" y="97764"/>
                    <a:pt x="169650" y="96263"/>
                  </a:cubicBezTo>
                  <a:lnTo>
                    <a:pt x="169650" y="91782"/>
                  </a:lnTo>
                  <a:cubicBezTo>
                    <a:pt x="170027" y="75019"/>
                    <a:pt x="166329" y="58413"/>
                    <a:pt x="158880" y="43388"/>
                  </a:cubicBezTo>
                  <a:cubicBezTo>
                    <a:pt x="152274" y="30147"/>
                    <a:pt x="142074" y="19030"/>
                    <a:pt x="129442" y="11305"/>
                  </a:cubicBezTo>
                  <a:cubicBezTo>
                    <a:pt x="116532" y="3647"/>
                    <a:pt x="101736" y="-260"/>
                    <a:pt x="86721" y="13"/>
                  </a:cubicBezTo>
                  <a:cubicBezTo>
                    <a:pt x="74785" y="-143"/>
                    <a:pt x="62938" y="2115"/>
                    <a:pt x="51899" y="6645"/>
                  </a:cubicBezTo>
                  <a:cubicBezTo>
                    <a:pt x="41519" y="10920"/>
                    <a:pt x="32163" y="17337"/>
                    <a:pt x="24436" y="25465"/>
                  </a:cubicBezTo>
                  <a:cubicBezTo>
                    <a:pt x="16502" y="33934"/>
                    <a:pt x="10390" y="43940"/>
                    <a:pt x="6486" y="54859"/>
                  </a:cubicBezTo>
                  <a:cubicBezTo>
                    <a:pt x="2016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59" y="186167"/>
                    <a:pt x="117775" y="183192"/>
                  </a:cubicBezTo>
                  <a:cubicBezTo>
                    <a:pt x="127522" y="180114"/>
                    <a:pt x="136640" y="175314"/>
                    <a:pt x="144699" y="169032"/>
                  </a:cubicBezTo>
                  <a:cubicBezTo>
                    <a:pt x="153670" y="161805"/>
                    <a:pt x="161011" y="152767"/>
                    <a:pt x="166239" y="142506"/>
                  </a:cubicBezTo>
                  <a:lnTo>
                    <a:pt x="142904" y="128167"/>
                  </a:lnTo>
                  <a:cubicBezTo>
                    <a:pt x="139077" y="135072"/>
                    <a:pt x="134154" y="141305"/>
                    <a:pt x="128320" y="146628"/>
                  </a:cubicBezTo>
                  <a:close/>
                  <a:moveTo>
                    <a:pt x="46110" y="44285"/>
                  </a:moveTo>
                  <a:cubicBezTo>
                    <a:pt x="50723" y="38446"/>
                    <a:pt x="56700" y="33831"/>
                    <a:pt x="63521" y="30842"/>
                  </a:cubicBezTo>
                  <a:cubicBezTo>
                    <a:pt x="70724" y="27768"/>
                    <a:pt x="78487" y="26245"/>
                    <a:pt x="86318" y="26361"/>
                  </a:cubicBezTo>
                  <a:cubicBezTo>
                    <a:pt x="100570" y="25994"/>
                    <a:pt x="114252" y="31971"/>
                    <a:pt x="123653" y="42671"/>
                  </a:cubicBezTo>
                  <a:cubicBezTo>
                    <a:pt x="131668" y="52395"/>
                    <a:pt x="136478" y="64350"/>
                    <a:pt x="137430" y="76905"/>
                  </a:cubicBezTo>
                  <a:lnTo>
                    <a:pt x="32289" y="76905"/>
                  </a:lnTo>
                  <a:cubicBezTo>
                    <a:pt x="32877" y="72958"/>
                    <a:pt x="33774" y="69059"/>
                    <a:pt x="34981" y="65255"/>
                  </a:cubicBezTo>
                  <a:cubicBezTo>
                    <a:pt x="37319" y="57620"/>
                    <a:pt x="41098" y="50504"/>
                    <a:pt x="46110" y="4428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4" name="Forma libre 182">
              <a:extLst>
                <a:ext uri="{FF2B5EF4-FFF2-40B4-BE49-F238E27FC236}">
                  <a16:creationId xmlns:a16="http://schemas.microsoft.com/office/drawing/2014/main" id="{19D47D5A-A778-901C-DEE9-F9E54930FC4A}"/>
                </a:ext>
              </a:extLst>
            </p:cNvPr>
            <p:cNvSpPr/>
            <p:nvPr/>
          </p:nvSpPr>
          <p:spPr>
            <a:xfrm>
              <a:off x="11412320" y="585982"/>
              <a:ext cx="21908" cy="43711"/>
            </a:xfrm>
            <a:custGeom>
              <a:avLst/>
              <a:gdLst>
                <a:gd name="connsiteX0" fmla="*/ 30873 w 92261"/>
                <a:gd name="connsiteY0" fmla="*/ 87113 h 184079"/>
                <a:gd name="connsiteX1" fmla="*/ 43259 w 92261"/>
                <a:gd name="connsiteY1" fmla="*/ 47502 h 184079"/>
                <a:gd name="connsiteX2" fmla="*/ 75030 w 92261"/>
                <a:gd name="connsiteY2" fmla="*/ 32626 h 184079"/>
                <a:gd name="connsiteX3" fmla="*/ 92262 w 92261"/>
                <a:gd name="connsiteY3" fmla="*/ 32626 h 184079"/>
                <a:gd name="connsiteX4" fmla="*/ 92262 w 92261"/>
                <a:gd name="connsiteY4" fmla="*/ 5 h 184079"/>
                <a:gd name="connsiteX5" fmla="*/ 81492 w 92261"/>
                <a:gd name="connsiteY5" fmla="*/ 5 h 184079"/>
                <a:gd name="connsiteX6" fmla="*/ 51875 w 92261"/>
                <a:gd name="connsiteY6" fmla="*/ 8608 h 184079"/>
                <a:gd name="connsiteX7" fmla="*/ 30873 w 92261"/>
                <a:gd name="connsiteY7" fmla="*/ 34418 h 184079"/>
                <a:gd name="connsiteX8" fmla="*/ 30873 w 92261"/>
                <a:gd name="connsiteY8" fmla="*/ 3052 h 184079"/>
                <a:gd name="connsiteX9" fmla="*/ 0 w 92261"/>
                <a:gd name="connsiteY9" fmla="*/ 3052 h 184079"/>
                <a:gd name="connsiteX10" fmla="*/ 0 w 92261"/>
                <a:gd name="connsiteY10" fmla="*/ 184080 h 184079"/>
                <a:gd name="connsiteX11" fmla="*/ 30873 w 92261"/>
                <a:gd name="connsiteY11" fmla="*/ 184080 h 18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261" h="184079">
                  <a:moveTo>
                    <a:pt x="30873" y="87113"/>
                  </a:moveTo>
                  <a:cubicBezTo>
                    <a:pt x="30146" y="72860"/>
                    <a:pt x="34540" y="58812"/>
                    <a:pt x="43259" y="47502"/>
                  </a:cubicBezTo>
                  <a:cubicBezTo>
                    <a:pt x="50928" y="37841"/>
                    <a:pt x="62690" y="32335"/>
                    <a:pt x="75030" y="32626"/>
                  </a:cubicBezTo>
                  <a:lnTo>
                    <a:pt x="92262" y="32626"/>
                  </a:lnTo>
                  <a:lnTo>
                    <a:pt x="92262" y="5"/>
                  </a:lnTo>
                  <a:lnTo>
                    <a:pt x="81492" y="5"/>
                  </a:lnTo>
                  <a:cubicBezTo>
                    <a:pt x="70982" y="-138"/>
                    <a:pt x="60670" y="2859"/>
                    <a:pt x="51875" y="8608"/>
                  </a:cubicBezTo>
                  <a:cubicBezTo>
                    <a:pt x="42577" y="15061"/>
                    <a:pt x="35294" y="24009"/>
                    <a:pt x="30873" y="34418"/>
                  </a:cubicBezTo>
                  <a:lnTo>
                    <a:pt x="30873" y="3052"/>
                  </a:lnTo>
                  <a:lnTo>
                    <a:pt x="0" y="3052"/>
                  </a:lnTo>
                  <a:lnTo>
                    <a:pt x="0" y="184080"/>
                  </a:lnTo>
                  <a:lnTo>
                    <a:pt x="30873" y="184080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5" name="Forma libre 183">
              <a:extLst>
                <a:ext uri="{FF2B5EF4-FFF2-40B4-BE49-F238E27FC236}">
                  <a16:creationId xmlns:a16="http://schemas.microsoft.com/office/drawing/2014/main" id="{87E1A9F5-48E1-F486-DBFA-B0002FBE01C1}"/>
                </a:ext>
              </a:extLst>
            </p:cNvPr>
            <p:cNvSpPr/>
            <p:nvPr/>
          </p:nvSpPr>
          <p:spPr>
            <a:xfrm>
              <a:off x="11457752" y="585980"/>
              <a:ext cx="43316" cy="44610"/>
            </a:xfrm>
            <a:custGeom>
              <a:avLst/>
              <a:gdLst>
                <a:gd name="connsiteX0" fmla="*/ 127644 w 182416"/>
                <a:gd name="connsiteY0" fmla="*/ 181041 h 187864"/>
                <a:gd name="connsiteX1" fmla="*/ 156544 w 182416"/>
                <a:gd name="connsiteY1" fmla="*/ 161683 h 187864"/>
                <a:gd name="connsiteX2" fmla="*/ 175570 w 182416"/>
                <a:gd name="connsiteY2" fmla="*/ 131930 h 187864"/>
                <a:gd name="connsiteX3" fmla="*/ 182391 w 182416"/>
                <a:gd name="connsiteY3" fmla="*/ 93574 h 187864"/>
                <a:gd name="connsiteX4" fmla="*/ 170544 w 182416"/>
                <a:gd name="connsiteY4" fmla="*/ 44643 h 187864"/>
                <a:gd name="connsiteX5" fmla="*/ 138055 w 182416"/>
                <a:gd name="connsiteY5" fmla="*/ 11842 h 187864"/>
                <a:gd name="connsiteX6" fmla="*/ 91206 w 182416"/>
                <a:gd name="connsiteY6" fmla="*/ 13 h 187864"/>
                <a:gd name="connsiteX7" fmla="*/ 55307 w 182416"/>
                <a:gd name="connsiteY7" fmla="*/ 6645 h 187864"/>
                <a:gd name="connsiteX8" fmla="*/ 26228 w 182416"/>
                <a:gd name="connsiteY8" fmla="*/ 25823 h 187864"/>
                <a:gd name="connsiteX9" fmla="*/ 6842 w 182416"/>
                <a:gd name="connsiteY9" fmla="*/ 55755 h 187864"/>
                <a:gd name="connsiteX10" fmla="*/ 21 w 182416"/>
                <a:gd name="connsiteY10" fmla="*/ 93574 h 187864"/>
                <a:gd name="connsiteX11" fmla="*/ 11868 w 182416"/>
                <a:gd name="connsiteY11" fmla="*/ 142863 h 187864"/>
                <a:gd name="connsiteX12" fmla="*/ 44357 w 182416"/>
                <a:gd name="connsiteY12" fmla="*/ 176022 h 187864"/>
                <a:gd name="connsiteX13" fmla="*/ 91206 w 182416"/>
                <a:gd name="connsiteY13" fmla="*/ 187851 h 187864"/>
                <a:gd name="connsiteX14" fmla="*/ 127644 w 182416"/>
                <a:gd name="connsiteY14" fmla="*/ 181041 h 187864"/>
                <a:gd name="connsiteX15" fmla="*/ 39331 w 182416"/>
                <a:gd name="connsiteY15" fmla="*/ 129242 h 187864"/>
                <a:gd name="connsiteX16" fmla="*/ 31613 w 182416"/>
                <a:gd name="connsiteY16" fmla="*/ 93395 h 187864"/>
                <a:gd name="connsiteX17" fmla="*/ 36101 w 182416"/>
                <a:gd name="connsiteY17" fmla="*/ 65792 h 187864"/>
                <a:gd name="connsiteX18" fmla="*/ 48665 w 182416"/>
                <a:gd name="connsiteY18" fmla="*/ 45001 h 187864"/>
                <a:gd name="connsiteX19" fmla="*/ 67692 w 182416"/>
                <a:gd name="connsiteY19" fmla="*/ 32096 h 187864"/>
                <a:gd name="connsiteX20" fmla="*/ 91206 w 182416"/>
                <a:gd name="connsiteY20" fmla="*/ 27615 h 187864"/>
                <a:gd name="connsiteX21" fmla="*/ 121901 w 182416"/>
                <a:gd name="connsiteY21" fmla="*/ 35502 h 187864"/>
                <a:gd name="connsiteX22" fmla="*/ 143261 w 182416"/>
                <a:gd name="connsiteY22" fmla="*/ 57906 h 187864"/>
                <a:gd name="connsiteX23" fmla="*/ 151159 w 182416"/>
                <a:gd name="connsiteY23" fmla="*/ 93036 h 187864"/>
                <a:gd name="connsiteX24" fmla="*/ 146671 w 182416"/>
                <a:gd name="connsiteY24" fmla="*/ 120818 h 187864"/>
                <a:gd name="connsiteX25" fmla="*/ 134106 w 182416"/>
                <a:gd name="connsiteY25" fmla="*/ 141788 h 187864"/>
                <a:gd name="connsiteX26" fmla="*/ 115080 w 182416"/>
                <a:gd name="connsiteY26" fmla="*/ 154872 h 187864"/>
                <a:gd name="connsiteX27" fmla="*/ 91206 w 182416"/>
                <a:gd name="connsiteY27" fmla="*/ 159353 h 187864"/>
                <a:gd name="connsiteX28" fmla="*/ 60692 w 182416"/>
                <a:gd name="connsiteY28" fmla="*/ 151467 h 187864"/>
                <a:gd name="connsiteX29" fmla="*/ 39331 w 182416"/>
                <a:gd name="connsiteY29" fmla="*/ 129242 h 18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2416" h="187864">
                  <a:moveTo>
                    <a:pt x="127644" y="181041"/>
                  </a:moveTo>
                  <a:cubicBezTo>
                    <a:pt x="138513" y="176649"/>
                    <a:pt x="148354" y="170058"/>
                    <a:pt x="156544" y="161683"/>
                  </a:cubicBezTo>
                  <a:cubicBezTo>
                    <a:pt x="164801" y="153125"/>
                    <a:pt x="171267" y="143011"/>
                    <a:pt x="175570" y="131930"/>
                  </a:cubicBezTo>
                  <a:cubicBezTo>
                    <a:pt x="180246" y="119688"/>
                    <a:pt x="182562" y="106676"/>
                    <a:pt x="182391" y="93574"/>
                  </a:cubicBezTo>
                  <a:cubicBezTo>
                    <a:pt x="182782" y="76511"/>
                    <a:pt x="178698" y="59645"/>
                    <a:pt x="170544" y="44643"/>
                  </a:cubicBezTo>
                  <a:cubicBezTo>
                    <a:pt x="162929" y="30940"/>
                    <a:pt x="151693" y="19594"/>
                    <a:pt x="138055" y="11842"/>
                  </a:cubicBezTo>
                  <a:cubicBezTo>
                    <a:pt x="123763" y="3822"/>
                    <a:pt x="107595" y="-260"/>
                    <a:pt x="91206" y="13"/>
                  </a:cubicBezTo>
                  <a:cubicBezTo>
                    <a:pt x="78924" y="-81"/>
                    <a:pt x="66741" y="2168"/>
                    <a:pt x="55307" y="6645"/>
                  </a:cubicBezTo>
                  <a:cubicBezTo>
                    <a:pt x="44366" y="10919"/>
                    <a:pt x="34458" y="17453"/>
                    <a:pt x="26228" y="25823"/>
                  </a:cubicBezTo>
                  <a:cubicBezTo>
                    <a:pt x="17765" y="34354"/>
                    <a:pt x="11164" y="44548"/>
                    <a:pt x="6842" y="55755"/>
                  </a:cubicBezTo>
                  <a:cubicBezTo>
                    <a:pt x="2216" y="67822"/>
                    <a:pt x="-100" y="80651"/>
                    <a:pt x="21" y="93574"/>
                  </a:cubicBezTo>
                  <a:cubicBezTo>
                    <a:pt x="-333" y="110744"/>
                    <a:pt x="3746" y="127723"/>
                    <a:pt x="11868" y="142863"/>
                  </a:cubicBezTo>
                  <a:cubicBezTo>
                    <a:pt x="19403" y="156714"/>
                    <a:pt x="30653" y="168198"/>
                    <a:pt x="44357" y="176022"/>
                  </a:cubicBezTo>
                  <a:cubicBezTo>
                    <a:pt x="58650" y="184043"/>
                    <a:pt x="74818" y="188125"/>
                    <a:pt x="91206" y="187851"/>
                  </a:cubicBezTo>
                  <a:cubicBezTo>
                    <a:pt x="103682" y="187973"/>
                    <a:pt x="116058" y="185660"/>
                    <a:pt x="127644" y="181041"/>
                  </a:cubicBezTo>
                  <a:close/>
                  <a:moveTo>
                    <a:pt x="39331" y="129242"/>
                  </a:moveTo>
                  <a:cubicBezTo>
                    <a:pt x="33893" y="118093"/>
                    <a:pt x="31241" y="105793"/>
                    <a:pt x="31613" y="93395"/>
                  </a:cubicBezTo>
                  <a:cubicBezTo>
                    <a:pt x="31456" y="84003"/>
                    <a:pt x="32973" y="74655"/>
                    <a:pt x="36101" y="65792"/>
                  </a:cubicBezTo>
                  <a:cubicBezTo>
                    <a:pt x="38838" y="58085"/>
                    <a:pt x="43110" y="51010"/>
                    <a:pt x="48665" y="45001"/>
                  </a:cubicBezTo>
                  <a:cubicBezTo>
                    <a:pt x="53956" y="39324"/>
                    <a:pt x="60458" y="34914"/>
                    <a:pt x="67692" y="32096"/>
                  </a:cubicBezTo>
                  <a:cubicBezTo>
                    <a:pt x="75177" y="29130"/>
                    <a:pt x="83156" y="27611"/>
                    <a:pt x="91206" y="27615"/>
                  </a:cubicBezTo>
                  <a:cubicBezTo>
                    <a:pt x="101967" y="27409"/>
                    <a:pt x="112576" y="30138"/>
                    <a:pt x="121901" y="35502"/>
                  </a:cubicBezTo>
                  <a:cubicBezTo>
                    <a:pt x="130983" y="40825"/>
                    <a:pt x="138383" y="48590"/>
                    <a:pt x="143261" y="57906"/>
                  </a:cubicBezTo>
                  <a:cubicBezTo>
                    <a:pt x="148776" y="68781"/>
                    <a:pt x="151486" y="80853"/>
                    <a:pt x="151159" y="93036"/>
                  </a:cubicBezTo>
                  <a:cubicBezTo>
                    <a:pt x="151307" y="102486"/>
                    <a:pt x="149786" y="111892"/>
                    <a:pt x="146671" y="120818"/>
                  </a:cubicBezTo>
                  <a:cubicBezTo>
                    <a:pt x="143956" y="128587"/>
                    <a:pt x="139680" y="135725"/>
                    <a:pt x="134106" y="141788"/>
                  </a:cubicBezTo>
                  <a:cubicBezTo>
                    <a:pt x="128789" y="147474"/>
                    <a:pt x="122296" y="151937"/>
                    <a:pt x="115080" y="154872"/>
                  </a:cubicBezTo>
                  <a:cubicBezTo>
                    <a:pt x="107491" y="157901"/>
                    <a:pt x="99383" y="159425"/>
                    <a:pt x="91206" y="159353"/>
                  </a:cubicBezTo>
                  <a:cubicBezTo>
                    <a:pt x="80513" y="159488"/>
                    <a:pt x="69976" y="156768"/>
                    <a:pt x="60692" y="151467"/>
                  </a:cubicBezTo>
                  <a:cubicBezTo>
                    <a:pt x="51591" y="146246"/>
                    <a:pt x="44182" y="138535"/>
                    <a:pt x="39331" y="129242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6" name="Forma libre 184">
              <a:extLst>
                <a:ext uri="{FF2B5EF4-FFF2-40B4-BE49-F238E27FC236}">
                  <a16:creationId xmlns:a16="http://schemas.microsoft.com/office/drawing/2014/main" id="{95906685-B8A9-84B0-5A13-A9B0FEA75B46}"/>
                </a:ext>
              </a:extLst>
            </p:cNvPr>
            <p:cNvSpPr/>
            <p:nvPr/>
          </p:nvSpPr>
          <p:spPr>
            <a:xfrm>
              <a:off x="11503119" y="569640"/>
              <a:ext cx="24636" cy="60096"/>
            </a:xfrm>
            <a:custGeom>
              <a:avLst/>
              <a:gdLst>
                <a:gd name="connsiteX0" fmla="*/ 30156 w 103749"/>
                <a:gd name="connsiteY0" fmla="*/ 253080 h 253080"/>
                <a:gd name="connsiteX1" fmla="*/ 61029 w 103749"/>
                <a:gd name="connsiteY1" fmla="*/ 253080 h 253080"/>
                <a:gd name="connsiteX2" fmla="*/ 61029 w 103749"/>
                <a:gd name="connsiteY2" fmla="*/ 98221 h 253080"/>
                <a:gd name="connsiteX3" fmla="*/ 103750 w 103749"/>
                <a:gd name="connsiteY3" fmla="*/ 98221 h 253080"/>
                <a:gd name="connsiteX4" fmla="*/ 103750 w 103749"/>
                <a:gd name="connsiteY4" fmla="*/ 72053 h 253080"/>
                <a:gd name="connsiteX5" fmla="*/ 61029 w 103749"/>
                <a:gd name="connsiteY5" fmla="*/ 72053 h 253080"/>
                <a:gd name="connsiteX6" fmla="*/ 61029 w 103749"/>
                <a:gd name="connsiteY6" fmla="*/ 54846 h 253080"/>
                <a:gd name="connsiteX7" fmla="*/ 66773 w 103749"/>
                <a:gd name="connsiteY7" fmla="*/ 34413 h 253080"/>
                <a:gd name="connsiteX8" fmla="*/ 85441 w 103749"/>
                <a:gd name="connsiteY8" fmla="*/ 27244 h 253080"/>
                <a:gd name="connsiteX9" fmla="*/ 103750 w 103749"/>
                <a:gd name="connsiteY9" fmla="*/ 27244 h 253080"/>
                <a:gd name="connsiteX10" fmla="*/ 103750 w 103749"/>
                <a:gd name="connsiteY10" fmla="*/ 0 h 253080"/>
                <a:gd name="connsiteX11" fmla="*/ 82210 w 103749"/>
                <a:gd name="connsiteY11" fmla="*/ 0 h 253080"/>
                <a:gd name="connsiteX12" fmla="*/ 43259 w 103749"/>
                <a:gd name="connsiteY12" fmla="*/ 14877 h 253080"/>
                <a:gd name="connsiteX13" fmla="*/ 30156 w 103749"/>
                <a:gd name="connsiteY13" fmla="*/ 53412 h 253080"/>
                <a:gd name="connsiteX14" fmla="*/ 30156 w 103749"/>
                <a:gd name="connsiteY14" fmla="*/ 72053 h 253080"/>
                <a:gd name="connsiteX15" fmla="*/ 0 w 103749"/>
                <a:gd name="connsiteY15" fmla="*/ 72053 h 253080"/>
                <a:gd name="connsiteX16" fmla="*/ 0 w 103749"/>
                <a:gd name="connsiteY16" fmla="*/ 98221 h 253080"/>
                <a:gd name="connsiteX17" fmla="*/ 30156 w 103749"/>
                <a:gd name="connsiteY17" fmla="*/ 98221 h 253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3749" h="253080">
                  <a:moveTo>
                    <a:pt x="30156" y="253080"/>
                  </a:moveTo>
                  <a:lnTo>
                    <a:pt x="61029" y="253080"/>
                  </a:lnTo>
                  <a:lnTo>
                    <a:pt x="61029" y="98221"/>
                  </a:lnTo>
                  <a:lnTo>
                    <a:pt x="103750" y="98221"/>
                  </a:lnTo>
                  <a:lnTo>
                    <a:pt x="103750" y="72053"/>
                  </a:lnTo>
                  <a:lnTo>
                    <a:pt x="61029" y="72053"/>
                  </a:lnTo>
                  <a:lnTo>
                    <a:pt x="61029" y="54846"/>
                  </a:lnTo>
                  <a:cubicBezTo>
                    <a:pt x="60558" y="47582"/>
                    <a:pt x="62587" y="40373"/>
                    <a:pt x="66773" y="34413"/>
                  </a:cubicBezTo>
                  <a:cubicBezTo>
                    <a:pt x="71526" y="29233"/>
                    <a:pt x="78436" y="26581"/>
                    <a:pt x="85441" y="27244"/>
                  </a:cubicBezTo>
                  <a:lnTo>
                    <a:pt x="103750" y="27244"/>
                  </a:lnTo>
                  <a:lnTo>
                    <a:pt x="103750" y="0"/>
                  </a:lnTo>
                  <a:lnTo>
                    <a:pt x="82210" y="0"/>
                  </a:lnTo>
                  <a:cubicBezTo>
                    <a:pt x="64978" y="0"/>
                    <a:pt x="51996" y="4960"/>
                    <a:pt x="43259" y="14877"/>
                  </a:cubicBezTo>
                  <a:cubicBezTo>
                    <a:pt x="34217" y="25631"/>
                    <a:pt x="29541" y="39382"/>
                    <a:pt x="30156" y="53412"/>
                  </a:cubicBezTo>
                  <a:lnTo>
                    <a:pt x="30156" y="72053"/>
                  </a:lnTo>
                  <a:lnTo>
                    <a:pt x="0" y="72053"/>
                  </a:lnTo>
                  <a:lnTo>
                    <a:pt x="0" y="98221"/>
                  </a:lnTo>
                  <a:lnTo>
                    <a:pt x="30156" y="98221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7" name="Forma libre 185">
              <a:extLst>
                <a:ext uri="{FF2B5EF4-FFF2-40B4-BE49-F238E27FC236}">
                  <a16:creationId xmlns:a16="http://schemas.microsoft.com/office/drawing/2014/main" id="{34A21EE7-A0DB-085C-A775-06C95906A521}"/>
                </a:ext>
              </a:extLst>
            </p:cNvPr>
            <p:cNvSpPr/>
            <p:nvPr/>
          </p:nvSpPr>
          <p:spPr>
            <a:xfrm>
              <a:off x="11549397" y="572619"/>
              <a:ext cx="25489" cy="57124"/>
            </a:xfrm>
            <a:custGeom>
              <a:avLst/>
              <a:gdLst>
                <a:gd name="connsiteX0" fmla="*/ 33746 w 107340"/>
                <a:gd name="connsiteY0" fmla="*/ 187122 h 240566"/>
                <a:gd name="connsiteX1" fmla="*/ 39490 w 107340"/>
                <a:gd name="connsiteY1" fmla="*/ 214903 h 240566"/>
                <a:gd name="connsiteX2" fmla="*/ 56901 w 107340"/>
                <a:gd name="connsiteY2" fmla="*/ 233723 h 240566"/>
                <a:gd name="connsiteX3" fmla="*/ 85800 w 107340"/>
                <a:gd name="connsiteY3" fmla="*/ 240534 h 240566"/>
                <a:gd name="connsiteX4" fmla="*/ 107340 w 107340"/>
                <a:gd name="connsiteY4" fmla="*/ 240534 h 240566"/>
                <a:gd name="connsiteX5" fmla="*/ 107340 w 107340"/>
                <a:gd name="connsiteY5" fmla="*/ 213290 h 240566"/>
                <a:gd name="connsiteX6" fmla="*/ 88672 w 107340"/>
                <a:gd name="connsiteY6" fmla="*/ 213290 h 240566"/>
                <a:gd name="connsiteX7" fmla="*/ 70363 w 107340"/>
                <a:gd name="connsiteY7" fmla="*/ 205941 h 240566"/>
                <a:gd name="connsiteX8" fmla="*/ 64619 w 107340"/>
                <a:gd name="connsiteY8" fmla="*/ 184612 h 240566"/>
                <a:gd name="connsiteX9" fmla="*/ 64619 w 107340"/>
                <a:gd name="connsiteY9" fmla="*/ 85675 h 240566"/>
                <a:gd name="connsiteX10" fmla="*/ 107340 w 107340"/>
                <a:gd name="connsiteY10" fmla="*/ 85675 h 240566"/>
                <a:gd name="connsiteX11" fmla="*/ 107340 w 107340"/>
                <a:gd name="connsiteY11" fmla="*/ 59506 h 240566"/>
                <a:gd name="connsiteX12" fmla="*/ 64619 w 107340"/>
                <a:gd name="connsiteY12" fmla="*/ 59506 h 240566"/>
                <a:gd name="connsiteX13" fmla="*/ 64619 w 107340"/>
                <a:gd name="connsiteY13" fmla="*/ 0 h 240566"/>
                <a:gd name="connsiteX14" fmla="*/ 33746 w 107340"/>
                <a:gd name="connsiteY14" fmla="*/ 20074 h 240566"/>
                <a:gd name="connsiteX15" fmla="*/ 33746 w 107340"/>
                <a:gd name="connsiteY15" fmla="*/ 59506 h 240566"/>
                <a:gd name="connsiteX16" fmla="*/ 0 w 107340"/>
                <a:gd name="connsiteY16" fmla="*/ 59506 h 240566"/>
                <a:gd name="connsiteX17" fmla="*/ 0 w 107340"/>
                <a:gd name="connsiteY17" fmla="*/ 85675 h 240566"/>
                <a:gd name="connsiteX18" fmla="*/ 33746 w 107340"/>
                <a:gd name="connsiteY18" fmla="*/ 85675 h 24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340" h="240566">
                  <a:moveTo>
                    <a:pt x="33746" y="187122"/>
                  </a:moveTo>
                  <a:cubicBezTo>
                    <a:pt x="33539" y="196697"/>
                    <a:pt x="35500" y="206192"/>
                    <a:pt x="39490" y="214903"/>
                  </a:cubicBezTo>
                  <a:cubicBezTo>
                    <a:pt x="43232" y="222807"/>
                    <a:pt x="49308" y="229376"/>
                    <a:pt x="56901" y="233723"/>
                  </a:cubicBezTo>
                  <a:cubicBezTo>
                    <a:pt x="65755" y="238522"/>
                    <a:pt x="75730" y="240874"/>
                    <a:pt x="85800" y="240534"/>
                  </a:cubicBezTo>
                  <a:lnTo>
                    <a:pt x="107340" y="240534"/>
                  </a:lnTo>
                  <a:lnTo>
                    <a:pt x="107340" y="213290"/>
                  </a:lnTo>
                  <a:lnTo>
                    <a:pt x="88672" y="213290"/>
                  </a:lnTo>
                  <a:cubicBezTo>
                    <a:pt x="81743" y="213895"/>
                    <a:pt x="74945" y="211166"/>
                    <a:pt x="70363" y="205941"/>
                  </a:cubicBezTo>
                  <a:cubicBezTo>
                    <a:pt x="66123" y="199668"/>
                    <a:pt x="64099" y="192163"/>
                    <a:pt x="64619" y="184612"/>
                  </a:cubicBezTo>
                  <a:lnTo>
                    <a:pt x="64619" y="85675"/>
                  </a:lnTo>
                  <a:lnTo>
                    <a:pt x="107340" y="85675"/>
                  </a:lnTo>
                  <a:lnTo>
                    <a:pt x="107340" y="59506"/>
                  </a:lnTo>
                  <a:lnTo>
                    <a:pt x="64619" y="59506"/>
                  </a:lnTo>
                  <a:lnTo>
                    <a:pt x="64619" y="0"/>
                  </a:lnTo>
                  <a:lnTo>
                    <a:pt x="33746" y="20074"/>
                  </a:lnTo>
                  <a:lnTo>
                    <a:pt x="33746" y="59506"/>
                  </a:lnTo>
                  <a:lnTo>
                    <a:pt x="0" y="59506"/>
                  </a:lnTo>
                  <a:lnTo>
                    <a:pt x="0" y="85675"/>
                  </a:lnTo>
                  <a:lnTo>
                    <a:pt x="33746" y="85675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8" name="Forma libre 186">
              <a:extLst>
                <a:ext uri="{FF2B5EF4-FFF2-40B4-BE49-F238E27FC236}">
                  <a16:creationId xmlns:a16="http://schemas.microsoft.com/office/drawing/2014/main" id="{4AF188C2-01A6-001F-505E-AD1745E1629C}"/>
                </a:ext>
              </a:extLst>
            </p:cNvPr>
            <p:cNvSpPr/>
            <p:nvPr/>
          </p:nvSpPr>
          <p:spPr>
            <a:xfrm>
              <a:off x="11580533" y="570151"/>
              <a:ext cx="36554" cy="59585"/>
            </a:xfrm>
            <a:custGeom>
              <a:avLst/>
              <a:gdLst>
                <a:gd name="connsiteX0" fmla="*/ 79697 w 153939"/>
                <a:gd name="connsiteY0" fmla="*/ 94278 h 250929"/>
                <a:gd name="connsiteX1" fmla="*/ 111109 w 153939"/>
                <a:gd name="connsiteY1" fmla="*/ 107183 h 250929"/>
                <a:gd name="connsiteX2" fmla="*/ 123136 w 153939"/>
                <a:gd name="connsiteY2" fmla="*/ 142313 h 250929"/>
                <a:gd name="connsiteX3" fmla="*/ 123136 w 153939"/>
                <a:gd name="connsiteY3" fmla="*/ 250929 h 250929"/>
                <a:gd name="connsiteX4" fmla="*/ 153920 w 153939"/>
                <a:gd name="connsiteY4" fmla="*/ 250929 h 250929"/>
                <a:gd name="connsiteX5" fmla="*/ 153920 w 153939"/>
                <a:gd name="connsiteY5" fmla="*/ 137653 h 250929"/>
                <a:gd name="connsiteX6" fmla="*/ 145304 w 153939"/>
                <a:gd name="connsiteY6" fmla="*/ 100013 h 250929"/>
                <a:gd name="connsiteX7" fmla="*/ 121251 w 153939"/>
                <a:gd name="connsiteY7" fmla="*/ 75279 h 250929"/>
                <a:gd name="connsiteX8" fmla="*/ 86069 w 153939"/>
                <a:gd name="connsiteY8" fmla="*/ 66675 h 250929"/>
                <a:gd name="connsiteX9" fmla="*/ 50888 w 153939"/>
                <a:gd name="connsiteY9" fmla="*/ 76175 h 250929"/>
                <a:gd name="connsiteX10" fmla="*/ 30784 w 153939"/>
                <a:gd name="connsiteY10" fmla="*/ 97952 h 250929"/>
                <a:gd name="connsiteX11" fmla="*/ 30784 w 153939"/>
                <a:gd name="connsiteY11" fmla="*/ 0 h 250929"/>
                <a:gd name="connsiteX12" fmla="*/ 0 w 153939"/>
                <a:gd name="connsiteY12" fmla="*/ 0 h 250929"/>
                <a:gd name="connsiteX13" fmla="*/ 0 w 153939"/>
                <a:gd name="connsiteY13" fmla="*/ 250929 h 250929"/>
                <a:gd name="connsiteX14" fmla="*/ 30874 w 153939"/>
                <a:gd name="connsiteY14" fmla="*/ 250929 h 250929"/>
                <a:gd name="connsiteX15" fmla="*/ 30874 w 153939"/>
                <a:gd name="connsiteY15" fmla="*/ 143388 h 250929"/>
                <a:gd name="connsiteX16" fmla="*/ 44336 w 153939"/>
                <a:gd name="connsiteY16" fmla="*/ 107541 h 250929"/>
                <a:gd name="connsiteX17" fmla="*/ 79697 w 153939"/>
                <a:gd name="connsiteY17" fmla="*/ 94278 h 2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3939" h="250929">
                  <a:moveTo>
                    <a:pt x="79697" y="94278"/>
                  </a:moveTo>
                  <a:cubicBezTo>
                    <a:pt x="91548" y="93825"/>
                    <a:pt x="103010" y="98535"/>
                    <a:pt x="111109" y="107183"/>
                  </a:cubicBezTo>
                  <a:cubicBezTo>
                    <a:pt x="119550" y="116879"/>
                    <a:pt x="123867" y="129484"/>
                    <a:pt x="123136" y="142313"/>
                  </a:cubicBezTo>
                  <a:lnTo>
                    <a:pt x="123136" y="250929"/>
                  </a:lnTo>
                  <a:lnTo>
                    <a:pt x="153920" y="250929"/>
                  </a:lnTo>
                  <a:lnTo>
                    <a:pt x="153920" y="137653"/>
                  </a:lnTo>
                  <a:cubicBezTo>
                    <a:pt x="154216" y="124586"/>
                    <a:pt x="151254" y="111655"/>
                    <a:pt x="145304" y="100013"/>
                  </a:cubicBezTo>
                  <a:cubicBezTo>
                    <a:pt x="139896" y="89586"/>
                    <a:pt x="131527" y="80983"/>
                    <a:pt x="121251" y="75279"/>
                  </a:cubicBezTo>
                  <a:cubicBezTo>
                    <a:pt x="110468" y="69413"/>
                    <a:pt x="98347" y="66451"/>
                    <a:pt x="86069" y="66675"/>
                  </a:cubicBezTo>
                  <a:cubicBezTo>
                    <a:pt x="73702" y="66644"/>
                    <a:pt x="61554" y="69924"/>
                    <a:pt x="50888" y="76175"/>
                  </a:cubicBezTo>
                  <a:cubicBezTo>
                    <a:pt x="42209" y="81328"/>
                    <a:pt x="35222" y="88896"/>
                    <a:pt x="30784" y="97952"/>
                  </a:cubicBezTo>
                  <a:lnTo>
                    <a:pt x="30784" y="0"/>
                  </a:lnTo>
                  <a:lnTo>
                    <a:pt x="0" y="0"/>
                  </a:lnTo>
                  <a:lnTo>
                    <a:pt x="0" y="250929"/>
                  </a:lnTo>
                  <a:lnTo>
                    <a:pt x="30874" y="250929"/>
                  </a:lnTo>
                  <a:lnTo>
                    <a:pt x="30874" y="143388"/>
                  </a:lnTo>
                  <a:cubicBezTo>
                    <a:pt x="30142" y="130084"/>
                    <a:pt x="35025" y="117085"/>
                    <a:pt x="44336" y="107541"/>
                  </a:cubicBezTo>
                  <a:cubicBezTo>
                    <a:pt x="53854" y="98543"/>
                    <a:pt x="66603" y="93762"/>
                    <a:pt x="79697" y="94278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9" name="Forma libre 187">
              <a:extLst>
                <a:ext uri="{FF2B5EF4-FFF2-40B4-BE49-F238E27FC236}">
                  <a16:creationId xmlns:a16="http://schemas.microsoft.com/office/drawing/2014/main" id="{9E811541-CD58-5466-FD8B-321716716248}"/>
                </a:ext>
              </a:extLst>
            </p:cNvPr>
            <p:cNvSpPr/>
            <p:nvPr/>
          </p:nvSpPr>
          <p:spPr>
            <a:xfrm>
              <a:off x="11624195" y="585938"/>
              <a:ext cx="40290" cy="44572"/>
            </a:xfrm>
            <a:custGeom>
              <a:avLst/>
              <a:gdLst>
                <a:gd name="connsiteX0" fmla="*/ 158880 w 169671"/>
                <a:gd name="connsiteY0" fmla="*/ 43388 h 187705"/>
                <a:gd name="connsiteX1" fmla="*/ 129442 w 169671"/>
                <a:gd name="connsiteY1" fmla="*/ 11305 h 187705"/>
                <a:gd name="connsiteX2" fmla="*/ 86722 w 169671"/>
                <a:gd name="connsiteY2" fmla="*/ 13 h 187705"/>
                <a:gd name="connsiteX3" fmla="*/ 51899 w 169671"/>
                <a:gd name="connsiteY3" fmla="*/ 6645 h 187705"/>
                <a:gd name="connsiteX4" fmla="*/ 24436 w 169671"/>
                <a:gd name="connsiteY4" fmla="*/ 25465 h 187705"/>
                <a:gd name="connsiteX5" fmla="*/ 6486 w 169671"/>
                <a:gd name="connsiteY5" fmla="*/ 54859 h 187705"/>
                <a:gd name="connsiteX6" fmla="*/ 24 w 169671"/>
                <a:gd name="connsiteY6" fmla="*/ 93574 h 187705"/>
                <a:gd name="connsiteX7" fmla="*/ 11512 w 169671"/>
                <a:gd name="connsiteY7" fmla="*/ 142864 h 187705"/>
                <a:gd name="connsiteX8" fmla="*/ 87799 w 169671"/>
                <a:gd name="connsiteY8" fmla="*/ 187673 h 187705"/>
                <a:gd name="connsiteX9" fmla="*/ 117775 w 169671"/>
                <a:gd name="connsiteY9" fmla="*/ 183192 h 187705"/>
                <a:gd name="connsiteX10" fmla="*/ 144699 w 169671"/>
                <a:gd name="connsiteY10" fmla="*/ 169032 h 187705"/>
                <a:gd name="connsiteX11" fmla="*/ 166239 w 169671"/>
                <a:gd name="connsiteY11" fmla="*/ 142505 h 187705"/>
                <a:gd name="connsiteX12" fmla="*/ 142905 w 169671"/>
                <a:gd name="connsiteY12" fmla="*/ 128167 h 187705"/>
                <a:gd name="connsiteX13" fmla="*/ 128186 w 169671"/>
                <a:gd name="connsiteY13" fmla="*/ 146449 h 187705"/>
                <a:gd name="connsiteX14" fmla="*/ 109697 w 169671"/>
                <a:gd name="connsiteY14" fmla="*/ 156844 h 187705"/>
                <a:gd name="connsiteX15" fmla="*/ 88337 w 169671"/>
                <a:gd name="connsiteY15" fmla="*/ 160071 h 187705"/>
                <a:gd name="connsiteX16" fmla="*/ 58899 w 169671"/>
                <a:gd name="connsiteY16" fmla="*/ 152543 h 187705"/>
                <a:gd name="connsiteX17" fmla="*/ 38616 w 169671"/>
                <a:gd name="connsiteY17" fmla="*/ 130138 h 187705"/>
                <a:gd name="connsiteX18" fmla="*/ 31212 w 169671"/>
                <a:gd name="connsiteY18" fmla="*/ 100564 h 187705"/>
                <a:gd name="connsiteX19" fmla="*/ 169291 w 169671"/>
                <a:gd name="connsiteY19" fmla="*/ 100564 h 187705"/>
                <a:gd name="connsiteX20" fmla="*/ 169650 w 169671"/>
                <a:gd name="connsiteY20" fmla="*/ 96084 h 187705"/>
                <a:gd name="connsiteX21" fmla="*/ 169650 w 169671"/>
                <a:gd name="connsiteY21" fmla="*/ 91603 h 187705"/>
                <a:gd name="connsiteX22" fmla="*/ 158880 w 169671"/>
                <a:gd name="connsiteY22" fmla="*/ 43388 h 187705"/>
                <a:gd name="connsiteX23" fmla="*/ 46155 w 169671"/>
                <a:gd name="connsiteY23" fmla="*/ 44285 h 187705"/>
                <a:gd name="connsiteX24" fmla="*/ 63567 w 169671"/>
                <a:gd name="connsiteY24" fmla="*/ 30842 h 187705"/>
                <a:gd name="connsiteX25" fmla="*/ 86363 w 169671"/>
                <a:gd name="connsiteY25" fmla="*/ 26361 h 187705"/>
                <a:gd name="connsiteX26" fmla="*/ 123698 w 169671"/>
                <a:gd name="connsiteY26" fmla="*/ 42671 h 187705"/>
                <a:gd name="connsiteX27" fmla="*/ 137475 w 169671"/>
                <a:gd name="connsiteY27" fmla="*/ 76905 h 187705"/>
                <a:gd name="connsiteX28" fmla="*/ 32334 w 169671"/>
                <a:gd name="connsiteY28" fmla="*/ 76905 h 187705"/>
                <a:gd name="connsiteX29" fmla="*/ 35026 w 169671"/>
                <a:gd name="connsiteY29" fmla="*/ 65255 h 187705"/>
                <a:gd name="connsiteX30" fmla="*/ 46335 w 169671"/>
                <a:gd name="connsiteY30" fmla="*/ 44464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671" h="187705">
                  <a:moveTo>
                    <a:pt x="158880" y="43388"/>
                  </a:moveTo>
                  <a:cubicBezTo>
                    <a:pt x="152279" y="30147"/>
                    <a:pt x="142074" y="19030"/>
                    <a:pt x="129442" y="11305"/>
                  </a:cubicBezTo>
                  <a:cubicBezTo>
                    <a:pt x="116532" y="3647"/>
                    <a:pt x="101737" y="-260"/>
                    <a:pt x="86722" y="13"/>
                  </a:cubicBezTo>
                  <a:cubicBezTo>
                    <a:pt x="74785" y="-143"/>
                    <a:pt x="62938" y="2115"/>
                    <a:pt x="51899" y="6645"/>
                  </a:cubicBezTo>
                  <a:cubicBezTo>
                    <a:pt x="41520" y="10920"/>
                    <a:pt x="32163" y="17336"/>
                    <a:pt x="24436" y="25465"/>
                  </a:cubicBezTo>
                  <a:cubicBezTo>
                    <a:pt x="16502" y="33934"/>
                    <a:pt x="10390" y="43939"/>
                    <a:pt x="6486" y="54859"/>
                  </a:cubicBezTo>
                  <a:cubicBezTo>
                    <a:pt x="2017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60" y="186167"/>
                    <a:pt x="117775" y="183192"/>
                  </a:cubicBezTo>
                  <a:cubicBezTo>
                    <a:pt x="127522" y="180113"/>
                    <a:pt x="136640" y="175314"/>
                    <a:pt x="144699" y="169032"/>
                  </a:cubicBezTo>
                  <a:cubicBezTo>
                    <a:pt x="153683" y="161818"/>
                    <a:pt x="161025" y="152776"/>
                    <a:pt x="166239" y="142505"/>
                  </a:cubicBezTo>
                  <a:lnTo>
                    <a:pt x="142905" y="128167"/>
                  </a:lnTo>
                  <a:cubicBezTo>
                    <a:pt x="139023" y="135018"/>
                    <a:pt x="134051" y="141193"/>
                    <a:pt x="128186" y="146449"/>
                  </a:cubicBezTo>
                  <a:cubicBezTo>
                    <a:pt x="122801" y="151140"/>
                    <a:pt x="116509" y="154680"/>
                    <a:pt x="109697" y="156844"/>
                  </a:cubicBezTo>
                  <a:cubicBezTo>
                    <a:pt x="102787" y="159009"/>
                    <a:pt x="95580" y="160097"/>
                    <a:pt x="88337" y="160071"/>
                  </a:cubicBezTo>
                  <a:cubicBezTo>
                    <a:pt x="78016" y="160312"/>
                    <a:pt x="67834" y="157705"/>
                    <a:pt x="58899" y="152543"/>
                  </a:cubicBezTo>
                  <a:cubicBezTo>
                    <a:pt x="50154" y="147139"/>
                    <a:pt x="43122" y="139373"/>
                    <a:pt x="38616" y="130138"/>
                  </a:cubicBezTo>
                  <a:cubicBezTo>
                    <a:pt x="34124" y="120899"/>
                    <a:pt x="31602" y="110830"/>
                    <a:pt x="31212" y="100564"/>
                  </a:cubicBezTo>
                  <a:lnTo>
                    <a:pt x="169291" y="100564"/>
                  </a:lnTo>
                  <a:cubicBezTo>
                    <a:pt x="169551" y="99086"/>
                    <a:pt x="169672" y="97585"/>
                    <a:pt x="169650" y="96084"/>
                  </a:cubicBezTo>
                  <a:lnTo>
                    <a:pt x="169650" y="91603"/>
                  </a:lnTo>
                  <a:cubicBezTo>
                    <a:pt x="169995" y="74902"/>
                    <a:pt x="166302" y="58359"/>
                    <a:pt x="158880" y="43388"/>
                  </a:cubicBezTo>
                  <a:close/>
                  <a:moveTo>
                    <a:pt x="46155" y="44285"/>
                  </a:moveTo>
                  <a:cubicBezTo>
                    <a:pt x="50768" y="38446"/>
                    <a:pt x="56746" y="33831"/>
                    <a:pt x="63567" y="30842"/>
                  </a:cubicBezTo>
                  <a:cubicBezTo>
                    <a:pt x="70769" y="27768"/>
                    <a:pt x="78532" y="26245"/>
                    <a:pt x="86363" y="26361"/>
                  </a:cubicBezTo>
                  <a:cubicBezTo>
                    <a:pt x="100615" y="25994"/>
                    <a:pt x="114297" y="31971"/>
                    <a:pt x="123698" y="42671"/>
                  </a:cubicBezTo>
                  <a:cubicBezTo>
                    <a:pt x="131713" y="52395"/>
                    <a:pt x="136524" y="64350"/>
                    <a:pt x="137475" y="76905"/>
                  </a:cubicBezTo>
                  <a:lnTo>
                    <a:pt x="32334" y="76905"/>
                  </a:lnTo>
                  <a:cubicBezTo>
                    <a:pt x="32940" y="72962"/>
                    <a:pt x="33842" y="69068"/>
                    <a:pt x="35026" y="65255"/>
                  </a:cubicBezTo>
                  <a:cubicBezTo>
                    <a:pt x="37441" y="57673"/>
                    <a:pt x="41277" y="50616"/>
                    <a:pt x="46335" y="44464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0" name="Forma libre 188">
              <a:extLst>
                <a:ext uri="{FF2B5EF4-FFF2-40B4-BE49-F238E27FC236}">
                  <a16:creationId xmlns:a16="http://schemas.microsoft.com/office/drawing/2014/main" id="{798A26E0-B5ED-57E8-5B08-EDA86CE700AB}"/>
                </a:ext>
              </a:extLst>
            </p:cNvPr>
            <p:cNvSpPr/>
            <p:nvPr/>
          </p:nvSpPr>
          <p:spPr>
            <a:xfrm>
              <a:off x="11058558" y="660592"/>
              <a:ext cx="7672" cy="59585"/>
            </a:xfrm>
            <a:custGeom>
              <a:avLst/>
              <a:gdLst>
                <a:gd name="connsiteX0" fmla="*/ 0 w 32309"/>
                <a:gd name="connsiteY0" fmla="*/ 0 h 250929"/>
                <a:gd name="connsiteX1" fmla="*/ 32310 w 32309"/>
                <a:gd name="connsiteY1" fmla="*/ 0 h 250929"/>
                <a:gd name="connsiteX2" fmla="*/ 32310 w 32309"/>
                <a:gd name="connsiteY2" fmla="*/ 250929 h 250929"/>
                <a:gd name="connsiteX3" fmla="*/ 0 w 32309"/>
                <a:gd name="connsiteY3" fmla="*/ 250929 h 2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09" h="250929">
                  <a:moveTo>
                    <a:pt x="0" y="0"/>
                  </a:moveTo>
                  <a:lnTo>
                    <a:pt x="32310" y="0"/>
                  </a:lnTo>
                  <a:lnTo>
                    <a:pt x="32310" y="250929"/>
                  </a:lnTo>
                  <a:lnTo>
                    <a:pt x="0" y="250929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1" name="Forma libre 189">
              <a:extLst>
                <a:ext uri="{FF2B5EF4-FFF2-40B4-BE49-F238E27FC236}">
                  <a16:creationId xmlns:a16="http://schemas.microsoft.com/office/drawing/2014/main" id="{E89D44F8-FCDB-8279-2AEF-9658C813292F}"/>
                </a:ext>
              </a:extLst>
            </p:cNvPr>
            <p:cNvSpPr/>
            <p:nvPr/>
          </p:nvSpPr>
          <p:spPr>
            <a:xfrm>
              <a:off x="11076630" y="660593"/>
              <a:ext cx="42415" cy="60361"/>
            </a:xfrm>
            <a:custGeom>
              <a:avLst/>
              <a:gdLst>
                <a:gd name="connsiteX0" fmla="*/ 137136 w 178621"/>
                <a:gd name="connsiteY0" fmla="*/ 78505 h 254195"/>
                <a:gd name="connsiteX1" fmla="*/ 94057 w 178621"/>
                <a:gd name="connsiteY1" fmla="*/ 66675 h 254195"/>
                <a:gd name="connsiteX2" fmla="*/ 59952 w 178621"/>
                <a:gd name="connsiteY2" fmla="*/ 74741 h 254195"/>
                <a:gd name="connsiteX3" fmla="*/ 36079 w 178621"/>
                <a:gd name="connsiteY3" fmla="*/ 96249 h 254195"/>
                <a:gd name="connsiteX4" fmla="*/ 30874 w 178621"/>
                <a:gd name="connsiteY4" fmla="*/ 104628 h 254195"/>
                <a:gd name="connsiteX5" fmla="*/ 30874 w 178621"/>
                <a:gd name="connsiteY5" fmla="*/ 0 h 254195"/>
                <a:gd name="connsiteX6" fmla="*/ 0 w 178621"/>
                <a:gd name="connsiteY6" fmla="*/ 0 h 254195"/>
                <a:gd name="connsiteX7" fmla="*/ 0 w 178621"/>
                <a:gd name="connsiteY7" fmla="*/ 250929 h 254195"/>
                <a:gd name="connsiteX8" fmla="*/ 30874 w 178621"/>
                <a:gd name="connsiteY8" fmla="*/ 250929 h 254195"/>
                <a:gd name="connsiteX9" fmla="*/ 30874 w 178621"/>
                <a:gd name="connsiteY9" fmla="*/ 216337 h 254195"/>
                <a:gd name="connsiteX10" fmla="*/ 35900 w 178621"/>
                <a:gd name="connsiteY10" fmla="*/ 224582 h 254195"/>
                <a:gd name="connsiteX11" fmla="*/ 94236 w 178621"/>
                <a:gd name="connsiteY11" fmla="*/ 254156 h 254195"/>
                <a:gd name="connsiteX12" fmla="*/ 127444 w 178621"/>
                <a:gd name="connsiteY12" fmla="*/ 247345 h 254195"/>
                <a:gd name="connsiteX13" fmla="*/ 154368 w 178621"/>
                <a:gd name="connsiteY13" fmla="*/ 227987 h 254195"/>
                <a:gd name="connsiteX14" fmla="*/ 172318 w 178621"/>
                <a:gd name="connsiteY14" fmla="*/ 198234 h 254195"/>
                <a:gd name="connsiteX15" fmla="*/ 178600 w 178621"/>
                <a:gd name="connsiteY15" fmla="*/ 160236 h 254195"/>
                <a:gd name="connsiteX16" fmla="*/ 167651 w 178621"/>
                <a:gd name="connsiteY16" fmla="*/ 111484 h 254195"/>
                <a:gd name="connsiteX17" fmla="*/ 137136 w 178621"/>
                <a:gd name="connsiteY17" fmla="*/ 78505 h 254195"/>
                <a:gd name="connsiteX18" fmla="*/ 142701 w 178621"/>
                <a:gd name="connsiteY18" fmla="*/ 188018 h 254195"/>
                <a:gd name="connsiteX19" fmla="*/ 130675 w 178621"/>
                <a:gd name="connsiteY19" fmla="*/ 208809 h 254195"/>
                <a:gd name="connsiteX20" fmla="*/ 112007 w 178621"/>
                <a:gd name="connsiteY20" fmla="*/ 221714 h 254195"/>
                <a:gd name="connsiteX21" fmla="*/ 88672 w 178621"/>
                <a:gd name="connsiteY21" fmla="*/ 226195 h 254195"/>
                <a:gd name="connsiteX22" fmla="*/ 46490 w 178621"/>
                <a:gd name="connsiteY22" fmla="*/ 208809 h 254195"/>
                <a:gd name="connsiteX23" fmla="*/ 30156 w 178621"/>
                <a:gd name="connsiteY23" fmla="*/ 160236 h 254195"/>
                <a:gd name="connsiteX24" fmla="*/ 34643 w 178621"/>
                <a:gd name="connsiteY24" fmla="*/ 132813 h 254195"/>
                <a:gd name="connsiteX25" fmla="*/ 46849 w 178621"/>
                <a:gd name="connsiteY25" fmla="*/ 112022 h 254195"/>
                <a:gd name="connsiteX26" fmla="*/ 65337 w 178621"/>
                <a:gd name="connsiteY26" fmla="*/ 98938 h 254195"/>
                <a:gd name="connsiteX27" fmla="*/ 88851 w 178621"/>
                <a:gd name="connsiteY27" fmla="*/ 94457 h 254195"/>
                <a:gd name="connsiteX28" fmla="*/ 130675 w 178621"/>
                <a:gd name="connsiteY28" fmla="*/ 111843 h 254195"/>
                <a:gd name="connsiteX29" fmla="*/ 147009 w 178621"/>
                <a:gd name="connsiteY29" fmla="*/ 160057 h 254195"/>
                <a:gd name="connsiteX30" fmla="*/ 142701 w 178621"/>
                <a:gd name="connsiteY30" fmla="*/ 188018 h 25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8621" h="254195">
                  <a:moveTo>
                    <a:pt x="137136" y="78505"/>
                  </a:moveTo>
                  <a:cubicBezTo>
                    <a:pt x="124195" y="70551"/>
                    <a:pt x="109252" y="66447"/>
                    <a:pt x="94057" y="66675"/>
                  </a:cubicBezTo>
                  <a:cubicBezTo>
                    <a:pt x="82179" y="66357"/>
                    <a:pt x="70426" y="69140"/>
                    <a:pt x="59952" y="74741"/>
                  </a:cubicBezTo>
                  <a:cubicBezTo>
                    <a:pt x="50470" y="80015"/>
                    <a:pt x="42308" y="87368"/>
                    <a:pt x="36079" y="96249"/>
                  </a:cubicBezTo>
                  <a:cubicBezTo>
                    <a:pt x="34176" y="98933"/>
                    <a:pt x="32435" y="101734"/>
                    <a:pt x="30874" y="104628"/>
                  </a:cubicBezTo>
                  <a:lnTo>
                    <a:pt x="30874" y="0"/>
                  </a:lnTo>
                  <a:lnTo>
                    <a:pt x="0" y="0"/>
                  </a:lnTo>
                  <a:lnTo>
                    <a:pt x="0" y="250929"/>
                  </a:lnTo>
                  <a:lnTo>
                    <a:pt x="30874" y="250929"/>
                  </a:lnTo>
                  <a:lnTo>
                    <a:pt x="30874" y="216337"/>
                  </a:lnTo>
                  <a:cubicBezTo>
                    <a:pt x="32395" y="219178"/>
                    <a:pt x="34073" y="221929"/>
                    <a:pt x="35900" y="224582"/>
                  </a:cubicBezTo>
                  <a:cubicBezTo>
                    <a:pt x="48972" y="243787"/>
                    <a:pt x="70996" y="254953"/>
                    <a:pt x="94236" y="254156"/>
                  </a:cubicBezTo>
                  <a:cubicBezTo>
                    <a:pt x="105661" y="254259"/>
                    <a:pt x="116983" y="251933"/>
                    <a:pt x="127444" y="247345"/>
                  </a:cubicBezTo>
                  <a:cubicBezTo>
                    <a:pt x="137648" y="242801"/>
                    <a:pt x="146816" y="236210"/>
                    <a:pt x="154368" y="227987"/>
                  </a:cubicBezTo>
                  <a:cubicBezTo>
                    <a:pt x="162239" y="219335"/>
                    <a:pt x="168333" y="209226"/>
                    <a:pt x="172318" y="198234"/>
                  </a:cubicBezTo>
                  <a:cubicBezTo>
                    <a:pt x="176622" y="186033"/>
                    <a:pt x="178749" y="173173"/>
                    <a:pt x="178600" y="160236"/>
                  </a:cubicBezTo>
                  <a:cubicBezTo>
                    <a:pt x="178937" y="143343"/>
                    <a:pt x="175181" y="126616"/>
                    <a:pt x="167651" y="111484"/>
                  </a:cubicBezTo>
                  <a:cubicBezTo>
                    <a:pt x="160714" y="97894"/>
                    <a:pt x="150155" y="86481"/>
                    <a:pt x="137136" y="78505"/>
                  </a:cubicBezTo>
                  <a:close/>
                  <a:moveTo>
                    <a:pt x="142701" y="188018"/>
                  </a:moveTo>
                  <a:cubicBezTo>
                    <a:pt x="140228" y="195729"/>
                    <a:pt x="136127" y="202818"/>
                    <a:pt x="130675" y="208809"/>
                  </a:cubicBezTo>
                  <a:cubicBezTo>
                    <a:pt x="125438" y="214383"/>
                    <a:pt x="119075" y="218779"/>
                    <a:pt x="112007" y="221714"/>
                  </a:cubicBezTo>
                  <a:cubicBezTo>
                    <a:pt x="104598" y="224730"/>
                    <a:pt x="96669" y="226249"/>
                    <a:pt x="88672" y="226195"/>
                  </a:cubicBezTo>
                  <a:cubicBezTo>
                    <a:pt x="72759" y="226737"/>
                    <a:pt x="57385" y="220401"/>
                    <a:pt x="46490" y="208809"/>
                  </a:cubicBezTo>
                  <a:cubicBezTo>
                    <a:pt x="35572" y="197217"/>
                    <a:pt x="30124" y="181028"/>
                    <a:pt x="30156" y="160236"/>
                  </a:cubicBezTo>
                  <a:cubicBezTo>
                    <a:pt x="30052" y="150907"/>
                    <a:pt x="31569" y="141627"/>
                    <a:pt x="34643" y="132813"/>
                  </a:cubicBezTo>
                  <a:cubicBezTo>
                    <a:pt x="37291" y="125142"/>
                    <a:pt x="41437" y="118076"/>
                    <a:pt x="46849" y="112022"/>
                  </a:cubicBezTo>
                  <a:cubicBezTo>
                    <a:pt x="51911" y="106287"/>
                    <a:pt x="58243" y="101810"/>
                    <a:pt x="65337" y="98938"/>
                  </a:cubicBezTo>
                  <a:cubicBezTo>
                    <a:pt x="72809" y="95927"/>
                    <a:pt x="80797" y="94408"/>
                    <a:pt x="88851" y="94457"/>
                  </a:cubicBezTo>
                  <a:cubicBezTo>
                    <a:pt x="104652" y="93964"/>
                    <a:pt x="119896" y="100300"/>
                    <a:pt x="130675" y="111843"/>
                  </a:cubicBezTo>
                  <a:cubicBezTo>
                    <a:pt x="141534" y="123403"/>
                    <a:pt x="146977" y="139476"/>
                    <a:pt x="147009" y="160057"/>
                  </a:cubicBezTo>
                  <a:cubicBezTo>
                    <a:pt x="147090" y="169548"/>
                    <a:pt x="145636" y="178989"/>
                    <a:pt x="142701" y="188018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2" name="Forma libre 190">
              <a:extLst>
                <a:ext uri="{FF2B5EF4-FFF2-40B4-BE49-F238E27FC236}">
                  <a16:creationId xmlns:a16="http://schemas.microsoft.com/office/drawing/2014/main" id="{D859DFFE-A711-07A1-A7BA-20B1B18B0942}"/>
                </a:ext>
              </a:extLst>
            </p:cNvPr>
            <p:cNvSpPr/>
            <p:nvPr/>
          </p:nvSpPr>
          <p:spPr>
            <a:xfrm>
              <a:off x="11124192" y="676422"/>
              <a:ext cx="40248" cy="44572"/>
            </a:xfrm>
            <a:custGeom>
              <a:avLst/>
              <a:gdLst>
                <a:gd name="connsiteX0" fmla="*/ 129442 w 169496"/>
                <a:gd name="connsiteY0" fmla="*/ 11305 h 187705"/>
                <a:gd name="connsiteX1" fmla="*/ 86722 w 169496"/>
                <a:gd name="connsiteY1" fmla="*/ 13 h 187705"/>
                <a:gd name="connsiteX2" fmla="*/ 51899 w 169496"/>
                <a:gd name="connsiteY2" fmla="*/ 6645 h 187705"/>
                <a:gd name="connsiteX3" fmla="*/ 24436 w 169496"/>
                <a:gd name="connsiteY3" fmla="*/ 25465 h 187705"/>
                <a:gd name="connsiteX4" fmla="*/ 6486 w 169496"/>
                <a:gd name="connsiteY4" fmla="*/ 54859 h 187705"/>
                <a:gd name="connsiteX5" fmla="*/ 24 w 169496"/>
                <a:gd name="connsiteY5" fmla="*/ 93574 h 187705"/>
                <a:gd name="connsiteX6" fmla="*/ 11512 w 169496"/>
                <a:gd name="connsiteY6" fmla="*/ 142864 h 187705"/>
                <a:gd name="connsiteX7" fmla="*/ 87799 w 169496"/>
                <a:gd name="connsiteY7" fmla="*/ 187673 h 187705"/>
                <a:gd name="connsiteX8" fmla="*/ 117775 w 169496"/>
                <a:gd name="connsiteY8" fmla="*/ 183192 h 187705"/>
                <a:gd name="connsiteX9" fmla="*/ 144699 w 169496"/>
                <a:gd name="connsiteY9" fmla="*/ 169032 h 187705"/>
                <a:gd name="connsiteX10" fmla="*/ 166239 w 169496"/>
                <a:gd name="connsiteY10" fmla="*/ 142506 h 187705"/>
                <a:gd name="connsiteX11" fmla="*/ 142905 w 169496"/>
                <a:gd name="connsiteY11" fmla="*/ 128167 h 187705"/>
                <a:gd name="connsiteX12" fmla="*/ 128186 w 169496"/>
                <a:gd name="connsiteY12" fmla="*/ 146449 h 187705"/>
                <a:gd name="connsiteX13" fmla="*/ 109697 w 169496"/>
                <a:gd name="connsiteY13" fmla="*/ 156844 h 187705"/>
                <a:gd name="connsiteX14" fmla="*/ 88337 w 169496"/>
                <a:gd name="connsiteY14" fmla="*/ 160071 h 187705"/>
                <a:gd name="connsiteX15" fmla="*/ 58899 w 169496"/>
                <a:gd name="connsiteY15" fmla="*/ 152543 h 187705"/>
                <a:gd name="connsiteX16" fmla="*/ 38616 w 169496"/>
                <a:gd name="connsiteY16" fmla="*/ 130138 h 187705"/>
                <a:gd name="connsiteX17" fmla="*/ 31212 w 169496"/>
                <a:gd name="connsiteY17" fmla="*/ 100564 h 187705"/>
                <a:gd name="connsiteX18" fmla="*/ 169111 w 169496"/>
                <a:gd name="connsiteY18" fmla="*/ 100564 h 187705"/>
                <a:gd name="connsiteX19" fmla="*/ 169470 w 169496"/>
                <a:gd name="connsiteY19" fmla="*/ 96084 h 187705"/>
                <a:gd name="connsiteX20" fmla="*/ 169470 w 169496"/>
                <a:gd name="connsiteY20" fmla="*/ 91603 h 187705"/>
                <a:gd name="connsiteX21" fmla="*/ 158700 w 169496"/>
                <a:gd name="connsiteY21" fmla="*/ 43209 h 187705"/>
                <a:gd name="connsiteX22" fmla="*/ 129442 w 169496"/>
                <a:gd name="connsiteY22" fmla="*/ 11305 h 187705"/>
                <a:gd name="connsiteX23" fmla="*/ 46155 w 169496"/>
                <a:gd name="connsiteY23" fmla="*/ 44285 h 187705"/>
                <a:gd name="connsiteX24" fmla="*/ 63566 w 169496"/>
                <a:gd name="connsiteY24" fmla="*/ 30842 h 187705"/>
                <a:gd name="connsiteX25" fmla="*/ 86363 w 169496"/>
                <a:gd name="connsiteY25" fmla="*/ 26361 h 187705"/>
                <a:gd name="connsiteX26" fmla="*/ 123698 w 169496"/>
                <a:gd name="connsiteY26" fmla="*/ 42671 h 187705"/>
                <a:gd name="connsiteX27" fmla="*/ 137475 w 169496"/>
                <a:gd name="connsiteY27" fmla="*/ 76905 h 187705"/>
                <a:gd name="connsiteX28" fmla="*/ 32334 w 169496"/>
                <a:gd name="connsiteY28" fmla="*/ 76905 h 187705"/>
                <a:gd name="connsiteX29" fmla="*/ 35026 w 169496"/>
                <a:gd name="connsiteY29" fmla="*/ 65255 h 187705"/>
                <a:gd name="connsiteX30" fmla="*/ 46155 w 169496"/>
                <a:gd name="connsiteY30" fmla="*/ 44285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496" h="187705">
                  <a:moveTo>
                    <a:pt x="129442" y="11305"/>
                  </a:moveTo>
                  <a:cubicBezTo>
                    <a:pt x="116532" y="3647"/>
                    <a:pt x="101737" y="-260"/>
                    <a:pt x="86722" y="13"/>
                  </a:cubicBezTo>
                  <a:cubicBezTo>
                    <a:pt x="74785" y="-143"/>
                    <a:pt x="62938" y="2115"/>
                    <a:pt x="51899" y="6645"/>
                  </a:cubicBezTo>
                  <a:cubicBezTo>
                    <a:pt x="41524" y="10920"/>
                    <a:pt x="32163" y="17337"/>
                    <a:pt x="24436" y="25465"/>
                  </a:cubicBezTo>
                  <a:cubicBezTo>
                    <a:pt x="16502" y="33934"/>
                    <a:pt x="10390" y="43940"/>
                    <a:pt x="6486" y="54859"/>
                  </a:cubicBezTo>
                  <a:cubicBezTo>
                    <a:pt x="2017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59" y="186167"/>
                    <a:pt x="117775" y="183192"/>
                  </a:cubicBezTo>
                  <a:cubicBezTo>
                    <a:pt x="127522" y="180114"/>
                    <a:pt x="136640" y="175314"/>
                    <a:pt x="144699" y="169032"/>
                  </a:cubicBezTo>
                  <a:cubicBezTo>
                    <a:pt x="153670" y="161805"/>
                    <a:pt x="161011" y="152767"/>
                    <a:pt x="166239" y="142506"/>
                  </a:cubicBezTo>
                  <a:lnTo>
                    <a:pt x="142905" y="128167"/>
                  </a:lnTo>
                  <a:cubicBezTo>
                    <a:pt x="139023" y="135018"/>
                    <a:pt x="134051" y="141193"/>
                    <a:pt x="128186" y="146449"/>
                  </a:cubicBezTo>
                  <a:cubicBezTo>
                    <a:pt x="122801" y="151140"/>
                    <a:pt x="116509" y="154680"/>
                    <a:pt x="109697" y="156844"/>
                  </a:cubicBezTo>
                  <a:cubicBezTo>
                    <a:pt x="102787" y="159009"/>
                    <a:pt x="95580" y="160097"/>
                    <a:pt x="88337" y="160071"/>
                  </a:cubicBezTo>
                  <a:cubicBezTo>
                    <a:pt x="78016" y="160317"/>
                    <a:pt x="67829" y="157714"/>
                    <a:pt x="58899" y="152543"/>
                  </a:cubicBezTo>
                  <a:cubicBezTo>
                    <a:pt x="50153" y="147139"/>
                    <a:pt x="43121" y="139373"/>
                    <a:pt x="38616" y="130138"/>
                  </a:cubicBezTo>
                  <a:cubicBezTo>
                    <a:pt x="34106" y="120908"/>
                    <a:pt x="31584" y="110830"/>
                    <a:pt x="31212" y="100564"/>
                  </a:cubicBezTo>
                  <a:lnTo>
                    <a:pt x="169111" y="100564"/>
                  </a:lnTo>
                  <a:cubicBezTo>
                    <a:pt x="169371" y="99086"/>
                    <a:pt x="169493" y="97585"/>
                    <a:pt x="169470" y="96084"/>
                  </a:cubicBezTo>
                  <a:lnTo>
                    <a:pt x="169470" y="91603"/>
                  </a:lnTo>
                  <a:cubicBezTo>
                    <a:pt x="169847" y="74840"/>
                    <a:pt x="166149" y="58234"/>
                    <a:pt x="158700" y="43209"/>
                  </a:cubicBezTo>
                  <a:cubicBezTo>
                    <a:pt x="152117" y="30058"/>
                    <a:pt x="141985" y="19008"/>
                    <a:pt x="129442" y="11305"/>
                  </a:cubicBezTo>
                  <a:close/>
                  <a:moveTo>
                    <a:pt x="46155" y="44285"/>
                  </a:moveTo>
                  <a:cubicBezTo>
                    <a:pt x="50768" y="38446"/>
                    <a:pt x="56745" y="33831"/>
                    <a:pt x="63566" y="30842"/>
                  </a:cubicBezTo>
                  <a:cubicBezTo>
                    <a:pt x="70769" y="27768"/>
                    <a:pt x="78532" y="26245"/>
                    <a:pt x="86363" y="26361"/>
                  </a:cubicBezTo>
                  <a:cubicBezTo>
                    <a:pt x="100615" y="25994"/>
                    <a:pt x="114297" y="31971"/>
                    <a:pt x="123698" y="42671"/>
                  </a:cubicBezTo>
                  <a:cubicBezTo>
                    <a:pt x="131695" y="52404"/>
                    <a:pt x="136505" y="64354"/>
                    <a:pt x="137475" y="76905"/>
                  </a:cubicBezTo>
                  <a:lnTo>
                    <a:pt x="32334" y="76905"/>
                  </a:lnTo>
                  <a:cubicBezTo>
                    <a:pt x="32922" y="72958"/>
                    <a:pt x="33819" y="69059"/>
                    <a:pt x="35026" y="65255"/>
                  </a:cubicBezTo>
                  <a:cubicBezTo>
                    <a:pt x="37364" y="57620"/>
                    <a:pt x="41143" y="50504"/>
                    <a:pt x="46155" y="4428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3" name="Forma libre 191">
              <a:extLst>
                <a:ext uri="{FF2B5EF4-FFF2-40B4-BE49-F238E27FC236}">
                  <a16:creationId xmlns:a16="http://schemas.microsoft.com/office/drawing/2014/main" id="{BF2FDB32-3701-B32A-7FF4-3ACB6F5012D2}"/>
                </a:ext>
              </a:extLst>
            </p:cNvPr>
            <p:cNvSpPr/>
            <p:nvPr/>
          </p:nvSpPr>
          <p:spPr>
            <a:xfrm>
              <a:off x="11171669" y="676424"/>
              <a:ext cx="21908" cy="43668"/>
            </a:xfrm>
            <a:custGeom>
              <a:avLst/>
              <a:gdLst>
                <a:gd name="connsiteX0" fmla="*/ 51965 w 92261"/>
                <a:gd name="connsiteY0" fmla="*/ 8607 h 183899"/>
                <a:gd name="connsiteX1" fmla="*/ 30964 w 92261"/>
                <a:gd name="connsiteY1" fmla="*/ 34238 h 183899"/>
                <a:gd name="connsiteX2" fmla="*/ 30964 w 92261"/>
                <a:gd name="connsiteY2" fmla="*/ 2872 h 183899"/>
                <a:gd name="connsiteX3" fmla="*/ 0 w 92261"/>
                <a:gd name="connsiteY3" fmla="*/ 2872 h 183899"/>
                <a:gd name="connsiteX4" fmla="*/ 0 w 92261"/>
                <a:gd name="connsiteY4" fmla="*/ 183899 h 183899"/>
                <a:gd name="connsiteX5" fmla="*/ 30874 w 92261"/>
                <a:gd name="connsiteY5" fmla="*/ 183899 h 183899"/>
                <a:gd name="connsiteX6" fmla="*/ 30874 w 92261"/>
                <a:gd name="connsiteY6" fmla="*/ 87112 h 183899"/>
                <a:gd name="connsiteX7" fmla="*/ 43259 w 92261"/>
                <a:gd name="connsiteY7" fmla="*/ 47501 h 183899"/>
                <a:gd name="connsiteX8" fmla="*/ 75030 w 92261"/>
                <a:gd name="connsiteY8" fmla="*/ 32625 h 183899"/>
                <a:gd name="connsiteX9" fmla="*/ 92262 w 92261"/>
                <a:gd name="connsiteY9" fmla="*/ 32625 h 183899"/>
                <a:gd name="connsiteX10" fmla="*/ 92262 w 92261"/>
                <a:gd name="connsiteY10" fmla="*/ 4 h 183899"/>
                <a:gd name="connsiteX11" fmla="*/ 81492 w 92261"/>
                <a:gd name="connsiteY11" fmla="*/ 4 h 183899"/>
                <a:gd name="connsiteX12" fmla="*/ 51965 w 92261"/>
                <a:gd name="connsiteY12" fmla="*/ 8607 h 183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261" h="183899">
                  <a:moveTo>
                    <a:pt x="51965" y="8607"/>
                  </a:moveTo>
                  <a:cubicBezTo>
                    <a:pt x="42667" y="14983"/>
                    <a:pt x="35384" y="23874"/>
                    <a:pt x="30964" y="34238"/>
                  </a:cubicBezTo>
                  <a:lnTo>
                    <a:pt x="30964" y="2872"/>
                  </a:lnTo>
                  <a:lnTo>
                    <a:pt x="0" y="2872"/>
                  </a:lnTo>
                  <a:lnTo>
                    <a:pt x="0" y="183899"/>
                  </a:lnTo>
                  <a:lnTo>
                    <a:pt x="30874" y="183899"/>
                  </a:lnTo>
                  <a:lnTo>
                    <a:pt x="30874" y="87112"/>
                  </a:lnTo>
                  <a:cubicBezTo>
                    <a:pt x="30147" y="72858"/>
                    <a:pt x="34540" y="58811"/>
                    <a:pt x="43259" y="47501"/>
                  </a:cubicBezTo>
                  <a:cubicBezTo>
                    <a:pt x="50928" y="37840"/>
                    <a:pt x="62690" y="32333"/>
                    <a:pt x="75030" y="32625"/>
                  </a:cubicBezTo>
                  <a:lnTo>
                    <a:pt x="92262" y="32625"/>
                  </a:lnTo>
                  <a:lnTo>
                    <a:pt x="92262" y="4"/>
                  </a:lnTo>
                  <a:lnTo>
                    <a:pt x="81492" y="4"/>
                  </a:lnTo>
                  <a:cubicBezTo>
                    <a:pt x="71014" y="-122"/>
                    <a:pt x="60733" y="2876"/>
                    <a:pt x="51965" y="8607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4" name="Forma libre 192">
              <a:extLst>
                <a:ext uri="{FF2B5EF4-FFF2-40B4-BE49-F238E27FC236}">
                  <a16:creationId xmlns:a16="http://schemas.microsoft.com/office/drawing/2014/main" id="{6B377FD7-4820-B3A4-6117-9F0CA11C2D28}"/>
                </a:ext>
              </a:extLst>
            </p:cNvPr>
            <p:cNvSpPr/>
            <p:nvPr/>
          </p:nvSpPr>
          <p:spPr>
            <a:xfrm>
              <a:off x="11195191" y="660635"/>
              <a:ext cx="42331" cy="60361"/>
            </a:xfrm>
            <a:custGeom>
              <a:avLst/>
              <a:gdLst>
                <a:gd name="connsiteX0" fmla="*/ 147755 w 178269"/>
                <a:gd name="connsiteY0" fmla="*/ 104270 h 254195"/>
                <a:gd name="connsiteX1" fmla="*/ 142729 w 178269"/>
                <a:gd name="connsiteY1" fmla="*/ 96070 h 254195"/>
                <a:gd name="connsiteX2" fmla="*/ 84392 w 178269"/>
                <a:gd name="connsiteY2" fmla="*/ 66496 h 254195"/>
                <a:gd name="connsiteX3" fmla="*/ 51364 w 178269"/>
                <a:gd name="connsiteY3" fmla="*/ 73128 h 254195"/>
                <a:gd name="connsiteX4" fmla="*/ 24440 w 178269"/>
                <a:gd name="connsiteY4" fmla="*/ 92306 h 254195"/>
                <a:gd name="connsiteX5" fmla="*/ 6490 w 178269"/>
                <a:gd name="connsiteY5" fmla="*/ 122059 h 254195"/>
                <a:gd name="connsiteX6" fmla="*/ 28 w 178269"/>
                <a:gd name="connsiteY6" fmla="*/ 160057 h 254195"/>
                <a:gd name="connsiteX7" fmla="*/ 11336 w 178269"/>
                <a:gd name="connsiteY7" fmla="*/ 209347 h 254195"/>
                <a:gd name="connsiteX8" fmla="*/ 41492 w 178269"/>
                <a:gd name="connsiteY8" fmla="*/ 242326 h 254195"/>
                <a:gd name="connsiteX9" fmla="*/ 84033 w 178269"/>
                <a:gd name="connsiteY9" fmla="*/ 254156 h 254195"/>
                <a:gd name="connsiteX10" fmla="*/ 142370 w 178269"/>
                <a:gd name="connsiteY10" fmla="*/ 224582 h 254195"/>
                <a:gd name="connsiteX11" fmla="*/ 147396 w 178269"/>
                <a:gd name="connsiteY11" fmla="*/ 216382 h 254195"/>
                <a:gd name="connsiteX12" fmla="*/ 147396 w 178269"/>
                <a:gd name="connsiteY12" fmla="*/ 250929 h 254195"/>
                <a:gd name="connsiteX13" fmla="*/ 178269 w 178269"/>
                <a:gd name="connsiteY13" fmla="*/ 250929 h 254195"/>
                <a:gd name="connsiteX14" fmla="*/ 178269 w 178269"/>
                <a:gd name="connsiteY14" fmla="*/ 0 h 254195"/>
                <a:gd name="connsiteX15" fmla="*/ 147755 w 178269"/>
                <a:gd name="connsiteY15" fmla="*/ 0 h 254195"/>
                <a:gd name="connsiteX16" fmla="*/ 132318 w 178269"/>
                <a:gd name="connsiteY16" fmla="*/ 208630 h 254195"/>
                <a:gd name="connsiteX17" fmla="*/ 113830 w 178269"/>
                <a:gd name="connsiteY17" fmla="*/ 221535 h 254195"/>
                <a:gd name="connsiteX18" fmla="*/ 90315 w 178269"/>
                <a:gd name="connsiteY18" fmla="*/ 226016 h 254195"/>
                <a:gd name="connsiteX19" fmla="*/ 48133 w 178269"/>
                <a:gd name="connsiteY19" fmla="*/ 208630 h 254195"/>
                <a:gd name="connsiteX20" fmla="*/ 31799 w 178269"/>
                <a:gd name="connsiteY20" fmla="*/ 160057 h 254195"/>
                <a:gd name="connsiteX21" fmla="*/ 36286 w 178269"/>
                <a:gd name="connsiteY21" fmla="*/ 132634 h 254195"/>
                <a:gd name="connsiteX22" fmla="*/ 48492 w 178269"/>
                <a:gd name="connsiteY22" fmla="*/ 111843 h 254195"/>
                <a:gd name="connsiteX23" fmla="*/ 66981 w 178269"/>
                <a:gd name="connsiteY23" fmla="*/ 98759 h 254195"/>
                <a:gd name="connsiteX24" fmla="*/ 90495 w 178269"/>
                <a:gd name="connsiteY24" fmla="*/ 94278 h 254195"/>
                <a:gd name="connsiteX25" fmla="*/ 132318 w 178269"/>
                <a:gd name="connsiteY25" fmla="*/ 111664 h 254195"/>
                <a:gd name="connsiteX26" fmla="*/ 148652 w 178269"/>
                <a:gd name="connsiteY26" fmla="*/ 159878 h 254195"/>
                <a:gd name="connsiteX27" fmla="*/ 144524 w 178269"/>
                <a:gd name="connsiteY27" fmla="*/ 187659 h 254195"/>
                <a:gd name="connsiteX28" fmla="*/ 132094 w 178269"/>
                <a:gd name="connsiteY28" fmla="*/ 208630 h 25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8269" h="254195">
                  <a:moveTo>
                    <a:pt x="147755" y="104270"/>
                  </a:moveTo>
                  <a:cubicBezTo>
                    <a:pt x="146229" y="101447"/>
                    <a:pt x="144551" y="98709"/>
                    <a:pt x="142729" y="96070"/>
                  </a:cubicBezTo>
                  <a:cubicBezTo>
                    <a:pt x="129657" y="76865"/>
                    <a:pt x="107633" y="65699"/>
                    <a:pt x="84392" y="66496"/>
                  </a:cubicBezTo>
                  <a:cubicBezTo>
                    <a:pt x="73043" y="66411"/>
                    <a:pt x="61797" y="68670"/>
                    <a:pt x="51364" y="73128"/>
                  </a:cubicBezTo>
                  <a:cubicBezTo>
                    <a:pt x="41084" y="77457"/>
                    <a:pt x="31884" y="84008"/>
                    <a:pt x="24440" y="92306"/>
                  </a:cubicBezTo>
                  <a:cubicBezTo>
                    <a:pt x="16623" y="100999"/>
                    <a:pt x="10528" y="111094"/>
                    <a:pt x="6490" y="122059"/>
                  </a:cubicBezTo>
                  <a:cubicBezTo>
                    <a:pt x="2061" y="134234"/>
                    <a:pt x="-129" y="147107"/>
                    <a:pt x="28" y="160057"/>
                  </a:cubicBezTo>
                  <a:cubicBezTo>
                    <a:pt x="-371" y="177170"/>
                    <a:pt x="3515" y="194116"/>
                    <a:pt x="11336" y="209347"/>
                  </a:cubicBezTo>
                  <a:cubicBezTo>
                    <a:pt x="18301" y="222803"/>
                    <a:pt x="28703" y="234180"/>
                    <a:pt x="41492" y="242326"/>
                  </a:cubicBezTo>
                  <a:cubicBezTo>
                    <a:pt x="54241" y="250266"/>
                    <a:pt x="69009" y="254371"/>
                    <a:pt x="84033" y="254156"/>
                  </a:cubicBezTo>
                  <a:cubicBezTo>
                    <a:pt x="107273" y="254953"/>
                    <a:pt x="129298" y="243787"/>
                    <a:pt x="142370" y="224582"/>
                  </a:cubicBezTo>
                  <a:cubicBezTo>
                    <a:pt x="144183" y="221934"/>
                    <a:pt x="145861" y="219196"/>
                    <a:pt x="147396" y="216382"/>
                  </a:cubicBezTo>
                  <a:lnTo>
                    <a:pt x="147396" y="250929"/>
                  </a:lnTo>
                  <a:lnTo>
                    <a:pt x="178269" y="250929"/>
                  </a:lnTo>
                  <a:lnTo>
                    <a:pt x="178269" y="0"/>
                  </a:lnTo>
                  <a:lnTo>
                    <a:pt x="147755" y="0"/>
                  </a:lnTo>
                  <a:close/>
                  <a:moveTo>
                    <a:pt x="132318" y="208630"/>
                  </a:moveTo>
                  <a:cubicBezTo>
                    <a:pt x="127121" y="214168"/>
                    <a:pt x="120826" y="218564"/>
                    <a:pt x="113830" y="221535"/>
                  </a:cubicBezTo>
                  <a:cubicBezTo>
                    <a:pt x="106372" y="224586"/>
                    <a:pt x="98375" y="226110"/>
                    <a:pt x="90315" y="226016"/>
                  </a:cubicBezTo>
                  <a:cubicBezTo>
                    <a:pt x="74407" y="226544"/>
                    <a:pt x="59038" y="220208"/>
                    <a:pt x="48133" y="208630"/>
                  </a:cubicBezTo>
                  <a:cubicBezTo>
                    <a:pt x="37242" y="197038"/>
                    <a:pt x="31799" y="180848"/>
                    <a:pt x="31799" y="160057"/>
                  </a:cubicBezTo>
                  <a:cubicBezTo>
                    <a:pt x="31696" y="150728"/>
                    <a:pt x="33212" y="141448"/>
                    <a:pt x="36286" y="132634"/>
                  </a:cubicBezTo>
                  <a:cubicBezTo>
                    <a:pt x="38952" y="124972"/>
                    <a:pt x="43098" y="117906"/>
                    <a:pt x="48492" y="111843"/>
                  </a:cubicBezTo>
                  <a:cubicBezTo>
                    <a:pt x="53554" y="106107"/>
                    <a:pt x="59886" y="101631"/>
                    <a:pt x="66981" y="98759"/>
                  </a:cubicBezTo>
                  <a:cubicBezTo>
                    <a:pt x="74452" y="95748"/>
                    <a:pt x="82440" y="94229"/>
                    <a:pt x="90495" y="94278"/>
                  </a:cubicBezTo>
                  <a:cubicBezTo>
                    <a:pt x="106295" y="93771"/>
                    <a:pt x="121544" y="100112"/>
                    <a:pt x="132318" y="111664"/>
                  </a:cubicBezTo>
                  <a:cubicBezTo>
                    <a:pt x="143209" y="123224"/>
                    <a:pt x="148652" y="139297"/>
                    <a:pt x="148652" y="159878"/>
                  </a:cubicBezTo>
                  <a:cubicBezTo>
                    <a:pt x="148773" y="169301"/>
                    <a:pt x="147378" y="178680"/>
                    <a:pt x="144524" y="187659"/>
                  </a:cubicBezTo>
                  <a:cubicBezTo>
                    <a:pt x="141975" y="195478"/>
                    <a:pt x="137730" y="202639"/>
                    <a:pt x="132094" y="208630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5" name="Forma libre 193">
              <a:extLst>
                <a:ext uri="{FF2B5EF4-FFF2-40B4-BE49-F238E27FC236}">
                  <a16:creationId xmlns:a16="http://schemas.microsoft.com/office/drawing/2014/main" id="{C711FBF5-CA39-4FF2-3887-BCEDB9BB3899}"/>
                </a:ext>
              </a:extLst>
            </p:cNvPr>
            <p:cNvSpPr/>
            <p:nvPr/>
          </p:nvSpPr>
          <p:spPr>
            <a:xfrm>
              <a:off x="11246974" y="676424"/>
              <a:ext cx="21908" cy="43711"/>
            </a:xfrm>
            <a:custGeom>
              <a:avLst/>
              <a:gdLst>
                <a:gd name="connsiteX0" fmla="*/ 51875 w 92261"/>
                <a:gd name="connsiteY0" fmla="*/ 8609 h 184079"/>
                <a:gd name="connsiteX1" fmla="*/ 30874 w 92261"/>
                <a:gd name="connsiteY1" fmla="*/ 34418 h 184079"/>
                <a:gd name="connsiteX2" fmla="*/ 30874 w 92261"/>
                <a:gd name="connsiteY2" fmla="*/ 3052 h 184079"/>
                <a:gd name="connsiteX3" fmla="*/ 0 w 92261"/>
                <a:gd name="connsiteY3" fmla="*/ 3052 h 184079"/>
                <a:gd name="connsiteX4" fmla="*/ 0 w 92261"/>
                <a:gd name="connsiteY4" fmla="*/ 184080 h 184079"/>
                <a:gd name="connsiteX5" fmla="*/ 30874 w 92261"/>
                <a:gd name="connsiteY5" fmla="*/ 184080 h 184079"/>
                <a:gd name="connsiteX6" fmla="*/ 30874 w 92261"/>
                <a:gd name="connsiteY6" fmla="*/ 87114 h 184079"/>
                <a:gd name="connsiteX7" fmla="*/ 43259 w 92261"/>
                <a:gd name="connsiteY7" fmla="*/ 47503 h 184079"/>
                <a:gd name="connsiteX8" fmla="*/ 75030 w 92261"/>
                <a:gd name="connsiteY8" fmla="*/ 32626 h 184079"/>
                <a:gd name="connsiteX9" fmla="*/ 92262 w 92261"/>
                <a:gd name="connsiteY9" fmla="*/ 32626 h 184079"/>
                <a:gd name="connsiteX10" fmla="*/ 92262 w 92261"/>
                <a:gd name="connsiteY10" fmla="*/ 5 h 184079"/>
                <a:gd name="connsiteX11" fmla="*/ 81492 w 92261"/>
                <a:gd name="connsiteY11" fmla="*/ 5 h 184079"/>
                <a:gd name="connsiteX12" fmla="*/ 51875 w 92261"/>
                <a:gd name="connsiteY12" fmla="*/ 8609 h 18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261" h="184079">
                  <a:moveTo>
                    <a:pt x="51875" y="8609"/>
                  </a:moveTo>
                  <a:cubicBezTo>
                    <a:pt x="42550" y="15034"/>
                    <a:pt x="35263" y="23991"/>
                    <a:pt x="30874" y="34418"/>
                  </a:cubicBezTo>
                  <a:lnTo>
                    <a:pt x="30874" y="3052"/>
                  </a:lnTo>
                  <a:lnTo>
                    <a:pt x="0" y="3052"/>
                  </a:lnTo>
                  <a:lnTo>
                    <a:pt x="0" y="184080"/>
                  </a:lnTo>
                  <a:lnTo>
                    <a:pt x="30874" y="184080"/>
                  </a:lnTo>
                  <a:lnTo>
                    <a:pt x="30874" y="87114"/>
                  </a:lnTo>
                  <a:cubicBezTo>
                    <a:pt x="30147" y="72860"/>
                    <a:pt x="34540" y="58812"/>
                    <a:pt x="43259" y="47503"/>
                  </a:cubicBezTo>
                  <a:cubicBezTo>
                    <a:pt x="50928" y="37842"/>
                    <a:pt x="62690" y="32335"/>
                    <a:pt x="75030" y="32626"/>
                  </a:cubicBezTo>
                  <a:lnTo>
                    <a:pt x="92262" y="32626"/>
                  </a:lnTo>
                  <a:lnTo>
                    <a:pt x="92262" y="5"/>
                  </a:lnTo>
                  <a:lnTo>
                    <a:pt x="81492" y="5"/>
                  </a:lnTo>
                  <a:cubicBezTo>
                    <a:pt x="70982" y="-143"/>
                    <a:pt x="60666" y="2855"/>
                    <a:pt x="51875" y="8609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6" name="Forma libre 194">
              <a:extLst>
                <a:ext uri="{FF2B5EF4-FFF2-40B4-BE49-F238E27FC236}">
                  <a16:creationId xmlns:a16="http://schemas.microsoft.com/office/drawing/2014/main" id="{66E48BFA-2086-B904-76A7-B15B8FE93523}"/>
                </a:ext>
              </a:extLst>
            </p:cNvPr>
            <p:cNvSpPr/>
            <p:nvPr/>
          </p:nvSpPr>
          <p:spPr>
            <a:xfrm>
              <a:off x="11270401" y="676422"/>
              <a:ext cx="43316" cy="44610"/>
            </a:xfrm>
            <a:custGeom>
              <a:avLst/>
              <a:gdLst>
                <a:gd name="connsiteX0" fmla="*/ 137876 w 182416"/>
                <a:gd name="connsiteY0" fmla="*/ 11842 h 187864"/>
                <a:gd name="connsiteX1" fmla="*/ 91027 w 182416"/>
                <a:gd name="connsiteY1" fmla="*/ 13 h 187864"/>
                <a:gd name="connsiteX2" fmla="*/ 55127 w 182416"/>
                <a:gd name="connsiteY2" fmla="*/ 6645 h 187864"/>
                <a:gd name="connsiteX3" fmla="*/ 26049 w 182416"/>
                <a:gd name="connsiteY3" fmla="*/ 25823 h 187864"/>
                <a:gd name="connsiteX4" fmla="*/ 6842 w 182416"/>
                <a:gd name="connsiteY4" fmla="*/ 55755 h 187864"/>
                <a:gd name="connsiteX5" fmla="*/ 21 w 182416"/>
                <a:gd name="connsiteY5" fmla="*/ 93574 h 187864"/>
                <a:gd name="connsiteX6" fmla="*/ 11868 w 182416"/>
                <a:gd name="connsiteY6" fmla="*/ 142863 h 187864"/>
                <a:gd name="connsiteX7" fmla="*/ 44357 w 182416"/>
                <a:gd name="connsiteY7" fmla="*/ 176022 h 187864"/>
                <a:gd name="connsiteX8" fmla="*/ 91206 w 182416"/>
                <a:gd name="connsiteY8" fmla="*/ 187851 h 187864"/>
                <a:gd name="connsiteX9" fmla="*/ 127644 w 182416"/>
                <a:gd name="connsiteY9" fmla="*/ 181041 h 187864"/>
                <a:gd name="connsiteX10" fmla="*/ 156544 w 182416"/>
                <a:gd name="connsiteY10" fmla="*/ 161683 h 187864"/>
                <a:gd name="connsiteX11" fmla="*/ 175571 w 182416"/>
                <a:gd name="connsiteY11" fmla="*/ 131930 h 187864"/>
                <a:gd name="connsiteX12" fmla="*/ 182391 w 182416"/>
                <a:gd name="connsiteY12" fmla="*/ 93574 h 187864"/>
                <a:gd name="connsiteX13" fmla="*/ 170544 w 182416"/>
                <a:gd name="connsiteY13" fmla="*/ 44643 h 187864"/>
                <a:gd name="connsiteX14" fmla="*/ 137876 w 182416"/>
                <a:gd name="connsiteY14" fmla="*/ 11842 h 187864"/>
                <a:gd name="connsiteX15" fmla="*/ 146492 w 182416"/>
                <a:gd name="connsiteY15" fmla="*/ 121355 h 187864"/>
                <a:gd name="connsiteX16" fmla="*/ 133927 w 182416"/>
                <a:gd name="connsiteY16" fmla="*/ 142326 h 187864"/>
                <a:gd name="connsiteX17" fmla="*/ 114900 w 182416"/>
                <a:gd name="connsiteY17" fmla="*/ 155410 h 187864"/>
                <a:gd name="connsiteX18" fmla="*/ 91027 w 182416"/>
                <a:gd name="connsiteY18" fmla="*/ 159891 h 187864"/>
                <a:gd name="connsiteX19" fmla="*/ 60512 w 182416"/>
                <a:gd name="connsiteY19" fmla="*/ 152004 h 187864"/>
                <a:gd name="connsiteX20" fmla="*/ 39152 w 182416"/>
                <a:gd name="connsiteY20" fmla="*/ 129242 h 187864"/>
                <a:gd name="connsiteX21" fmla="*/ 31433 w 182416"/>
                <a:gd name="connsiteY21" fmla="*/ 93395 h 187864"/>
                <a:gd name="connsiteX22" fmla="*/ 35921 w 182416"/>
                <a:gd name="connsiteY22" fmla="*/ 65792 h 187864"/>
                <a:gd name="connsiteX23" fmla="*/ 48486 w 182416"/>
                <a:gd name="connsiteY23" fmla="*/ 45001 h 187864"/>
                <a:gd name="connsiteX24" fmla="*/ 67513 w 182416"/>
                <a:gd name="connsiteY24" fmla="*/ 32096 h 187864"/>
                <a:gd name="connsiteX25" fmla="*/ 91027 w 182416"/>
                <a:gd name="connsiteY25" fmla="*/ 27615 h 187864"/>
                <a:gd name="connsiteX26" fmla="*/ 121721 w 182416"/>
                <a:gd name="connsiteY26" fmla="*/ 35502 h 187864"/>
                <a:gd name="connsiteX27" fmla="*/ 143081 w 182416"/>
                <a:gd name="connsiteY27" fmla="*/ 57906 h 187864"/>
                <a:gd name="connsiteX28" fmla="*/ 150979 w 182416"/>
                <a:gd name="connsiteY28" fmla="*/ 93036 h 187864"/>
                <a:gd name="connsiteX29" fmla="*/ 146492 w 182416"/>
                <a:gd name="connsiteY29" fmla="*/ 121355 h 18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2416" h="187864">
                  <a:moveTo>
                    <a:pt x="137876" y="11842"/>
                  </a:moveTo>
                  <a:cubicBezTo>
                    <a:pt x="123583" y="3822"/>
                    <a:pt x="107415" y="-260"/>
                    <a:pt x="91027" y="13"/>
                  </a:cubicBezTo>
                  <a:cubicBezTo>
                    <a:pt x="78745" y="-81"/>
                    <a:pt x="66561" y="2173"/>
                    <a:pt x="55127" y="6645"/>
                  </a:cubicBezTo>
                  <a:cubicBezTo>
                    <a:pt x="44187" y="10919"/>
                    <a:pt x="34279" y="17453"/>
                    <a:pt x="26049" y="25823"/>
                  </a:cubicBezTo>
                  <a:cubicBezTo>
                    <a:pt x="17648" y="34372"/>
                    <a:pt x="11110" y="44562"/>
                    <a:pt x="6842" y="55755"/>
                  </a:cubicBezTo>
                  <a:cubicBezTo>
                    <a:pt x="2216" y="67822"/>
                    <a:pt x="-100" y="80651"/>
                    <a:pt x="21" y="93574"/>
                  </a:cubicBezTo>
                  <a:cubicBezTo>
                    <a:pt x="-333" y="110749"/>
                    <a:pt x="3746" y="127723"/>
                    <a:pt x="11868" y="142863"/>
                  </a:cubicBezTo>
                  <a:cubicBezTo>
                    <a:pt x="19403" y="156714"/>
                    <a:pt x="30653" y="168198"/>
                    <a:pt x="44357" y="176022"/>
                  </a:cubicBezTo>
                  <a:cubicBezTo>
                    <a:pt x="58650" y="184043"/>
                    <a:pt x="74818" y="188125"/>
                    <a:pt x="91206" y="187851"/>
                  </a:cubicBezTo>
                  <a:cubicBezTo>
                    <a:pt x="103682" y="187973"/>
                    <a:pt x="116058" y="185660"/>
                    <a:pt x="127644" y="181041"/>
                  </a:cubicBezTo>
                  <a:cubicBezTo>
                    <a:pt x="138513" y="176649"/>
                    <a:pt x="148354" y="170058"/>
                    <a:pt x="156544" y="161683"/>
                  </a:cubicBezTo>
                  <a:cubicBezTo>
                    <a:pt x="164801" y="153125"/>
                    <a:pt x="171267" y="143011"/>
                    <a:pt x="175571" y="131930"/>
                  </a:cubicBezTo>
                  <a:cubicBezTo>
                    <a:pt x="180246" y="119688"/>
                    <a:pt x="182562" y="106676"/>
                    <a:pt x="182391" y="93574"/>
                  </a:cubicBezTo>
                  <a:cubicBezTo>
                    <a:pt x="182782" y="76511"/>
                    <a:pt x="178698" y="59645"/>
                    <a:pt x="170544" y="44643"/>
                  </a:cubicBezTo>
                  <a:cubicBezTo>
                    <a:pt x="162884" y="30918"/>
                    <a:pt x="151581" y="19567"/>
                    <a:pt x="137876" y="11842"/>
                  </a:cubicBezTo>
                  <a:close/>
                  <a:moveTo>
                    <a:pt x="146492" y="121355"/>
                  </a:moveTo>
                  <a:cubicBezTo>
                    <a:pt x="143777" y="129125"/>
                    <a:pt x="139500" y="136263"/>
                    <a:pt x="133927" y="142326"/>
                  </a:cubicBezTo>
                  <a:cubicBezTo>
                    <a:pt x="128609" y="148012"/>
                    <a:pt x="122116" y="152475"/>
                    <a:pt x="114900" y="155410"/>
                  </a:cubicBezTo>
                  <a:cubicBezTo>
                    <a:pt x="107312" y="158439"/>
                    <a:pt x="99203" y="159962"/>
                    <a:pt x="91027" y="159891"/>
                  </a:cubicBezTo>
                  <a:cubicBezTo>
                    <a:pt x="80333" y="160025"/>
                    <a:pt x="69797" y="157305"/>
                    <a:pt x="60512" y="152004"/>
                  </a:cubicBezTo>
                  <a:cubicBezTo>
                    <a:pt x="51335" y="146641"/>
                    <a:pt x="43918" y="138732"/>
                    <a:pt x="39152" y="129242"/>
                  </a:cubicBezTo>
                  <a:cubicBezTo>
                    <a:pt x="33713" y="118093"/>
                    <a:pt x="31061" y="105793"/>
                    <a:pt x="31433" y="93395"/>
                  </a:cubicBezTo>
                  <a:cubicBezTo>
                    <a:pt x="31276" y="84003"/>
                    <a:pt x="32793" y="74655"/>
                    <a:pt x="35921" y="65792"/>
                  </a:cubicBezTo>
                  <a:cubicBezTo>
                    <a:pt x="38658" y="58085"/>
                    <a:pt x="42930" y="51010"/>
                    <a:pt x="48486" y="45001"/>
                  </a:cubicBezTo>
                  <a:cubicBezTo>
                    <a:pt x="53776" y="39324"/>
                    <a:pt x="60279" y="34914"/>
                    <a:pt x="67513" y="32096"/>
                  </a:cubicBezTo>
                  <a:cubicBezTo>
                    <a:pt x="74998" y="29130"/>
                    <a:pt x="82976" y="27611"/>
                    <a:pt x="91027" y="27615"/>
                  </a:cubicBezTo>
                  <a:cubicBezTo>
                    <a:pt x="101788" y="27409"/>
                    <a:pt x="112396" y="30138"/>
                    <a:pt x="121721" y="35502"/>
                  </a:cubicBezTo>
                  <a:cubicBezTo>
                    <a:pt x="130804" y="40825"/>
                    <a:pt x="138203" y="48590"/>
                    <a:pt x="143081" y="57906"/>
                  </a:cubicBezTo>
                  <a:cubicBezTo>
                    <a:pt x="148596" y="68781"/>
                    <a:pt x="151307" y="80853"/>
                    <a:pt x="150979" y="93036"/>
                  </a:cubicBezTo>
                  <a:cubicBezTo>
                    <a:pt x="151190" y="102666"/>
                    <a:pt x="149669" y="112259"/>
                    <a:pt x="146492" y="12135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7" name="Forma libre 195">
              <a:extLst>
                <a:ext uri="{FF2B5EF4-FFF2-40B4-BE49-F238E27FC236}">
                  <a16:creationId xmlns:a16="http://schemas.microsoft.com/office/drawing/2014/main" id="{4A554B34-1883-82FA-61FF-302213C02685}"/>
                </a:ext>
              </a:extLst>
            </p:cNvPr>
            <p:cNvSpPr/>
            <p:nvPr/>
          </p:nvSpPr>
          <p:spPr>
            <a:xfrm>
              <a:off x="11320849" y="660550"/>
              <a:ext cx="15772" cy="59591"/>
            </a:xfrm>
            <a:custGeom>
              <a:avLst/>
              <a:gdLst>
                <a:gd name="connsiteX0" fmla="*/ 35907 w 66422"/>
                <a:gd name="connsiteY0" fmla="*/ 217592 h 250952"/>
                <a:gd name="connsiteX1" fmla="*/ 31420 w 66422"/>
                <a:gd name="connsiteY1" fmla="*/ 200743 h 250952"/>
                <a:gd name="connsiteX2" fmla="*/ 31420 w 66422"/>
                <a:gd name="connsiteY2" fmla="*/ 0 h 250952"/>
                <a:gd name="connsiteX3" fmla="*/ 8 w 66422"/>
                <a:gd name="connsiteY3" fmla="*/ 0 h 250952"/>
                <a:gd name="connsiteX4" fmla="*/ 8 w 66422"/>
                <a:gd name="connsiteY4" fmla="*/ 202536 h 250952"/>
                <a:gd name="connsiteX5" fmla="*/ 5034 w 66422"/>
                <a:gd name="connsiteY5" fmla="*/ 227450 h 250952"/>
                <a:gd name="connsiteX6" fmla="*/ 20830 w 66422"/>
                <a:gd name="connsiteY6" fmla="*/ 244656 h 250952"/>
                <a:gd name="connsiteX7" fmla="*/ 47036 w 66422"/>
                <a:gd name="connsiteY7" fmla="*/ 250929 h 250952"/>
                <a:gd name="connsiteX8" fmla="*/ 66422 w 66422"/>
                <a:gd name="connsiteY8" fmla="*/ 250929 h 250952"/>
                <a:gd name="connsiteX9" fmla="*/ 66422 w 66422"/>
                <a:gd name="connsiteY9" fmla="*/ 223865 h 250952"/>
                <a:gd name="connsiteX10" fmla="*/ 51344 w 66422"/>
                <a:gd name="connsiteY10" fmla="*/ 223865 h 250952"/>
                <a:gd name="connsiteX11" fmla="*/ 35907 w 66422"/>
                <a:gd name="connsiteY11" fmla="*/ 217592 h 250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422" h="250952">
                  <a:moveTo>
                    <a:pt x="35907" y="217592"/>
                  </a:moveTo>
                  <a:cubicBezTo>
                    <a:pt x="32609" y="212618"/>
                    <a:pt x="31030" y="206699"/>
                    <a:pt x="31420" y="200743"/>
                  </a:cubicBezTo>
                  <a:lnTo>
                    <a:pt x="31420" y="0"/>
                  </a:lnTo>
                  <a:lnTo>
                    <a:pt x="8" y="0"/>
                  </a:lnTo>
                  <a:lnTo>
                    <a:pt x="8" y="202536"/>
                  </a:lnTo>
                  <a:cubicBezTo>
                    <a:pt x="-131" y="211103"/>
                    <a:pt x="1583" y="219604"/>
                    <a:pt x="5034" y="227450"/>
                  </a:cubicBezTo>
                  <a:cubicBezTo>
                    <a:pt x="8373" y="234691"/>
                    <a:pt x="13896" y="240704"/>
                    <a:pt x="20830" y="244656"/>
                  </a:cubicBezTo>
                  <a:cubicBezTo>
                    <a:pt x="28849" y="249038"/>
                    <a:pt x="37895" y="251203"/>
                    <a:pt x="47036" y="250929"/>
                  </a:cubicBezTo>
                  <a:lnTo>
                    <a:pt x="66422" y="250929"/>
                  </a:lnTo>
                  <a:lnTo>
                    <a:pt x="66422" y="223865"/>
                  </a:lnTo>
                  <a:lnTo>
                    <a:pt x="51344" y="223865"/>
                  </a:lnTo>
                  <a:cubicBezTo>
                    <a:pt x="45502" y="224290"/>
                    <a:pt x="39794" y="221969"/>
                    <a:pt x="35907" y="217592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8" name="Forma libre 196">
              <a:extLst>
                <a:ext uri="{FF2B5EF4-FFF2-40B4-BE49-F238E27FC236}">
                  <a16:creationId xmlns:a16="http://schemas.microsoft.com/office/drawing/2014/main" id="{9AC049AA-1BD4-33F1-F224-5BFD9267E309}"/>
                </a:ext>
              </a:extLst>
            </p:cNvPr>
            <p:cNvSpPr/>
            <p:nvPr/>
          </p:nvSpPr>
          <p:spPr>
            <a:xfrm>
              <a:off x="11339877" y="676379"/>
              <a:ext cx="37776" cy="44683"/>
            </a:xfrm>
            <a:custGeom>
              <a:avLst/>
              <a:gdLst>
                <a:gd name="connsiteX0" fmla="*/ 134285 w 159083"/>
                <a:gd name="connsiteY0" fmla="*/ 16505 h 188171"/>
                <a:gd name="connsiteX1" fmla="*/ 108797 w 159083"/>
                <a:gd name="connsiteY1" fmla="*/ 3958 h 188171"/>
                <a:gd name="connsiteX2" fmla="*/ 79179 w 159083"/>
                <a:gd name="connsiteY2" fmla="*/ 15 h 188171"/>
                <a:gd name="connsiteX3" fmla="*/ 35023 w 159083"/>
                <a:gd name="connsiteY3" fmla="*/ 11127 h 188171"/>
                <a:gd name="connsiteX4" fmla="*/ 6662 w 159083"/>
                <a:gd name="connsiteY4" fmla="*/ 44107 h 188171"/>
                <a:gd name="connsiteX5" fmla="*/ 31074 w 159083"/>
                <a:gd name="connsiteY5" fmla="*/ 57549 h 188171"/>
                <a:gd name="connsiteX6" fmla="*/ 49024 w 159083"/>
                <a:gd name="connsiteY6" fmla="*/ 35862 h 188171"/>
                <a:gd name="connsiteX7" fmla="*/ 78820 w 159083"/>
                <a:gd name="connsiteY7" fmla="*/ 27796 h 188171"/>
                <a:gd name="connsiteX8" fmla="*/ 103232 w 159083"/>
                <a:gd name="connsiteY8" fmla="*/ 32277 h 188171"/>
                <a:gd name="connsiteX9" fmla="*/ 121182 w 159083"/>
                <a:gd name="connsiteY9" fmla="*/ 46975 h 188171"/>
                <a:gd name="connsiteX10" fmla="*/ 128182 w 159083"/>
                <a:gd name="connsiteY10" fmla="*/ 74398 h 188171"/>
                <a:gd name="connsiteX11" fmla="*/ 128182 w 159083"/>
                <a:gd name="connsiteY11" fmla="*/ 96802 h 188171"/>
                <a:gd name="connsiteX12" fmla="*/ 122797 w 159083"/>
                <a:gd name="connsiteY12" fmla="*/ 91380 h 188171"/>
                <a:gd name="connsiteX13" fmla="*/ 73435 w 159083"/>
                <a:gd name="connsiteY13" fmla="*/ 76683 h 188171"/>
                <a:gd name="connsiteX14" fmla="*/ 36997 w 159083"/>
                <a:gd name="connsiteY14" fmla="*/ 83135 h 188171"/>
                <a:gd name="connsiteX15" fmla="*/ 10073 w 159083"/>
                <a:gd name="connsiteY15" fmla="*/ 101955 h 188171"/>
                <a:gd name="connsiteX16" fmla="*/ 21 w 159083"/>
                <a:gd name="connsiteY16" fmla="*/ 132246 h 188171"/>
                <a:gd name="connsiteX17" fmla="*/ 9893 w 159083"/>
                <a:gd name="connsiteY17" fmla="*/ 162716 h 188171"/>
                <a:gd name="connsiteX18" fmla="*/ 36279 w 159083"/>
                <a:gd name="connsiteY18" fmla="*/ 181715 h 188171"/>
                <a:gd name="connsiteX19" fmla="*/ 72179 w 159083"/>
                <a:gd name="connsiteY19" fmla="*/ 188167 h 188171"/>
                <a:gd name="connsiteX20" fmla="*/ 122439 w 159083"/>
                <a:gd name="connsiteY20" fmla="*/ 173111 h 188171"/>
                <a:gd name="connsiteX21" fmla="*/ 128900 w 159083"/>
                <a:gd name="connsiteY21" fmla="*/ 166300 h 188171"/>
                <a:gd name="connsiteX22" fmla="*/ 128900 w 159083"/>
                <a:gd name="connsiteY22" fmla="*/ 184582 h 188171"/>
                <a:gd name="connsiteX23" fmla="*/ 159056 w 159083"/>
                <a:gd name="connsiteY23" fmla="*/ 184582 h 188171"/>
                <a:gd name="connsiteX24" fmla="*/ 159056 w 159083"/>
                <a:gd name="connsiteY24" fmla="*/ 71171 h 188171"/>
                <a:gd name="connsiteX25" fmla="*/ 152235 w 159083"/>
                <a:gd name="connsiteY25" fmla="*/ 38730 h 188171"/>
                <a:gd name="connsiteX26" fmla="*/ 134285 w 159083"/>
                <a:gd name="connsiteY26" fmla="*/ 16505 h 188171"/>
                <a:gd name="connsiteX27" fmla="*/ 115258 w 159083"/>
                <a:gd name="connsiteY27" fmla="*/ 155412 h 188171"/>
                <a:gd name="connsiteX28" fmla="*/ 80975 w 159083"/>
                <a:gd name="connsiteY28" fmla="*/ 163477 h 188171"/>
                <a:gd name="connsiteX29" fmla="*/ 45972 w 159083"/>
                <a:gd name="connsiteY29" fmla="*/ 155591 h 188171"/>
                <a:gd name="connsiteX30" fmla="*/ 34808 w 159083"/>
                <a:gd name="connsiteY30" fmla="*/ 119242 h 188171"/>
                <a:gd name="connsiteX31" fmla="*/ 45972 w 159083"/>
                <a:gd name="connsiteY31" fmla="*/ 108094 h 188171"/>
                <a:gd name="connsiteX32" fmla="*/ 80975 w 159083"/>
                <a:gd name="connsiteY32" fmla="*/ 100387 h 188171"/>
                <a:gd name="connsiteX33" fmla="*/ 115258 w 159083"/>
                <a:gd name="connsiteY33" fmla="*/ 108452 h 188171"/>
                <a:gd name="connsiteX34" fmla="*/ 125656 w 159083"/>
                <a:gd name="connsiteY34" fmla="*/ 145030 h 188171"/>
                <a:gd name="connsiteX35" fmla="*/ 115258 w 159083"/>
                <a:gd name="connsiteY35" fmla="*/ 155412 h 18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9083" h="188171">
                  <a:moveTo>
                    <a:pt x="134285" y="16505"/>
                  </a:moveTo>
                  <a:cubicBezTo>
                    <a:pt x="126679" y="10715"/>
                    <a:pt x="118023" y="6458"/>
                    <a:pt x="108797" y="3958"/>
                  </a:cubicBezTo>
                  <a:cubicBezTo>
                    <a:pt x="99153" y="1296"/>
                    <a:pt x="89186" y="-30"/>
                    <a:pt x="79179" y="15"/>
                  </a:cubicBezTo>
                  <a:cubicBezTo>
                    <a:pt x="63734" y="-272"/>
                    <a:pt x="48490" y="3564"/>
                    <a:pt x="35023" y="11127"/>
                  </a:cubicBezTo>
                  <a:cubicBezTo>
                    <a:pt x="22059" y="18548"/>
                    <a:pt x="12047" y="30189"/>
                    <a:pt x="6662" y="44107"/>
                  </a:cubicBezTo>
                  <a:lnTo>
                    <a:pt x="31074" y="57549"/>
                  </a:lnTo>
                  <a:cubicBezTo>
                    <a:pt x="34570" y="48583"/>
                    <a:pt x="40865" y="40979"/>
                    <a:pt x="49024" y="35862"/>
                  </a:cubicBezTo>
                  <a:cubicBezTo>
                    <a:pt x="57954" y="30328"/>
                    <a:pt x="68311" y="27523"/>
                    <a:pt x="78820" y="27796"/>
                  </a:cubicBezTo>
                  <a:cubicBezTo>
                    <a:pt x="87172" y="27693"/>
                    <a:pt x="95465" y="29217"/>
                    <a:pt x="103232" y="32277"/>
                  </a:cubicBezTo>
                  <a:cubicBezTo>
                    <a:pt x="110556" y="35266"/>
                    <a:pt x="116811" y="40388"/>
                    <a:pt x="121182" y="46975"/>
                  </a:cubicBezTo>
                  <a:cubicBezTo>
                    <a:pt x="126235" y="55201"/>
                    <a:pt x="128676" y="64759"/>
                    <a:pt x="128182" y="74398"/>
                  </a:cubicBezTo>
                  <a:lnTo>
                    <a:pt x="128182" y="96802"/>
                  </a:lnTo>
                  <a:cubicBezTo>
                    <a:pt x="126535" y="94853"/>
                    <a:pt x="124736" y="93038"/>
                    <a:pt x="122797" y="91380"/>
                  </a:cubicBezTo>
                  <a:cubicBezTo>
                    <a:pt x="111309" y="81554"/>
                    <a:pt x="94854" y="76651"/>
                    <a:pt x="73435" y="76683"/>
                  </a:cubicBezTo>
                  <a:cubicBezTo>
                    <a:pt x="60992" y="76553"/>
                    <a:pt x="48638" y="78744"/>
                    <a:pt x="36997" y="83135"/>
                  </a:cubicBezTo>
                  <a:cubicBezTo>
                    <a:pt x="26510" y="86913"/>
                    <a:pt x="17217" y="93405"/>
                    <a:pt x="10073" y="101955"/>
                  </a:cubicBezTo>
                  <a:cubicBezTo>
                    <a:pt x="3252" y="110554"/>
                    <a:pt x="-307" y="121281"/>
                    <a:pt x="21" y="132246"/>
                  </a:cubicBezTo>
                  <a:cubicBezTo>
                    <a:pt x="-293" y="143233"/>
                    <a:pt x="3194" y="153996"/>
                    <a:pt x="9893" y="162716"/>
                  </a:cubicBezTo>
                  <a:cubicBezTo>
                    <a:pt x="16817" y="171301"/>
                    <a:pt x="25931" y="177866"/>
                    <a:pt x="36279" y="181715"/>
                  </a:cubicBezTo>
                  <a:cubicBezTo>
                    <a:pt x="47731" y="186097"/>
                    <a:pt x="59915" y="188288"/>
                    <a:pt x="72179" y="188167"/>
                  </a:cubicBezTo>
                  <a:cubicBezTo>
                    <a:pt x="93957" y="188167"/>
                    <a:pt x="110713" y="183149"/>
                    <a:pt x="122439" y="173111"/>
                  </a:cubicBezTo>
                  <a:cubicBezTo>
                    <a:pt x="124794" y="171041"/>
                    <a:pt x="126957" y="168765"/>
                    <a:pt x="128900" y="166300"/>
                  </a:cubicBezTo>
                  <a:lnTo>
                    <a:pt x="128900" y="184582"/>
                  </a:lnTo>
                  <a:lnTo>
                    <a:pt x="159056" y="184582"/>
                  </a:lnTo>
                  <a:lnTo>
                    <a:pt x="159056" y="71171"/>
                  </a:lnTo>
                  <a:cubicBezTo>
                    <a:pt x="159370" y="59974"/>
                    <a:pt x="157032" y="48857"/>
                    <a:pt x="152235" y="38730"/>
                  </a:cubicBezTo>
                  <a:cubicBezTo>
                    <a:pt x="148044" y="30041"/>
                    <a:pt x="141901" y="22437"/>
                    <a:pt x="134285" y="16505"/>
                  </a:cubicBezTo>
                  <a:close/>
                  <a:moveTo>
                    <a:pt x="115258" y="155412"/>
                  </a:moveTo>
                  <a:cubicBezTo>
                    <a:pt x="104758" y="161107"/>
                    <a:pt x="92920" y="163894"/>
                    <a:pt x="80975" y="163477"/>
                  </a:cubicBezTo>
                  <a:cubicBezTo>
                    <a:pt x="68822" y="163872"/>
                    <a:pt x="56774" y="161156"/>
                    <a:pt x="45972" y="155591"/>
                  </a:cubicBezTo>
                  <a:cubicBezTo>
                    <a:pt x="32837" y="148632"/>
                    <a:pt x="27839" y="132358"/>
                    <a:pt x="34808" y="119242"/>
                  </a:cubicBezTo>
                  <a:cubicBezTo>
                    <a:pt x="37330" y="114493"/>
                    <a:pt x="41220" y="110612"/>
                    <a:pt x="45972" y="108094"/>
                  </a:cubicBezTo>
                  <a:cubicBezTo>
                    <a:pt x="56810" y="102632"/>
                    <a:pt x="68845" y="99983"/>
                    <a:pt x="80975" y="100387"/>
                  </a:cubicBezTo>
                  <a:cubicBezTo>
                    <a:pt x="92920" y="99970"/>
                    <a:pt x="104758" y="102757"/>
                    <a:pt x="115258" y="108452"/>
                  </a:cubicBezTo>
                  <a:cubicBezTo>
                    <a:pt x="128245" y="115684"/>
                    <a:pt x="132899" y="132062"/>
                    <a:pt x="125656" y="145030"/>
                  </a:cubicBezTo>
                  <a:cubicBezTo>
                    <a:pt x="123224" y="149385"/>
                    <a:pt x="119620" y="152983"/>
                    <a:pt x="115258" y="155412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9" name="Forma libre 197">
              <a:extLst>
                <a:ext uri="{FF2B5EF4-FFF2-40B4-BE49-F238E27FC236}">
                  <a16:creationId xmlns:a16="http://schemas.microsoft.com/office/drawing/2014/main" id="{8F611774-30DE-ED06-E935-3579B3AFEBE4}"/>
                </a:ext>
              </a:extLst>
            </p:cNvPr>
            <p:cNvSpPr/>
            <p:nvPr/>
          </p:nvSpPr>
          <p:spPr>
            <a:xfrm>
              <a:off x="11404928" y="659740"/>
              <a:ext cx="57295" cy="61209"/>
            </a:xfrm>
            <a:custGeom>
              <a:avLst/>
              <a:gdLst>
                <a:gd name="connsiteX0" fmla="*/ 240337 w 241285"/>
                <a:gd name="connsiteY0" fmla="*/ 122425 h 257768"/>
                <a:gd name="connsiteX1" fmla="*/ 122586 w 241285"/>
                <a:gd name="connsiteY1" fmla="*/ 122425 h 257768"/>
                <a:gd name="connsiteX2" fmla="*/ 122586 w 241285"/>
                <a:gd name="connsiteY2" fmla="*/ 150744 h 257768"/>
                <a:gd name="connsiteX3" fmla="*/ 206456 w 241285"/>
                <a:gd name="connsiteY3" fmla="*/ 150744 h 257768"/>
                <a:gd name="connsiteX4" fmla="*/ 196180 w 241285"/>
                <a:gd name="connsiteY4" fmla="*/ 186591 h 257768"/>
                <a:gd name="connsiteX5" fmla="*/ 166922 w 241285"/>
                <a:gd name="connsiteY5" fmla="*/ 217061 h 257768"/>
                <a:gd name="connsiteX6" fmla="*/ 122586 w 241285"/>
                <a:gd name="connsiteY6" fmla="*/ 227636 h 257768"/>
                <a:gd name="connsiteX7" fmla="*/ 77711 w 241285"/>
                <a:gd name="connsiteY7" fmla="*/ 215807 h 257768"/>
                <a:gd name="connsiteX8" fmla="*/ 45402 w 241285"/>
                <a:gd name="connsiteY8" fmla="*/ 181931 h 257768"/>
                <a:gd name="connsiteX9" fmla="*/ 33375 w 241285"/>
                <a:gd name="connsiteY9" fmla="*/ 129057 h 257768"/>
                <a:gd name="connsiteX10" fmla="*/ 40196 w 241285"/>
                <a:gd name="connsiteY10" fmla="*/ 87474 h 257768"/>
                <a:gd name="connsiteX11" fmla="*/ 59223 w 241285"/>
                <a:gd name="connsiteY11" fmla="*/ 56467 h 257768"/>
                <a:gd name="connsiteX12" fmla="*/ 87763 w 241285"/>
                <a:gd name="connsiteY12" fmla="*/ 37109 h 257768"/>
                <a:gd name="connsiteX13" fmla="*/ 123663 w 241285"/>
                <a:gd name="connsiteY13" fmla="*/ 30478 h 257768"/>
                <a:gd name="connsiteX14" fmla="*/ 171050 w 241285"/>
                <a:gd name="connsiteY14" fmla="*/ 43382 h 257768"/>
                <a:gd name="connsiteX15" fmla="*/ 204796 w 241285"/>
                <a:gd name="connsiteY15" fmla="*/ 82456 h 257768"/>
                <a:gd name="connsiteX16" fmla="*/ 231721 w 241285"/>
                <a:gd name="connsiteY16" fmla="*/ 66325 h 257768"/>
                <a:gd name="connsiteX17" fmla="*/ 204078 w 241285"/>
                <a:gd name="connsiteY17" fmla="*/ 29044 h 257768"/>
                <a:gd name="connsiteX18" fmla="*/ 166563 w 241285"/>
                <a:gd name="connsiteY18" fmla="*/ 7177 h 257768"/>
                <a:gd name="connsiteX19" fmla="*/ 124022 w 241285"/>
                <a:gd name="connsiteY19" fmla="*/ 7 h 257768"/>
                <a:gd name="connsiteX20" fmla="*/ 74660 w 241285"/>
                <a:gd name="connsiteY20" fmla="*/ 8969 h 257768"/>
                <a:gd name="connsiteX21" fmla="*/ 35350 w 241285"/>
                <a:gd name="connsiteY21" fmla="*/ 34958 h 257768"/>
                <a:gd name="connsiteX22" fmla="*/ 9323 w 241285"/>
                <a:gd name="connsiteY22" fmla="*/ 75824 h 257768"/>
                <a:gd name="connsiteX23" fmla="*/ 9323 w 241285"/>
                <a:gd name="connsiteY23" fmla="*/ 182290 h 257768"/>
                <a:gd name="connsiteX24" fmla="*/ 74660 w 241285"/>
                <a:gd name="connsiteY24" fmla="*/ 248786 h 257768"/>
                <a:gd name="connsiteX25" fmla="*/ 123124 w 241285"/>
                <a:gd name="connsiteY25" fmla="*/ 257748 h 257768"/>
                <a:gd name="connsiteX26" fmla="*/ 184333 w 241285"/>
                <a:gd name="connsiteY26" fmla="*/ 242871 h 257768"/>
                <a:gd name="connsiteX27" fmla="*/ 226156 w 241285"/>
                <a:gd name="connsiteY27" fmla="*/ 200213 h 257768"/>
                <a:gd name="connsiteX28" fmla="*/ 241234 w 241285"/>
                <a:gd name="connsiteY28" fmla="*/ 133717 h 257768"/>
                <a:gd name="connsiteX29" fmla="*/ 241234 w 241285"/>
                <a:gd name="connsiteY29" fmla="*/ 127981 h 257768"/>
                <a:gd name="connsiteX30" fmla="*/ 240337 w 241285"/>
                <a:gd name="connsiteY30" fmla="*/ 122425 h 25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41285" h="257768">
                  <a:moveTo>
                    <a:pt x="240337" y="122425"/>
                  </a:moveTo>
                  <a:lnTo>
                    <a:pt x="122586" y="122425"/>
                  </a:lnTo>
                  <a:lnTo>
                    <a:pt x="122586" y="150744"/>
                  </a:lnTo>
                  <a:lnTo>
                    <a:pt x="206456" y="150744"/>
                  </a:lnTo>
                  <a:cubicBezTo>
                    <a:pt x="205290" y="163228"/>
                    <a:pt x="201807" y="175385"/>
                    <a:pt x="196180" y="186591"/>
                  </a:cubicBezTo>
                  <a:cubicBezTo>
                    <a:pt x="189651" y="199407"/>
                    <a:pt x="179469" y="210008"/>
                    <a:pt x="166922" y="217061"/>
                  </a:cubicBezTo>
                  <a:cubicBezTo>
                    <a:pt x="153307" y="224361"/>
                    <a:pt x="138032" y="228004"/>
                    <a:pt x="122586" y="227636"/>
                  </a:cubicBezTo>
                  <a:cubicBezTo>
                    <a:pt x="106835" y="227793"/>
                    <a:pt x="91331" y="223707"/>
                    <a:pt x="77711" y="215807"/>
                  </a:cubicBezTo>
                  <a:cubicBezTo>
                    <a:pt x="63984" y="207750"/>
                    <a:pt x="52793" y="196015"/>
                    <a:pt x="45402" y="181931"/>
                  </a:cubicBezTo>
                  <a:cubicBezTo>
                    <a:pt x="36997" y="165599"/>
                    <a:pt x="32859" y="147411"/>
                    <a:pt x="33375" y="129057"/>
                  </a:cubicBezTo>
                  <a:cubicBezTo>
                    <a:pt x="33128" y="114897"/>
                    <a:pt x="35440" y="100814"/>
                    <a:pt x="40196" y="87474"/>
                  </a:cubicBezTo>
                  <a:cubicBezTo>
                    <a:pt x="44320" y="75932"/>
                    <a:pt x="50796" y="65375"/>
                    <a:pt x="59223" y="56467"/>
                  </a:cubicBezTo>
                  <a:cubicBezTo>
                    <a:pt x="67229" y="48038"/>
                    <a:pt x="76967" y="41433"/>
                    <a:pt x="87763" y="37109"/>
                  </a:cubicBezTo>
                  <a:cubicBezTo>
                    <a:pt x="99179" y="32566"/>
                    <a:pt x="111376" y="30312"/>
                    <a:pt x="123663" y="30478"/>
                  </a:cubicBezTo>
                  <a:cubicBezTo>
                    <a:pt x="140365" y="30209"/>
                    <a:pt x="156798" y="34685"/>
                    <a:pt x="171050" y="43382"/>
                  </a:cubicBezTo>
                  <a:cubicBezTo>
                    <a:pt x="185783" y="52949"/>
                    <a:pt x="197486" y="66499"/>
                    <a:pt x="204796" y="82456"/>
                  </a:cubicBezTo>
                  <a:lnTo>
                    <a:pt x="231721" y="66325"/>
                  </a:lnTo>
                  <a:cubicBezTo>
                    <a:pt x="225348" y="52026"/>
                    <a:pt x="215912" y="39300"/>
                    <a:pt x="204078" y="29044"/>
                  </a:cubicBezTo>
                  <a:cubicBezTo>
                    <a:pt x="193043" y="19490"/>
                    <a:pt x="180321" y="12074"/>
                    <a:pt x="166563" y="7177"/>
                  </a:cubicBezTo>
                  <a:cubicBezTo>
                    <a:pt x="152899" y="2369"/>
                    <a:pt x="138507" y="-55"/>
                    <a:pt x="124022" y="7"/>
                  </a:cubicBezTo>
                  <a:cubicBezTo>
                    <a:pt x="107145" y="-172"/>
                    <a:pt x="90393" y="2871"/>
                    <a:pt x="74660" y="8969"/>
                  </a:cubicBezTo>
                  <a:cubicBezTo>
                    <a:pt x="59856" y="14741"/>
                    <a:pt x="46452" y="23599"/>
                    <a:pt x="35350" y="34958"/>
                  </a:cubicBezTo>
                  <a:cubicBezTo>
                    <a:pt x="23970" y="46662"/>
                    <a:pt x="15112" y="60571"/>
                    <a:pt x="9323" y="75824"/>
                  </a:cubicBezTo>
                  <a:cubicBezTo>
                    <a:pt x="-3108" y="110228"/>
                    <a:pt x="-3108" y="147886"/>
                    <a:pt x="9323" y="182290"/>
                  </a:cubicBezTo>
                  <a:cubicBezTo>
                    <a:pt x="20775" y="212639"/>
                    <a:pt x="44491" y="236773"/>
                    <a:pt x="74660" y="248786"/>
                  </a:cubicBezTo>
                  <a:cubicBezTo>
                    <a:pt x="90083" y="254867"/>
                    <a:pt x="106543" y="257914"/>
                    <a:pt x="123124" y="257748"/>
                  </a:cubicBezTo>
                  <a:cubicBezTo>
                    <a:pt x="144471" y="258138"/>
                    <a:pt x="165553" y="253012"/>
                    <a:pt x="184333" y="242871"/>
                  </a:cubicBezTo>
                  <a:cubicBezTo>
                    <a:pt x="202108" y="232982"/>
                    <a:pt x="216634" y="218168"/>
                    <a:pt x="226156" y="200213"/>
                  </a:cubicBezTo>
                  <a:cubicBezTo>
                    <a:pt x="236684" y="179660"/>
                    <a:pt x="241867" y="156794"/>
                    <a:pt x="241234" y="133717"/>
                  </a:cubicBezTo>
                  <a:cubicBezTo>
                    <a:pt x="241234" y="131790"/>
                    <a:pt x="241234" y="129863"/>
                    <a:pt x="241234" y="127981"/>
                  </a:cubicBezTo>
                  <a:cubicBezTo>
                    <a:pt x="241234" y="126100"/>
                    <a:pt x="240337" y="124128"/>
                    <a:pt x="240337" y="12242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0" name="Forma libre 198">
              <a:extLst>
                <a:ext uri="{FF2B5EF4-FFF2-40B4-BE49-F238E27FC236}">
                  <a16:creationId xmlns:a16="http://schemas.microsoft.com/office/drawing/2014/main" id="{A47B18B5-236B-7711-D2EA-06595FF7213E}"/>
                </a:ext>
              </a:extLst>
            </p:cNvPr>
            <p:cNvSpPr/>
            <p:nvPr/>
          </p:nvSpPr>
          <p:spPr>
            <a:xfrm>
              <a:off x="11469819" y="676423"/>
              <a:ext cx="21908" cy="43712"/>
            </a:xfrm>
            <a:custGeom>
              <a:avLst/>
              <a:gdLst>
                <a:gd name="connsiteX0" fmla="*/ 51875 w 92261"/>
                <a:gd name="connsiteY0" fmla="*/ 8611 h 184082"/>
                <a:gd name="connsiteX1" fmla="*/ 30874 w 92261"/>
                <a:gd name="connsiteY1" fmla="*/ 34421 h 184082"/>
                <a:gd name="connsiteX2" fmla="*/ 30874 w 92261"/>
                <a:gd name="connsiteY2" fmla="*/ 3055 h 184082"/>
                <a:gd name="connsiteX3" fmla="*/ 0 w 92261"/>
                <a:gd name="connsiteY3" fmla="*/ 3055 h 184082"/>
                <a:gd name="connsiteX4" fmla="*/ 0 w 92261"/>
                <a:gd name="connsiteY4" fmla="*/ 184082 h 184082"/>
                <a:gd name="connsiteX5" fmla="*/ 30874 w 92261"/>
                <a:gd name="connsiteY5" fmla="*/ 184082 h 184082"/>
                <a:gd name="connsiteX6" fmla="*/ 30874 w 92261"/>
                <a:gd name="connsiteY6" fmla="*/ 87116 h 184082"/>
                <a:gd name="connsiteX7" fmla="*/ 43259 w 92261"/>
                <a:gd name="connsiteY7" fmla="*/ 47505 h 184082"/>
                <a:gd name="connsiteX8" fmla="*/ 75030 w 92261"/>
                <a:gd name="connsiteY8" fmla="*/ 32629 h 184082"/>
                <a:gd name="connsiteX9" fmla="*/ 92262 w 92261"/>
                <a:gd name="connsiteY9" fmla="*/ 32629 h 184082"/>
                <a:gd name="connsiteX10" fmla="*/ 92262 w 92261"/>
                <a:gd name="connsiteY10" fmla="*/ 8 h 184082"/>
                <a:gd name="connsiteX11" fmla="*/ 81672 w 92261"/>
                <a:gd name="connsiteY11" fmla="*/ 8 h 184082"/>
                <a:gd name="connsiteX12" fmla="*/ 51875 w 92261"/>
                <a:gd name="connsiteY12" fmla="*/ 8611 h 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261" h="184082">
                  <a:moveTo>
                    <a:pt x="51875" y="8611"/>
                  </a:moveTo>
                  <a:cubicBezTo>
                    <a:pt x="42550" y="15036"/>
                    <a:pt x="35263" y="23994"/>
                    <a:pt x="30874" y="34421"/>
                  </a:cubicBezTo>
                  <a:lnTo>
                    <a:pt x="30874" y="3055"/>
                  </a:lnTo>
                  <a:lnTo>
                    <a:pt x="0" y="3055"/>
                  </a:lnTo>
                  <a:lnTo>
                    <a:pt x="0" y="184082"/>
                  </a:lnTo>
                  <a:lnTo>
                    <a:pt x="30874" y="184082"/>
                  </a:lnTo>
                  <a:lnTo>
                    <a:pt x="30874" y="87116"/>
                  </a:lnTo>
                  <a:cubicBezTo>
                    <a:pt x="30147" y="72862"/>
                    <a:pt x="34540" y="58815"/>
                    <a:pt x="43259" y="47505"/>
                  </a:cubicBezTo>
                  <a:cubicBezTo>
                    <a:pt x="50928" y="37844"/>
                    <a:pt x="62690" y="32337"/>
                    <a:pt x="75030" y="32629"/>
                  </a:cubicBezTo>
                  <a:lnTo>
                    <a:pt x="92262" y="32629"/>
                  </a:lnTo>
                  <a:lnTo>
                    <a:pt x="92262" y="8"/>
                  </a:lnTo>
                  <a:lnTo>
                    <a:pt x="81672" y="8"/>
                  </a:lnTo>
                  <a:cubicBezTo>
                    <a:pt x="71099" y="-172"/>
                    <a:pt x="60720" y="2826"/>
                    <a:pt x="51875" y="8611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1" name="Forma libre 199">
              <a:extLst>
                <a:ext uri="{FF2B5EF4-FFF2-40B4-BE49-F238E27FC236}">
                  <a16:creationId xmlns:a16="http://schemas.microsoft.com/office/drawing/2014/main" id="{DC87DEFD-5EE6-EE54-E727-DABECB22637A}"/>
                </a:ext>
              </a:extLst>
            </p:cNvPr>
            <p:cNvSpPr/>
            <p:nvPr/>
          </p:nvSpPr>
          <p:spPr>
            <a:xfrm>
              <a:off x="11493246" y="676422"/>
              <a:ext cx="43316" cy="44610"/>
            </a:xfrm>
            <a:custGeom>
              <a:avLst/>
              <a:gdLst>
                <a:gd name="connsiteX0" fmla="*/ 137876 w 182416"/>
                <a:gd name="connsiteY0" fmla="*/ 11843 h 187865"/>
                <a:gd name="connsiteX1" fmla="*/ 91027 w 182416"/>
                <a:gd name="connsiteY1" fmla="*/ 14 h 187865"/>
                <a:gd name="connsiteX2" fmla="*/ 55127 w 182416"/>
                <a:gd name="connsiteY2" fmla="*/ 6645 h 187865"/>
                <a:gd name="connsiteX3" fmla="*/ 26049 w 182416"/>
                <a:gd name="connsiteY3" fmla="*/ 25824 h 187865"/>
                <a:gd name="connsiteX4" fmla="*/ 6842 w 182416"/>
                <a:gd name="connsiteY4" fmla="*/ 55756 h 187865"/>
                <a:gd name="connsiteX5" fmla="*/ 21 w 182416"/>
                <a:gd name="connsiteY5" fmla="*/ 93575 h 187865"/>
                <a:gd name="connsiteX6" fmla="*/ 11868 w 182416"/>
                <a:gd name="connsiteY6" fmla="*/ 142864 h 187865"/>
                <a:gd name="connsiteX7" fmla="*/ 44357 w 182416"/>
                <a:gd name="connsiteY7" fmla="*/ 176023 h 187865"/>
                <a:gd name="connsiteX8" fmla="*/ 91206 w 182416"/>
                <a:gd name="connsiteY8" fmla="*/ 187852 h 187865"/>
                <a:gd name="connsiteX9" fmla="*/ 127644 w 182416"/>
                <a:gd name="connsiteY9" fmla="*/ 181041 h 187865"/>
                <a:gd name="connsiteX10" fmla="*/ 156544 w 182416"/>
                <a:gd name="connsiteY10" fmla="*/ 161684 h 187865"/>
                <a:gd name="connsiteX11" fmla="*/ 175570 w 182416"/>
                <a:gd name="connsiteY11" fmla="*/ 131931 h 187865"/>
                <a:gd name="connsiteX12" fmla="*/ 182391 w 182416"/>
                <a:gd name="connsiteY12" fmla="*/ 93575 h 187865"/>
                <a:gd name="connsiteX13" fmla="*/ 170544 w 182416"/>
                <a:gd name="connsiteY13" fmla="*/ 44643 h 187865"/>
                <a:gd name="connsiteX14" fmla="*/ 137876 w 182416"/>
                <a:gd name="connsiteY14" fmla="*/ 11843 h 187865"/>
                <a:gd name="connsiteX15" fmla="*/ 146492 w 182416"/>
                <a:gd name="connsiteY15" fmla="*/ 121356 h 187865"/>
                <a:gd name="connsiteX16" fmla="*/ 133927 w 182416"/>
                <a:gd name="connsiteY16" fmla="*/ 142327 h 187865"/>
                <a:gd name="connsiteX17" fmla="*/ 114900 w 182416"/>
                <a:gd name="connsiteY17" fmla="*/ 155411 h 187865"/>
                <a:gd name="connsiteX18" fmla="*/ 91027 w 182416"/>
                <a:gd name="connsiteY18" fmla="*/ 159892 h 187865"/>
                <a:gd name="connsiteX19" fmla="*/ 60512 w 182416"/>
                <a:gd name="connsiteY19" fmla="*/ 152005 h 187865"/>
                <a:gd name="connsiteX20" fmla="*/ 39152 w 182416"/>
                <a:gd name="connsiteY20" fmla="*/ 129242 h 187865"/>
                <a:gd name="connsiteX21" fmla="*/ 31433 w 182416"/>
                <a:gd name="connsiteY21" fmla="*/ 93395 h 187865"/>
                <a:gd name="connsiteX22" fmla="*/ 35921 w 182416"/>
                <a:gd name="connsiteY22" fmla="*/ 65793 h 187865"/>
                <a:gd name="connsiteX23" fmla="*/ 48486 w 182416"/>
                <a:gd name="connsiteY23" fmla="*/ 45002 h 187865"/>
                <a:gd name="connsiteX24" fmla="*/ 67513 w 182416"/>
                <a:gd name="connsiteY24" fmla="*/ 32097 h 187865"/>
                <a:gd name="connsiteX25" fmla="*/ 91027 w 182416"/>
                <a:gd name="connsiteY25" fmla="*/ 27616 h 187865"/>
                <a:gd name="connsiteX26" fmla="*/ 121721 w 182416"/>
                <a:gd name="connsiteY26" fmla="*/ 35502 h 187865"/>
                <a:gd name="connsiteX27" fmla="*/ 143081 w 182416"/>
                <a:gd name="connsiteY27" fmla="*/ 57907 h 187865"/>
                <a:gd name="connsiteX28" fmla="*/ 150979 w 182416"/>
                <a:gd name="connsiteY28" fmla="*/ 93037 h 187865"/>
                <a:gd name="connsiteX29" fmla="*/ 146492 w 182416"/>
                <a:gd name="connsiteY29" fmla="*/ 121356 h 187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2416" h="187865">
                  <a:moveTo>
                    <a:pt x="137876" y="11843"/>
                  </a:moveTo>
                  <a:cubicBezTo>
                    <a:pt x="123588" y="3814"/>
                    <a:pt x="107420" y="-269"/>
                    <a:pt x="91027" y="14"/>
                  </a:cubicBezTo>
                  <a:cubicBezTo>
                    <a:pt x="78745" y="-80"/>
                    <a:pt x="66561" y="2174"/>
                    <a:pt x="55127" y="6645"/>
                  </a:cubicBezTo>
                  <a:cubicBezTo>
                    <a:pt x="44187" y="10920"/>
                    <a:pt x="34279" y="17453"/>
                    <a:pt x="26049" y="25824"/>
                  </a:cubicBezTo>
                  <a:cubicBezTo>
                    <a:pt x="17666" y="34387"/>
                    <a:pt x="11128" y="44572"/>
                    <a:pt x="6842" y="55756"/>
                  </a:cubicBezTo>
                  <a:cubicBezTo>
                    <a:pt x="2216" y="67823"/>
                    <a:pt x="-100" y="80652"/>
                    <a:pt x="21" y="93575"/>
                  </a:cubicBezTo>
                  <a:cubicBezTo>
                    <a:pt x="-333" y="110750"/>
                    <a:pt x="3746" y="127723"/>
                    <a:pt x="11868" y="142864"/>
                  </a:cubicBezTo>
                  <a:cubicBezTo>
                    <a:pt x="19416" y="156706"/>
                    <a:pt x="30662" y="168186"/>
                    <a:pt x="44357" y="176023"/>
                  </a:cubicBezTo>
                  <a:cubicBezTo>
                    <a:pt x="58650" y="184044"/>
                    <a:pt x="74818" y="188126"/>
                    <a:pt x="91206" y="187852"/>
                  </a:cubicBezTo>
                  <a:cubicBezTo>
                    <a:pt x="103682" y="187978"/>
                    <a:pt x="116058" y="185666"/>
                    <a:pt x="127644" y="181041"/>
                  </a:cubicBezTo>
                  <a:cubicBezTo>
                    <a:pt x="138513" y="176650"/>
                    <a:pt x="148354" y="170059"/>
                    <a:pt x="156544" y="161684"/>
                  </a:cubicBezTo>
                  <a:cubicBezTo>
                    <a:pt x="164814" y="153139"/>
                    <a:pt x="171285" y="143021"/>
                    <a:pt x="175570" y="131931"/>
                  </a:cubicBezTo>
                  <a:cubicBezTo>
                    <a:pt x="180264" y="119694"/>
                    <a:pt x="182580" y="106677"/>
                    <a:pt x="182391" y="93575"/>
                  </a:cubicBezTo>
                  <a:cubicBezTo>
                    <a:pt x="182782" y="76511"/>
                    <a:pt x="178698" y="59645"/>
                    <a:pt x="170544" y="44643"/>
                  </a:cubicBezTo>
                  <a:cubicBezTo>
                    <a:pt x="162884" y="30918"/>
                    <a:pt x="151581" y="19568"/>
                    <a:pt x="137876" y="11843"/>
                  </a:cubicBezTo>
                  <a:close/>
                  <a:moveTo>
                    <a:pt x="146492" y="121356"/>
                  </a:moveTo>
                  <a:cubicBezTo>
                    <a:pt x="143795" y="129135"/>
                    <a:pt x="139518" y="136277"/>
                    <a:pt x="133927" y="142327"/>
                  </a:cubicBezTo>
                  <a:cubicBezTo>
                    <a:pt x="128609" y="148013"/>
                    <a:pt x="122116" y="152476"/>
                    <a:pt x="114900" y="155411"/>
                  </a:cubicBezTo>
                  <a:cubicBezTo>
                    <a:pt x="107312" y="158440"/>
                    <a:pt x="99203" y="159963"/>
                    <a:pt x="91027" y="159892"/>
                  </a:cubicBezTo>
                  <a:cubicBezTo>
                    <a:pt x="80333" y="160022"/>
                    <a:pt x="69797" y="157302"/>
                    <a:pt x="60512" y="152005"/>
                  </a:cubicBezTo>
                  <a:cubicBezTo>
                    <a:pt x="51349" y="146628"/>
                    <a:pt x="43931" y="138724"/>
                    <a:pt x="39152" y="129242"/>
                  </a:cubicBezTo>
                  <a:cubicBezTo>
                    <a:pt x="33731" y="118085"/>
                    <a:pt x="31083" y="105789"/>
                    <a:pt x="31433" y="93395"/>
                  </a:cubicBezTo>
                  <a:cubicBezTo>
                    <a:pt x="31299" y="84003"/>
                    <a:pt x="32816" y="74661"/>
                    <a:pt x="35921" y="65793"/>
                  </a:cubicBezTo>
                  <a:cubicBezTo>
                    <a:pt x="38658" y="58086"/>
                    <a:pt x="42930" y="51011"/>
                    <a:pt x="48486" y="45002"/>
                  </a:cubicBezTo>
                  <a:cubicBezTo>
                    <a:pt x="53786" y="39334"/>
                    <a:pt x="60283" y="34924"/>
                    <a:pt x="67513" y="32097"/>
                  </a:cubicBezTo>
                  <a:cubicBezTo>
                    <a:pt x="74998" y="29135"/>
                    <a:pt x="82976" y="27616"/>
                    <a:pt x="91027" y="27616"/>
                  </a:cubicBezTo>
                  <a:cubicBezTo>
                    <a:pt x="101788" y="27410"/>
                    <a:pt x="112396" y="30139"/>
                    <a:pt x="121721" y="35502"/>
                  </a:cubicBezTo>
                  <a:cubicBezTo>
                    <a:pt x="130804" y="40826"/>
                    <a:pt x="138203" y="48591"/>
                    <a:pt x="143081" y="57907"/>
                  </a:cubicBezTo>
                  <a:cubicBezTo>
                    <a:pt x="148614" y="68773"/>
                    <a:pt x="151329" y="80853"/>
                    <a:pt x="150979" y="93037"/>
                  </a:cubicBezTo>
                  <a:cubicBezTo>
                    <a:pt x="151190" y="102666"/>
                    <a:pt x="149669" y="112260"/>
                    <a:pt x="146492" y="121356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2" name="Forma libre 200">
              <a:extLst>
                <a:ext uri="{FF2B5EF4-FFF2-40B4-BE49-F238E27FC236}">
                  <a16:creationId xmlns:a16="http://schemas.microsoft.com/office/drawing/2014/main" id="{CC15DE5E-93F5-3600-58B1-931B103F8724}"/>
                </a:ext>
              </a:extLst>
            </p:cNvPr>
            <p:cNvSpPr/>
            <p:nvPr/>
          </p:nvSpPr>
          <p:spPr>
            <a:xfrm>
              <a:off x="11543133" y="677191"/>
              <a:ext cx="36588" cy="43797"/>
            </a:xfrm>
            <a:custGeom>
              <a:avLst/>
              <a:gdLst>
                <a:gd name="connsiteX0" fmla="*/ 123174 w 154081"/>
                <a:gd name="connsiteY0" fmla="*/ 105390 h 184441"/>
                <a:gd name="connsiteX1" fmla="*/ 110429 w 154081"/>
                <a:gd name="connsiteY1" fmla="*/ 143567 h 184441"/>
                <a:gd name="connsiteX2" fmla="*/ 77222 w 154081"/>
                <a:gd name="connsiteY2" fmla="*/ 156293 h 184441"/>
                <a:gd name="connsiteX3" fmla="*/ 44015 w 154081"/>
                <a:gd name="connsiteY3" fmla="*/ 143567 h 184441"/>
                <a:gd name="connsiteX4" fmla="*/ 30912 w 154081"/>
                <a:gd name="connsiteY4" fmla="*/ 105390 h 184441"/>
                <a:gd name="connsiteX5" fmla="*/ 30912 w 154081"/>
                <a:gd name="connsiteY5" fmla="*/ 0 h 184441"/>
                <a:gd name="connsiteX6" fmla="*/ 38 w 154081"/>
                <a:gd name="connsiteY6" fmla="*/ 0 h 184441"/>
                <a:gd name="connsiteX7" fmla="*/ 38 w 154081"/>
                <a:gd name="connsiteY7" fmla="*/ 107900 h 184441"/>
                <a:gd name="connsiteX8" fmla="*/ 10090 w 154081"/>
                <a:gd name="connsiteY8" fmla="*/ 149482 h 184441"/>
                <a:gd name="connsiteX9" fmla="*/ 37733 w 154081"/>
                <a:gd name="connsiteY9" fmla="*/ 175471 h 184441"/>
                <a:gd name="connsiteX10" fmla="*/ 77222 w 154081"/>
                <a:gd name="connsiteY10" fmla="*/ 184433 h 184441"/>
                <a:gd name="connsiteX11" fmla="*/ 116712 w 154081"/>
                <a:gd name="connsiteY11" fmla="*/ 175471 h 184441"/>
                <a:gd name="connsiteX12" fmla="*/ 143995 w 154081"/>
                <a:gd name="connsiteY12" fmla="*/ 149482 h 184441"/>
                <a:gd name="connsiteX13" fmla="*/ 154047 w 154081"/>
                <a:gd name="connsiteY13" fmla="*/ 107900 h 184441"/>
                <a:gd name="connsiteX14" fmla="*/ 154047 w 154081"/>
                <a:gd name="connsiteY14" fmla="*/ 0 h 184441"/>
                <a:gd name="connsiteX15" fmla="*/ 123174 w 154081"/>
                <a:gd name="connsiteY15" fmla="*/ 0 h 18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081" h="184441">
                  <a:moveTo>
                    <a:pt x="123174" y="105390"/>
                  </a:moveTo>
                  <a:cubicBezTo>
                    <a:pt x="123174" y="122328"/>
                    <a:pt x="118924" y="135054"/>
                    <a:pt x="110429" y="143567"/>
                  </a:cubicBezTo>
                  <a:cubicBezTo>
                    <a:pt x="101589" y="152198"/>
                    <a:pt x="89576" y="156800"/>
                    <a:pt x="77222" y="156293"/>
                  </a:cubicBezTo>
                  <a:cubicBezTo>
                    <a:pt x="64886" y="156705"/>
                    <a:pt x="52909" y="152113"/>
                    <a:pt x="44015" y="143567"/>
                  </a:cubicBezTo>
                  <a:cubicBezTo>
                    <a:pt x="35278" y="135054"/>
                    <a:pt x="30912" y="122328"/>
                    <a:pt x="30912" y="105390"/>
                  </a:cubicBezTo>
                  <a:lnTo>
                    <a:pt x="30912" y="0"/>
                  </a:lnTo>
                  <a:lnTo>
                    <a:pt x="38" y="0"/>
                  </a:lnTo>
                  <a:lnTo>
                    <a:pt x="38" y="107900"/>
                  </a:lnTo>
                  <a:cubicBezTo>
                    <a:pt x="-406" y="122409"/>
                    <a:pt x="3067" y="136770"/>
                    <a:pt x="10090" y="149482"/>
                  </a:cubicBezTo>
                  <a:cubicBezTo>
                    <a:pt x="16507" y="160698"/>
                    <a:pt x="26132" y="169749"/>
                    <a:pt x="37733" y="175471"/>
                  </a:cubicBezTo>
                  <a:cubicBezTo>
                    <a:pt x="50010" y="181507"/>
                    <a:pt x="63535" y="184577"/>
                    <a:pt x="77222" y="184433"/>
                  </a:cubicBezTo>
                  <a:cubicBezTo>
                    <a:pt x="90913" y="184621"/>
                    <a:pt x="104447" y="181552"/>
                    <a:pt x="116712" y="175471"/>
                  </a:cubicBezTo>
                  <a:cubicBezTo>
                    <a:pt x="128146" y="169646"/>
                    <a:pt x="137628" y="160613"/>
                    <a:pt x="143995" y="149482"/>
                  </a:cubicBezTo>
                  <a:cubicBezTo>
                    <a:pt x="150996" y="136765"/>
                    <a:pt x="154469" y="122409"/>
                    <a:pt x="154047" y="107900"/>
                  </a:cubicBezTo>
                  <a:lnTo>
                    <a:pt x="154047" y="0"/>
                  </a:lnTo>
                  <a:lnTo>
                    <a:pt x="123174" y="0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3" name="Forma libre 201">
              <a:extLst>
                <a:ext uri="{FF2B5EF4-FFF2-40B4-BE49-F238E27FC236}">
                  <a16:creationId xmlns:a16="http://schemas.microsoft.com/office/drawing/2014/main" id="{6CEEB83E-713C-E918-9915-46BB2BC6634A}"/>
                </a:ext>
              </a:extLst>
            </p:cNvPr>
            <p:cNvSpPr/>
            <p:nvPr/>
          </p:nvSpPr>
          <p:spPr>
            <a:xfrm>
              <a:off x="11588738" y="676416"/>
              <a:ext cx="42330" cy="57807"/>
            </a:xfrm>
            <a:custGeom>
              <a:avLst/>
              <a:gdLst>
                <a:gd name="connsiteX0" fmla="*/ 137316 w 178264"/>
                <a:gd name="connsiteY0" fmla="*/ 11870 h 243441"/>
                <a:gd name="connsiteX1" fmla="*/ 94236 w 178264"/>
                <a:gd name="connsiteY1" fmla="*/ 40 h 243441"/>
                <a:gd name="connsiteX2" fmla="*/ 35900 w 178264"/>
                <a:gd name="connsiteY2" fmla="*/ 29614 h 243441"/>
                <a:gd name="connsiteX3" fmla="*/ 30874 w 178264"/>
                <a:gd name="connsiteY3" fmla="*/ 37814 h 243441"/>
                <a:gd name="connsiteX4" fmla="*/ 30874 w 178264"/>
                <a:gd name="connsiteY4" fmla="*/ 3266 h 243441"/>
                <a:gd name="connsiteX5" fmla="*/ 0 w 178264"/>
                <a:gd name="connsiteY5" fmla="*/ 3266 h 243441"/>
                <a:gd name="connsiteX6" fmla="*/ 0 w 178264"/>
                <a:gd name="connsiteY6" fmla="*/ 243442 h 243441"/>
                <a:gd name="connsiteX7" fmla="*/ 30874 w 178264"/>
                <a:gd name="connsiteY7" fmla="*/ 243442 h 243441"/>
                <a:gd name="connsiteX8" fmla="*/ 30874 w 178264"/>
                <a:gd name="connsiteY8" fmla="*/ 149343 h 243441"/>
                <a:gd name="connsiteX9" fmla="*/ 36079 w 178264"/>
                <a:gd name="connsiteY9" fmla="*/ 157767 h 243441"/>
                <a:gd name="connsiteX10" fmla="*/ 59952 w 178264"/>
                <a:gd name="connsiteY10" fmla="*/ 179275 h 243441"/>
                <a:gd name="connsiteX11" fmla="*/ 94057 w 178264"/>
                <a:gd name="connsiteY11" fmla="*/ 187341 h 243441"/>
                <a:gd name="connsiteX12" fmla="*/ 154009 w 178264"/>
                <a:gd name="connsiteY12" fmla="*/ 161173 h 243441"/>
                <a:gd name="connsiteX13" fmla="*/ 171959 w 178264"/>
                <a:gd name="connsiteY13" fmla="*/ 131419 h 243441"/>
                <a:gd name="connsiteX14" fmla="*/ 178241 w 178264"/>
                <a:gd name="connsiteY14" fmla="*/ 93422 h 243441"/>
                <a:gd name="connsiteX15" fmla="*/ 167292 w 178264"/>
                <a:gd name="connsiteY15" fmla="*/ 44670 h 243441"/>
                <a:gd name="connsiteX16" fmla="*/ 137316 w 178264"/>
                <a:gd name="connsiteY16" fmla="*/ 11870 h 243441"/>
                <a:gd name="connsiteX17" fmla="*/ 142880 w 178264"/>
                <a:gd name="connsiteY17" fmla="*/ 121562 h 243441"/>
                <a:gd name="connsiteX18" fmla="*/ 130854 w 178264"/>
                <a:gd name="connsiteY18" fmla="*/ 142353 h 243441"/>
                <a:gd name="connsiteX19" fmla="*/ 112186 w 178264"/>
                <a:gd name="connsiteY19" fmla="*/ 155258 h 243441"/>
                <a:gd name="connsiteX20" fmla="*/ 88851 w 178264"/>
                <a:gd name="connsiteY20" fmla="*/ 159739 h 243441"/>
                <a:gd name="connsiteX21" fmla="*/ 46669 w 178264"/>
                <a:gd name="connsiteY21" fmla="*/ 142353 h 243441"/>
                <a:gd name="connsiteX22" fmla="*/ 30335 w 178264"/>
                <a:gd name="connsiteY22" fmla="*/ 94139 h 243441"/>
                <a:gd name="connsiteX23" fmla="*/ 34822 w 178264"/>
                <a:gd name="connsiteY23" fmla="*/ 66536 h 243441"/>
                <a:gd name="connsiteX24" fmla="*/ 47028 w 178264"/>
                <a:gd name="connsiteY24" fmla="*/ 45745 h 243441"/>
                <a:gd name="connsiteX25" fmla="*/ 65517 w 178264"/>
                <a:gd name="connsiteY25" fmla="*/ 32661 h 243441"/>
                <a:gd name="connsiteX26" fmla="*/ 89031 w 178264"/>
                <a:gd name="connsiteY26" fmla="*/ 28180 h 243441"/>
                <a:gd name="connsiteX27" fmla="*/ 130854 w 178264"/>
                <a:gd name="connsiteY27" fmla="*/ 45745 h 243441"/>
                <a:gd name="connsiteX28" fmla="*/ 147188 w 178264"/>
                <a:gd name="connsiteY28" fmla="*/ 94139 h 243441"/>
                <a:gd name="connsiteX29" fmla="*/ 142656 w 178264"/>
                <a:gd name="connsiteY29" fmla="*/ 121562 h 24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264" h="243441">
                  <a:moveTo>
                    <a:pt x="137316" y="11870"/>
                  </a:moveTo>
                  <a:cubicBezTo>
                    <a:pt x="124374" y="3916"/>
                    <a:pt x="109431" y="-188"/>
                    <a:pt x="94236" y="40"/>
                  </a:cubicBezTo>
                  <a:cubicBezTo>
                    <a:pt x="70996" y="-757"/>
                    <a:pt x="48971" y="10409"/>
                    <a:pt x="35900" y="29614"/>
                  </a:cubicBezTo>
                  <a:cubicBezTo>
                    <a:pt x="34078" y="32253"/>
                    <a:pt x="32399" y="34991"/>
                    <a:pt x="30874" y="37814"/>
                  </a:cubicBezTo>
                  <a:lnTo>
                    <a:pt x="30874" y="3266"/>
                  </a:lnTo>
                  <a:lnTo>
                    <a:pt x="0" y="3266"/>
                  </a:lnTo>
                  <a:lnTo>
                    <a:pt x="0" y="243442"/>
                  </a:lnTo>
                  <a:lnTo>
                    <a:pt x="30874" y="243442"/>
                  </a:lnTo>
                  <a:lnTo>
                    <a:pt x="30874" y="149343"/>
                  </a:lnTo>
                  <a:cubicBezTo>
                    <a:pt x="32462" y="152242"/>
                    <a:pt x="34199" y="155052"/>
                    <a:pt x="36079" y="157767"/>
                  </a:cubicBezTo>
                  <a:cubicBezTo>
                    <a:pt x="42317" y="166635"/>
                    <a:pt x="50479" y="173988"/>
                    <a:pt x="59952" y="179275"/>
                  </a:cubicBezTo>
                  <a:cubicBezTo>
                    <a:pt x="70426" y="184872"/>
                    <a:pt x="82179" y="187650"/>
                    <a:pt x="94057" y="187341"/>
                  </a:cubicBezTo>
                  <a:cubicBezTo>
                    <a:pt x="116880" y="187623"/>
                    <a:pt x="138716" y="178092"/>
                    <a:pt x="154009" y="161173"/>
                  </a:cubicBezTo>
                  <a:cubicBezTo>
                    <a:pt x="161912" y="152542"/>
                    <a:pt x="168015" y="142429"/>
                    <a:pt x="171959" y="131419"/>
                  </a:cubicBezTo>
                  <a:cubicBezTo>
                    <a:pt x="176263" y="119218"/>
                    <a:pt x="178390" y="106358"/>
                    <a:pt x="178241" y="93422"/>
                  </a:cubicBezTo>
                  <a:cubicBezTo>
                    <a:pt x="178600" y="76524"/>
                    <a:pt x="174840" y="59797"/>
                    <a:pt x="167292" y="44670"/>
                  </a:cubicBezTo>
                  <a:cubicBezTo>
                    <a:pt x="160493" y="31205"/>
                    <a:pt x="150123" y="19859"/>
                    <a:pt x="137316" y="11870"/>
                  </a:cubicBezTo>
                  <a:close/>
                  <a:moveTo>
                    <a:pt x="142880" y="121562"/>
                  </a:moveTo>
                  <a:cubicBezTo>
                    <a:pt x="140376" y="129255"/>
                    <a:pt x="136275" y="136340"/>
                    <a:pt x="130854" y="142353"/>
                  </a:cubicBezTo>
                  <a:cubicBezTo>
                    <a:pt x="125698" y="148021"/>
                    <a:pt x="119312" y="152435"/>
                    <a:pt x="112186" y="155258"/>
                  </a:cubicBezTo>
                  <a:cubicBezTo>
                    <a:pt x="104768" y="158233"/>
                    <a:pt x="96848" y="159757"/>
                    <a:pt x="88851" y="159739"/>
                  </a:cubicBezTo>
                  <a:cubicBezTo>
                    <a:pt x="72944" y="160267"/>
                    <a:pt x="57574" y="153932"/>
                    <a:pt x="46669" y="142353"/>
                  </a:cubicBezTo>
                  <a:cubicBezTo>
                    <a:pt x="35778" y="130761"/>
                    <a:pt x="30335" y="114692"/>
                    <a:pt x="30335" y="94139"/>
                  </a:cubicBezTo>
                  <a:cubicBezTo>
                    <a:pt x="30245" y="84751"/>
                    <a:pt x="31762" y="75413"/>
                    <a:pt x="34822" y="66536"/>
                  </a:cubicBezTo>
                  <a:cubicBezTo>
                    <a:pt x="37434" y="58852"/>
                    <a:pt x="41585" y="51776"/>
                    <a:pt x="47028" y="45745"/>
                  </a:cubicBezTo>
                  <a:cubicBezTo>
                    <a:pt x="52162" y="40090"/>
                    <a:pt x="58471" y="35623"/>
                    <a:pt x="65517" y="32661"/>
                  </a:cubicBezTo>
                  <a:cubicBezTo>
                    <a:pt x="72970" y="29587"/>
                    <a:pt x="80967" y="28064"/>
                    <a:pt x="89031" y="28180"/>
                  </a:cubicBezTo>
                  <a:cubicBezTo>
                    <a:pt x="104867" y="27678"/>
                    <a:pt x="120138" y="34090"/>
                    <a:pt x="130854" y="45745"/>
                  </a:cubicBezTo>
                  <a:cubicBezTo>
                    <a:pt x="141745" y="57454"/>
                    <a:pt x="147188" y="73585"/>
                    <a:pt x="147188" y="94139"/>
                  </a:cubicBezTo>
                  <a:cubicBezTo>
                    <a:pt x="147166" y="103463"/>
                    <a:pt x="145636" y="112725"/>
                    <a:pt x="142656" y="121562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29660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844B3-DB52-C12F-FEE1-B24DD89FD74D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51375" y="382779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0" y="0"/>
            <a:ext cx="809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574976AD-03E4-915A-B4A5-23FAAFFD28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5835" y="439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8159B5E5-CB8D-0C48-62D3-2066194EA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1655" y="706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  <p:sp>
        <p:nvSpPr>
          <p:cNvPr id="28" name="Rectángulo 181">
            <a:extLst>
              <a:ext uri="{FF2B5EF4-FFF2-40B4-BE49-F238E27FC236}">
                <a16:creationId xmlns:a16="http://schemas.microsoft.com/office/drawing/2014/main" id="{27F45F0F-3420-B952-B7EC-5F10CB2442BA}"/>
              </a:ext>
            </a:extLst>
          </p:cNvPr>
          <p:cNvSpPr/>
          <p:nvPr userDrawn="1"/>
        </p:nvSpPr>
        <p:spPr>
          <a:xfrm>
            <a:off x="9297785" y="-45233"/>
            <a:ext cx="1287359" cy="38737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/>
            </a:pPr>
            <a:endParaRPr lang="en-US" sz="700" b="1" noProof="0">
              <a:solidFill>
                <a:schemeClr val="tx1">
                  <a:lumMod val="60000"/>
                  <a:lumOff val="4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68886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844B3-DB52-C12F-FEE1-B24DD89FD74D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-1" y="0"/>
            <a:ext cx="12192001" cy="647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B13DCD9A-D9AB-0865-3437-5628D66544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2F75FB9D-897D-AB4B-1D37-B15704C00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3936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844B3-DB52-C12F-FEE1-B24DD89FD74D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-1" y="-1"/>
            <a:ext cx="12192001" cy="34876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upo 2">
            <a:extLst>
              <a:ext uri="{FF2B5EF4-FFF2-40B4-BE49-F238E27FC236}">
                <a16:creationId xmlns:a16="http://schemas.microsoft.com/office/drawing/2014/main" id="{AA98E30A-FB9B-F0A6-B511-82298CB32601}"/>
              </a:ext>
            </a:extLst>
          </p:cNvPr>
          <p:cNvGrpSpPr/>
          <p:nvPr userDrawn="1"/>
        </p:nvGrpSpPr>
        <p:grpSpPr>
          <a:xfrm>
            <a:off x="11548226" y="194310"/>
            <a:ext cx="354491" cy="323580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8" name="Forma libre: forma 5">
              <a:extLst>
                <a:ext uri="{FF2B5EF4-FFF2-40B4-BE49-F238E27FC236}">
                  <a16:creationId xmlns:a16="http://schemas.microsoft.com/office/drawing/2014/main" id="{82DF9F8E-2457-653F-B8CF-71ADF1F174D9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19">
              <a:extLst>
                <a:ext uri="{FF2B5EF4-FFF2-40B4-BE49-F238E27FC236}">
                  <a16:creationId xmlns:a16="http://schemas.microsoft.com/office/drawing/2014/main" id="{BA128C82-433C-66D4-0321-3BD6235E5BFC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20">
              <a:extLst>
                <a:ext uri="{FF2B5EF4-FFF2-40B4-BE49-F238E27FC236}">
                  <a16:creationId xmlns:a16="http://schemas.microsoft.com/office/drawing/2014/main" id="{52C9DDFA-1846-FF69-E4ED-A5F05882D19E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18E499EC-8B62-E8C7-8D85-608B9F9C87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44A481A9-8E1B-BB0E-7631-F6E16AA4A8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80319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844B3-DB52-C12F-FEE1-B24DD89FD74D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-1" y="3370333"/>
            <a:ext cx="12192001" cy="34876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18E499EC-8B62-E8C7-8D85-608B9F9C87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44A481A9-8E1B-BB0E-7631-F6E16AA4A8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0444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844B3-DB52-C12F-FEE1-B24DD89FD74D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0" y="-1"/>
            <a:ext cx="6416984" cy="6376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A62A90B1-3522-0F56-6C98-21D0BF033A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8" name="1 Título">
            <a:extLst>
              <a:ext uri="{FF2B5EF4-FFF2-40B4-BE49-F238E27FC236}">
                <a16:creationId xmlns:a16="http://schemas.microsoft.com/office/drawing/2014/main" id="{1238C8C3-AA23-9A3D-B110-A5EAC4B0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591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5775016" y="0"/>
            <a:ext cx="6416984" cy="6376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844B3-DB52-C12F-FEE1-B24DD89FD74D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9" name="Grupo 2">
            <a:extLst>
              <a:ext uri="{FF2B5EF4-FFF2-40B4-BE49-F238E27FC236}">
                <a16:creationId xmlns:a16="http://schemas.microsoft.com/office/drawing/2014/main" id="{DF0927C7-3AA3-2B37-A505-A6F7B6956754}"/>
              </a:ext>
            </a:extLst>
          </p:cNvPr>
          <p:cNvGrpSpPr/>
          <p:nvPr userDrawn="1"/>
        </p:nvGrpSpPr>
        <p:grpSpPr>
          <a:xfrm>
            <a:off x="11548226" y="194310"/>
            <a:ext cx="354491" cy="323580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10" name="Forma libre: forma 5">
              <a:extLst>
                <a:ext uri="{FF2B5EF4-FFF2-40B4-BE49-F238E27FC236}">
                  <a16:creationId xmlns:a16="http://schemas.microsoft.com/office/drawing/2014/main" id="{F1E70CB2-78F6-9AB6-A164-C622BE4D50D0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" name="Forma libre: forma 19">
              <a:extLst>
                <a:ext uri="{FF2B5EF4-FFF2-40B4-BE49-F238E27FC236}">
                  <a16:creationId xmlns:a16="http://schemas.microsoft.com/office/drawing/2014/main" id="{7DDA4AB1-08C5-9581-47EA-E2C6C899BE46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" name="Forma libre: forma 20">
              <a:extLst>
                <a:ext uri="{FF2B5EF4-FFF2-40B4-BE49-F238E27FC236}">
                  <a16:creationId xmlns:a16="http://schemas.microsoft.com/office/drawing/2014/main" id="{BC42A308-76D0-9F96-AE47-D94DB6AF1B41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13" name="Marcador de texto 4">
            <a:extLst>
              <a:ext uri="{FF2B5EF4-FFF2-40B4-BE49-F238E27FC236}">
                <a16:creationId xmlns:a16="http://schemas.microsoft.com/office/drawing/2014/main" id="{F794A893-FCC6-4938-B451-406A18BFB9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14" name="1 Título">
            <a:extLst>
              <a:ext uri="{FF2B5EF4-FFF2-40B4-BE49-F238E27FC236}">
                <a16:creationId xmlns:a16="http://schemas.microsoft.com/office/drawing/2014/main" id="{A511AD82-3A2C-BC8A-16A4-E7AABB4DFF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9188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844B3-DB52-C12F-FEE1-B24DD89FD74D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9667285" y="0"/>
            <a:ext cx="25247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upo 2">
            <a:extLst>
              <a:ext uri="{FF2B5EF4-FFF2-40B4-BE49-F238E27FC236}">
                <a16:creationId xmlns:a16="http://schemas.microsoft.com/office/drawing/2014/main" id="{2A3DBD84-3FA9-33E8-10BD-B422E6DF9B12}"/>
              </a:ext>
            </a:extLst>
          </p:cNvPr>
          <p:cNvGrpSpPr/>
          <p:nvPr userDrawn="1"/>
        </p:nvGrpSpPr>
        <p:grpSpPr>
          <a:xfrm>
            <a:off x="11548226" y="194310"/>
            <a:ext cx="354491" cy="323580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8" name="Forma libre: forma 5">
              <a:extLst>
                <a:ext uri="{FF2B5EF4-FFF2-40B4-BE49-F238E27FC236}">
                  <a16:creationId xmlns:a16="http://schemas.microsoft.com/office/drawing/2014/main" id="{9F00FE40-1248-6CC1-82D6-02EEF970E71E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19">
              <a:extLst>
                <a:ext uri="{FF2B5EF4-FFF2-40B4-BE49-F238E27FC236}">
                  <a16:creationId xmlns:a16="http://schemas.microsoft.com/office/drawing/2014/main" id="{AA29AFC5-00B0-7FDA-DF84-056954378788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20">
              <a:extLst>
                <a:ext uri="{FF2B5EF4-FFF2-40B4-BE49-F238E27FC236}">
                  <a16:creationId xmlns:a16="http://schemas.microsoft.com/office/drawing/2014/main" id="{95FCA940-B97F-730E-64DC-4760062B8C69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44C75AF2-7DBC-440C-B384-EF8411E47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1FF473EB-4B53-9A2A-C5D6-074E2E568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9135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844B3-DB52-C12F-FEE1-B24DD89FD74D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-1" y="0"/>
            <a:ext cx="25247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17072025-5C88-9FC1-0152-071D83B265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8" name="1 Título">
            <a:extLst>
              <a:ext uri="{FF2B5EF4-FFF2-40B4-BE49-F238E27FC236}">
                <a16:creationId xmlns:a16="http://schemas.microsoft.com/office/drawing/2014/main" id="{709B1B04-B64C-0226-507B-612A5EB196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59388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844B3-DB52-C12F-FEE1-B24DD89FD74D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-1" y="0"/>
            <a:ext cx="486136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17072025-5C88-9FC1-0152-071D83B265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8" name="1 Título">
            <a:extLst>
              <a:ext uri="{FF2B5EF4-FFF2-40B4-BE49-F238E27FC236}">
                <a16:creationId xmlns:a16="http://schemas.microsoft.com/office/drawing/2014/main" id="{709B1B04-B64C-0226-507B-612A5EB196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75984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844B3-DB52-C12F-FEE1-B24DD89FD74D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72D40F3-6AC0-4E0D-6658-B6800E244182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68DD6422-493C-7CBE-066B-9893B9E5E49C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54E3BB0-40B3-EFED-1429-C62D43D3E1CE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FCB681BA-A363-8B0A-30F4-8805E2AAA62E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7993C80-8A48-C0BE-6359-4D8991A364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FFBF4F63-8A99-618F-A639-9CFB10BFD6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843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6C930B-6D68-CE32-C8C3-D2DBAE6260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1137600"/>
            <a:ext cx="3006000" cy="51732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/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Click to edit</a:t>
            </a:r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3" name="Conector recto 17">
            <a:extLst>
              <a:ext uri="{FF2B5EF4-FFF2-40B4-BE49-F238E27FC236}">
                <a16:creationId xmlns:a16="http://schemas.microsoft.com/office/drawing/2014/main" id="{5C664801-B3C8-5E17-4F8D-85E111177931}"/>
              </a:ext>
            </a:extLst>
          </p:cNvPr>
          <p:cNvCxnSpPr>
            <a:cxnSpLocks/>
          </p:cNvCxnSpPr>
          <p:nvPr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8DE484A6-BB38-C8AC-340C-699A5F75C845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</p:grpSpPr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D6ACC7E6-A9A9-5703-61DB-F5120C5F5821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0B26A476-A661-9EEA-88E5-C37B4AF51D0C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E33A3553-7990-D336-230B-E752D05BEBC1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BD61F04-BEBE-0BA2-6231-CDE2E0F6ED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797" y="177981"/>
            <a:ext cx="9900000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182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9 Marcador de texto">
            <a:extLst>
              <a:ext uri="{FF2B5EF4-FFF2-40B4-BE49-F238E27FC236}">
                <a16:creationId xmlns:a16="http://schemas.microsoft.com/office/drawing/2014/main" id="{C5730698-EE2F-48E6-829A-0F1E5E6BE0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3156" y="6454774"/>
            <a:ext cx="4515526" cy="40322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kumimoji="0" lang="en-GB" sz="800" b="0" i="1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>
              <a:defRPr>
                <a:solidFill>
                  <a:srgbClr val="6B882B"/>
                </a:solidFill>
              </a:defRPr>
            </a:lvl2pPr>
            <a:lvl3pPr>
              <a:defRPr>
                <a:solidFill>
                  <a:srgbClr val="6B882B"/>
                </a:solidFill>
              </a:defRPr>
            </a:lvl3pPr>
            <a:lvl4pPr>
              <a:defRPr>
                <a:solidFill>
                  <a:srgbClr val="6B882B"/>
                </a:solidFill>
              </a:defRPr>
            </a:lvl4pPr>
            <a:lvl5pPr>
              <a:defRPr>
                <a:solidFill>
                  <a:srgbClr val="6B882B"/>
                </a:solidFill>
              </a:defRPr>
            </a:lvl5pPr>
          </a:lstStyle>
          <a:p>
            <a:pPr lvl="0"/>
            <a:r>
              <a:rPr lang="es-ES"/>
              <a:t>* </a:t>
            </a:r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for</a:t>
            </a:r>
            <a:r>
              <a:rPr lang="es-ES"/>
              <a:t> </a:t>
            </a:r>
            <a:r>
              <a:rPr lang="es-ES" err="1"/>
              <a:t>clarification</a:t>
            </a:r>
            <a:r>
              <a:rPr lang="es-ES"/>
              <a:t> </a:t>
            </a:r>
            <a:r>
              <a:rPr lang="es-ES" err="1"/>
              <a:t>footer</a:t>
            </a:r>
            <a:endParaRPr lang="en-GB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2DB61EA2-395B-CDBE-0DDB-9404BE58EC2B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412750" y="1147484"/>
            <a:ext cx="11372850" cy="516282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Table</a:t>
            </a:r>
          </a:p>
        </p:txBody>
      </p:sp>
      <p:cxnSp>
        <p:nvCxnSpPr>
          <p:cNvPr id="5" name="Conector recto 17">
            <a:extLst>
              <a:ext uri="{FF2B5EF4-FFF2-40B4-BE49-F238E27FC236}">
                <a16:creationId xmlns:a16="http://schemas.microsoft.com/office/drawing/2014/main" id="{1B895156-2C9D-A9A9-A8BB-3CF98D4CD3A7}"/>
              </a:ext>
            </a:extLst>
          </p:cNvPr>
          <p:cNvCxnSpPr>
            <a:cxnSpLocks/>
          </p:cNvCxnSpPr>
          <p:nvPr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o 6">
            <a:extLst>
              <a:ext uri="{FF2B5EF4-FFF2-40B4-BE49-F238E27FC236}">
                <a16:creationId xmlns:a16="http://schemas.microsoft.com/office/drawing/2014/main" id="{79465595-73B3-2AA9-988D-478062B34F80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</p:grpSpPr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A4B250A7-A421-CFF5-2F45-44B7BCA98CE8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66FC0EAF-680B-DD87-1D4E-4E8B1FB311F4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8A685DCA-9752-3552-C2F9-C20E737E9E29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2" name="Title Placeholder 3">
            <a:extLst>
              <a:ext uri="{FF2B5EF4-FFF2-40B4-BE49-F238E27FC236}">
                <a16:creationId xmlns:a16="http://schemas.microsoft.com/office/drawing/2014/main" id="{51AE766C-E019-C15B-4909-7460876C7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797" y="177981"/>
            <a:ext cx="9900000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78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3697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539030-1111-B714-48DB-097F41F88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6C0E-E4F3-437B-B631-3622B5DE62D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62DCD-6DC5-F6D3-F45A-B020FD033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F890-5D28-3051-3000-8F7208A9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1AF3-B476-48FE-817A-005ED00B19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774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A32A89D-32F5-0A78-6E09-4B0ACFC191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69594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4" progId="TCLayout.ActiveDocument.1">
                  <p:embed/>
                </p:oleObj>
              </mc:Choice>
              <mc:Fallback>
                <p:oleObj name="Diapositiva de think-cell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A32A89D-32F5-0A78-6E09-4B0ACFC191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E12CC640-6FD4-EF84-4972-B0727ADD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66" y="553589"/>
            <a:ext cx="6291300" cy="2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vert="horz" anchor="t">
            <a:normAutofit/>
          </a:bodyPr>
          <a:lstStyle>
            <a:lvl1pPr>
              <a:defRPr sz="1400" b="1">
                <a:solidFill>
                  <a:srgbClr val="FF7A00"/>
                </a:solidFill>
                <a:latin typeface="Georgia" panose="02040502050405020303" pitchFamily="18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pic>
        <p:nvPicPr>
          <p:cNvPr id="6" name="Google Shape;577;g286aab61b54_0_62" descr="Icono&#10;&#10;Descripción generada automáticamente">
            <a:extLst>
              <a:ext uri="{FF2B5EF4-FFF2-40B4-BE49-F238E27FC236}">
                <a16:creationId xmlns:a16="http://schemas.microsoft.com/office/drawing/2014/main" id="{2FEE8A72-B906-03AE-E59F-A677CE18E2D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254652" y="-62419"/>
            <a:ext cx="508830" cy="68520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76A54DF6-AF1E-0838-9C54-EB499DB884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7725" y="814825"/>
            <a:ext cx="7606800" cy="3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800" b="1">
                <a:solidFill>
                  <a:srgbClr val="1D264D"/>
                </a:solidFill>
                <a:latin typeface="Montserrat" panose="00000500000000000000" pitchFamily="2" charset="0"/>
              </a:defRPr>
            </a:lvl1pPr>
            <a:lvl2pPr marL="571500" indent="0">
              <a:spcBef>
                <a:spcPts val="0"/>
              </a:spcBef>
              <a:buNone/>
              <a:defRPr sz="1800" b="1">
                <a:solidFill>
                  <a:srgbClr val="1D264D"/>
                </a:solidFill>
                <a:latin typeface="Montserrat" panose="00000500000000000000" pitchFamily="2" charset="0"/>
              </a:defRPr>
            </a:lvl2pPr>
            <a:lvl3pPr marL="1041400" indent="0">
              <a:spcBef>
                <a:spcPts val="0"/>
              </a:spcBef>
              <a:buNone/>
              <a:defRPr sz="1800" b="1">
                <a:solidFill>
                  <a:srgbClr val="1D264D"/>
                </a:solidFill>
                <a:latin typeface="Montserrat" panose="00000500000000000000" pitchFamily="2" charset="0"/>
              </a:defRPr>
            </a:lvl3pPr>
            <a:lvl4pPr marL="1511300" indent="0">
              <a:spcBef>
                <a:spcPts val="0"/>
              </a:spcBef>
              <a:buNone/>
              <a:defRPr sz="1800" b="1">
                <a:solidFill>
                  <a:srgbClr val="1D264D"/>
                </a:solidFill>
                <a:latin typeface="Montserrat" panose="00000500000000000000" pitchFamily="2" charset="0"/>
              </a:defRPr>
            </a:lvl4pPr>
            <a:lvl5pPr marL="1968500" indent="0">
              <a:spcBef>
                <a:spcPts val="0"/>
              </a:spcBef>
              <a:buNone/>
              <a:defRPr sz="1800" b="1">
                <a:solidFill>
                  <a:srgbClr val="1D264D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2D91F7D-7A2B-353A-B90A-2228F9D9FA7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8483" y="6412693"/>
            <a:ext cx="243121" cy="221921"/>
            <a:chOff x="5465909" y="2845257"/>
            <a:chExt cx="729516" cy="665904"/>
          </a:xfrm>
          <a:solidFill>
            <a:schemeClr val="tx1"/>
          </a:solidFill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25A96B1A-81C1-49BA-81BD-A7D23023A98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A481447C-A677-9AC3-3D2C-EE3A351A12E5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4B8851BB-1ED4-7E72-4CC2-72C7E606D593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pic>
        <p:nvPicPr>
          <p:cNvPr id="18" name="Imagen 17" descr="Texto&#10;&#10;Descripción generada automáticamente con confianza media">
            <a:extLst>
              <a:ext uri="{FF2B5EF4-FFF2-40B4-BE49-F238E27FC236}">
                <a16:creationId xmlns:a16="http://schemas.microsoft.com/office/drawing/2014/main" id="{4AA1BE02-EB56-6FDE-05A4-D69E3FC1423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953" y="6412693"/>
            <a:ext cx="1293031" cy="35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548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Diseño personalizado"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A32A89D-32F5-0A78-6E09-4B0ACFC191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69594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4" progId="TCLayout.ActiveDocument.1">
                  <p:embed/>
                </p:oleObj>
              </mc:Choice>
              <mc:Fallback>
                <p:oleObj name="Diapositiva de think-cell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A32A89D-32F5-0A78-6E09-4B0ACFC191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E12CC640-6FD4-EF84-4972-B0727ADD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179" y="557045"/>
            <a:ext cx="6291300" cy="2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vert="horz" anchor="t">
            <a:normAutofit/>
          </a:bodyPr>
          <a:lstStyle>
            <a:lvl1pPr>
              <a:defRPr sz="1400" b="1">
                <a:solidFill>
                  <a:srgbClr val="FF7A00"/>
                </a:solidFill>
                <a:latin typeface="Georgia" panose="02040502050405020303" pitchFamily="18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76A54DF6-AF1E-0838-9C54-EB499DB884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82238" y="818281"/>
            <a:ext cx="7606800" cy="3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800" b="1">
                <a:solidFill>
                  <a:srgbClr val="1D264D"/>
                </a:solidFill>
                <a:latin typeface="Montserrat" panose="00000500000000000000" pitchFamily="2" charset="0"/>
              </a:defRPr>
            </a:lvl1pPr>
            <a:lvl2pPr marL="571500" indent="0">
              <a:spcBef>
                <a:spcPts val="0"/>
              </a:spcBef>
              <a:buNone/>
              <a:defRPr sz="1800" b="1">
                <a:solidFill>
                  <a:srgbClr val="1D264D"/>
                </a:solidFill>
                <a:latin typeface="Montserrat" panose="00000500000000000000" pitchFamily="2" charset="0"/>
              </a:defRPr>
            </a:lvl2pPr>
            <a:lvl3pPr marL="1041400" indent="0">
              <a:spcBef>
                <a:spcPts val="0"/>
              </a:spcBef>
              <a:buNone/>
              <a:defRPr sz="1800" b="1">
                <a:solidFill>
                  <a:srgbClr val="1D264D"/>
                </a:solidFill>
                <a:latin typeface="Montserrat" panose="00000500000000000000" pitchFamily="2" charset="0"/>
              </a:defRPr>
            </a:lvl3pPr>
            <a:lvl4pPr marL="1511300" indent="0">
              <a:spcBef>
                <a:spcPts val="0"/>
              </a:spcBef>
              <a:buNone/>
              <a:defRPr sz="1800" b="1">
                <a:solidFill>
                  <a:srgbClr val="1D264D"/>
                </a:solidFill>
                <a:latin typeface="Montserrat" panose="00000500000000000000" pitchFamily="2" charset="0"/>
              </a:defRPr>
            </a:lvl4pPr>
            <a:lvl5pPr marL="1968500" indent="0">
              <a:spcBef>
                <a:spcPts val="0"/>
              </a:spcBef>
              <a:buNone/>
              <a:defRPr sz="1800" b="1">
                <a:solidFill>
                  <a:srgbClr val="1D264D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D9617AC-BF20-66BC-6D39-B3856119E3F2}"/>
              </a:ext>
            </a:extLst>
          </p:cNvPr>
          <p:cNvGrpSpPr/>
          <p:nvPr userDrawn="1"/>
        </p:nvGrpSpPr>
        <p:grpSpPr>
          <a:xfrm>
            <a:off x="929654" y="577497"/>
            <a:ext cx="520273" cy="520273"/>
            <a:chOff x="3199239" y="747211"/>
            <a:chExt cx="520273" cy="520273"/>
          </a:xfrm>
        </p:grpSpPr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A1150092-574F-9BDC-CDE9-E5150E5D9C33}"/>
                </a:ext>
              </a:extLst>
            </p:cNvPr>
            <p:cNvGrpSpPr/>
            <p:nvPr/>
          </p:nvGrpSpPr>
          <p:grpSpPr>
            <a:xfrm>
              <a:off x="3199239" y="747211"/>
              <a:ext cx="520273" cy="520273"/>
              <a:chOff x="0" y="0"/>
              <a:chExt cx="812800" cy="812800"/>
            </a:xfrm>
          </p:grpSpPr>
          <p:sp>
            <p:nvSpPr>
              <p:cNvPr id="9" name="Freeform 4">
                <a:extLst>
                  <a:ext uri="{FF2B5EF4-FFF2-40B4-BE49-F238E27FC236}">
                    <a16:creationId xmlns:a16="http://schemas.microsoft.com/office/drawing/2014/main" id="{71210CB3-0039-0387-E2A6-E9680D63816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0C44B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sz="1000">
                  <a:solidFill>
                    <a:srgbClr val="0E184B"/>
                  </a:solidFill>
                  <a:latin typeface="Montserrat" pitchFamily="2" charset="77"/>
                </a:endParaRPr>
              </a:p>
            </p:txBody>
          </p:sp>
          <p:sp>
            <p:nvSpPr>
              <p:cNvPr id="10" name="TextBox 5">
                <a:extLst>
                  <a:ext uri="{FF2B5EF4-FFF2-40B4-BE49-F238E27FC236}">
                    <a16:creationId xmlns:a16="http://schemas.microsoft.com/office/drawing/2014/main" id="{3112E9F7-8947-B06B-7664-C60E8E0D10C4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079"/>
                  </a:lnSpc>
                </a:pPr>
                <a:endParaRPr sz="1000">
                  <a:solidFill>
                    <a:srgbClr val="0E184B"/>
                  </a:solidFill>
                  <a:latin typeface="Montserrat" pitchFamily="2" charset="77"/>
                </a:endParaRPr>
              </a:p>
            </p:txBody>
          </p:sp>
        </p:grpSp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14A798BA-8396-1FE3-5EBA-79F7535E1D63}"/>
                </a:ext>
              </a:extLst>
            </p:cNvPr>
            <p:cNvSpPr/>
            <p:nvPr/>
          </p:nvSpPr>
          <p:spPr>
            <a:xfrm>
              <a:off x="3288741" y="1007348"/>
              <a:ext cx="341269" cy="0"/>
            </a:xfrm>
            <a:prstGeom prst="line">
              <a:avLst/>
            </a:prstGeom>
            <a:ln w="73569" cap="flat">
              <a:solidFill>
                <a:srgbClr val="0C44B3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US" sz="1000">
                <a:solidFill>
                  <a:srgbClr val="0E184B"/>
                </a:solidFill>
                <a:latin typeface="Montserrat" pitchFamily="2" charset="77"/>
              </a:endParaRPr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96099D-9965-3272-4C00-3F5769E65673}"/>
              </a:ext>
            </a:extLst>
          </p:cNvPr>
          <p:cNvSpPr/>
          <p:nvPr userDrawn="1"/>
        </p:nvSpPr>
        <p:spPr>
          <a:xfrm>
            <a:off x="-1" y="1"/>
            <a:ext cx="645255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7" descr="Texto&#10;&#10;Descripción generada automáticamente con confianza media">
            <a:extLst>
              <a:ext uri="{FF2B5EF4-FFF2-40B4-BE49-F238E27FC236}">
                <a16:creationId xmlns:a16="http://schemas.microsoft.com/office/drawing/2014/main" id="{F76AE272-4229-59B1-CC42-C9ECBCF459D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23890" y="5962541"/>
            <a:ext cx="1293031" cy="355442"/>
          </a:xfrm>
          <a:prstGeom prst="rect">
            <a:avLst/>
          </a:prstGeom>
        </p:spPr>
      </p:pic>
      <p:grpSp>
        <p:nvGrpSpPr>
          <p:cNvPr id="19" name="Grupo 11">
            <a:extLst>
              <a:ext uri="{FF2B5EF4-FFF2-40B4-BE49-F238E27FC236}">
                <a16:creationId xmlns:a16="http://schemas.microsoft.com/office/drawing/2014/main" id="{956460CD-51FD-EE04-A490-28196D86D1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01064" y="200342"/>
            <a:ext cx="243121" cy="221921"/>
            <a:chOff x="5465909" y="2845257"/>
            <a:chExt cx="729516" cy="665904"/>
          </a:xfrm>
          <a:solidFill>
            <a:schemeClr val="tx1"/>
          </a:solidFill>
        </p:grpSpPr>
        <p:sp>
          <p:nvSpPr>
            <p:cNvPr id="20" name="Forma libre: forma 12">
              <a:extLst>
                <a:ext uri="{FF2B5EF4-FFF2-40B4-BE49-F238E27FC236}">
                  <a16:creationId xmlns:a16="http://schemas.microsoft.com/office/drawing/2014/main" id="{AB6D6ADC-0550-6F87-D949-72D59C32A0B6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13">
              <a:extLst>
                <a:ext uri="{FF2B5EF4-FFF2-40B4-BE49-F238E27FC236}">
                  <a16:creationId xmlns:a16="http://schemas.microsoft.com/office/drawing/2014/main" id="{9B35131F-29C8-2104-808D-41D8927A5851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2" name="Forma libre: forma 14">
              <a:extLst>
                <a:ext uri="{FF2B5EF4-FFF2-40B4-BE49-F238E27FC236}">
                  <a16:creationId xmlns:a16="http://schemas.microsoft.com/office/drawing/2014/main" id="{5749FDBB-2687-2779-910C-5E6B8E60F2BB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pic>
        <p:nvPicPr>
          <p:cNvPr id="23" name="Google Shape;821;g287fe495a2e_0_41">
            <a:extLst>
              <a:ext uri="{FF2B5EF4-FFF2-40B4-BE49-F238E27FC236}">
                <a16:creationId xmlns:a16="http://schemas.microsoft.com/office/drawing/2014/main" id="{6C06EEBE-A6E0-2BF8-F169-6CA544FB2DA4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 t="33288" b="33335"/>
          <a:stretch/>
        </p:blipFill>
        <p:spPr>
          <a:xfrm>
            <a:off x="10165202" y="6514449"/>
            <a:ext cx="2026798" cy="259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19002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1" imgH="420" progId="TCLayout.ActiveDocument.1">
                  <p:embed/>
                </p:oleObj>
              </mc:Choice>
              <mc:Fallback>
                <p:oleObj name="Diapositiva de think-cell" r:id="rId3" imgW="421" imgH="42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arcador de texto 4"/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rgbClr val="DB002F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5" name="1 Título"/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rgbClr val="DB002F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65427AF4-B7E3-38E9-26C9-19C8F63D4600}"/>
              </a:ext>
            </a:extLst>
          </p:cNvPr>
          <p:cNvGrpSpPr/>
          <p:nvPr userDrawn="1"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7" name="Forma libre: forma 5">
              <a:extLst>
                <a:ext uri="{FF2B5EF4-FFF2-40B4-BE49-F238E27FC236}">
                  <a16:creationId xmlns:a16="http://schemas.microsoft.com/office/drawing/2014/main" id="{14E1DB5E-91C1-2237-E333-83692F71C4D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" name="Forma libre: forma 19">
              <a:extLst>
                <a:ext uri="{FF2B5EF4-FFF2-40B4-BE49-F238E27FC236}">
                  <a16:creationId xmlns:a16="http://schemas.microsoft.com/office/drawing/2014/main" id="{15FA9279-12EF-AC9E-F16C-8FEEFF00E0D7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" name="Forma libre: forma 20">
              <a:extLst>
                <a:ext uri="{FF2B5EF4-FFF2-40B4-BE49-F238E27FC236}">
                  <a16:creationId xmlns:a16="http://schemas.microsoft.com/office/drawing/2014/main" id="{396EAB82-2F52-2C2F-5243-C17BEE4D7D39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8766278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2">
            <a:extLst>
              <a:ext uri="{FF2B5EF4-FFF2-40B4-BE49-F238E27FC236}">
                <a16:creationId xmlns:a16="http://schemas.microsoft.com/office/drawing/2014/main" id="{02C6E78E-94C2-B86A-43B0-C98F58009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9512" y="1527134"/>
            <a:ext cx="8066088" cy="443328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s-ES"/>
              <a:t>Presentation subtitle</a:t>
            </a:r>
          </a:p>
        </p:txBody>
      </p:sp>
      <p:sp>
        <p:nvSpPr>
          <p:cNvPr id="2" name="Título 14">
            <a:extLst>
              <a:ext uri="{FF2B5EF4-FFF2-40B4-BE49-F238E27FC236}">
                <a16:creationId xmlns:a16="http://schemas.microsoft.com/office/drawing/2014/main" id="{EE43D0D4-53D9-E48B-97B4-161635A2CF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9513" y="2730572"/>
            <a:ext cx="8066087" cy="90984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4400" b="1" i="0" spc="-150">
                <a:solidFill>
                  <a:schemeClr val="accent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s-ES"/>
              <a:t>Presentation </a:t>
            </a:r>
            <a:r>
              <a:rPr lang="es-ES" err="1"/>
              <a:t>Title</a:t>
            </a:r>
            <a:endParaRPr lang="es-ES"/>
          </a:p>
        </p:txBody>
      </p:sp>
      <p:cxnSp>
        <p:nvCxnSpPr>
          <p:cNvPr id="22" name="Conector recto 17">
            <a:extLst>
              <a:ext uri="{FF2B5EF4-FFF2-40B4-BE49-F238E27FC236}">
                <a16:creationId xmlns:a16="http://schemas.microsoft.com/office/drawing/2014/main" id="{E6BFB2A2-D551-503C-6002-FDD2DD5E20A0}"/>
              </a:ext>
            </a:extLst>
          </p:cNvPr>
          <p:cNvCxnSpPr>
            <a:cxnSpLocks/>
          </p:cNvCxnSpPr>
          <p:nvPr/>
        </p:nvCxnSpPr>
        <p:spPr>
          <a:xfrm>
            <a:off x="395847" y="2312570"/>
            <a:ext cx="1138893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7A58FAF-2A85-4439-D987-87A26EAC372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343" y="1402510"/>
            <a:ext cx="3257824" cy="75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40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502" y="2808051"/>
            <a:ext cx="11000786" cy="353354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62" y="3284983"/>
            <a:ext cx="5488645" cy="3025329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6000" b="1" i="0" spc="-15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Small PPT Title</a:t>
            </a:r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394C8709-5400-E9AB-2B49-4AD77847F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221" y="6454775"/>
            <a:ext cx="4075367" cy="23915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74C3D-5AB0-6A17-C266-0C6A890DAC54}"/>
              </a:ext>
            </a:extLst>
          </p:cNvPr>
          <p:cNvSpPr txBox="1"/>
          <p:nvPr/>
        </p:nvSpPr>
        <p:spPr>
          <a:xfrm>
            <a:off x="9509761" y="6454776"/>
            <a:ext cx="2273340" cy="239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6318FB6F-139D-E242-9895-EB6663796CDE}" type="datetime1">
              <a:rPr lang="en-GB" sz="15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06/04/2026</a:t>
            </a:fld>
            <a:endParaRPr lang="en-US" sz="15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E568369-7479-5BCB-DA9E-55BA0A31DE0B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F5461EC0-D6A0-32FD-6D8F-3BA2DC71FC1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DEA05D7F-7085-A6D3-747F-8F8742FE7E5D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E8C6456F-33BF-ED67-1687-666967284F8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322145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C25132B-49EB-2005-F0C7-1B94ECBC50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5341" y="438865"/>
            <a:ext cx="9289413" cy="301607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>
              <a:lnSpc>
                <a:spcPct val="80000"/>
              </a:lnSpc>
              <a:defRPr sz="7000" b="1" i="0" spc="-150">
                <a:solidFill>
                  <a:schemeClr val="bg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Divider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B7A11-3EF6-0DC2-8445-70CAD5E94FC7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A792B81-F3CB-42B6-4C44-02DD4B91D2F1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07FADB92-7184-0633-1361-C74F0B54DB66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01FC3207-CC84-D465-4921-ED4DF38B310E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C20E5765-22A1-207D-F6C2-B0FAC3D374C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7428366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C25132B-49EB-2005-F0C7-1B94ECBC50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5341" y="438865"/>
            <a:ext cx="9289413" cy="301607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>
              <a:lnSpc>
                <a:spcPct val="80000"/>
              </a:lnSpc>
              <a:defRPr sz="7000" b="1" i="0" spc="-150">
                <a:solidFill>
                  <a:schemeClr val="bg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Divider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B7A11-3EF6-0DC2-8445-70CAD5E94FC7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7B614D0-9608-BAF4-A121-9EE0297FD782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4A01FDC8-402A-CF0C-317A-BBF89E7C6913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8BE9981B-089B-F65E-207A-E42AB73A5B76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98272DF2-4963-4767-F77D-AD9D18C4F0E7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873397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C25132B-49EB-2005-F0C7-1B94ECBC50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5341" y="438865"/>
            <a:ext cx="9289413" cy="301607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>
              <a:lnSpc>
                <a:spcPct val="80000"/>
              </a:lnSpc>
              <a:defRPr sz="7000" b="1" i="0" spc="-150">
                <a:solidFill>
                  <a:schemeClr val="bg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Divider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B7A11-3EF6-0DC2-8445-70CAD5E94FC7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F6B9B181-D4CA-2A83-6EC9-032D02A44F0B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91FF17BF-DD64-310B-A2E8-BC57D86B1AF4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E1D418F4-1A0B-15E9-0FEF-C6C8DCF9171A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0F658400-AFEC-E739-A8A4-AB7B4A8C42D1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7887650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9E5E572-ACA6-848C-1471-C2088F7E0D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6400" y="439200"/>
            <a:ext cx="9289413" cy="301607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>
              <a:lnSpc>
                <a:spcPct val="80000"/>
              </a:lnSpc>
              <a:defRPr sz="7000" b="1" i="0" spc="-150">
                <a:solidFill>
                  <a:schemeClr val="accent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/>
              <a:t>Divider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FFA5EA-9D96-A3B7-5DD4-A4D9BED659C6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4106F7-F3F5-322B-340A-A0B5B5B14FA0}"/>
              </a:ext>
            </a:extLst>
          </p:cNvPr>
          <p:cNvGrpSpPr/>
          <p:nvPr/>
        </p:nvGrpSpPr>
        <p:grpSpPr>
          <a:xfrm>
            <a:off x="11396118" y="222969"/>
            <a:ext cx="473773" cy="432461"/>
            <a:chOff x="5465909" y="2845257"/>
            <a:chExt cx="729516" cy="665904"/>
          </a:xfrm>
        </p:grpSpPr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4D910D61-F022-6774-2592-7417D66FAB28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925907EA-B88B-F8B9-010F-94CA64A50B71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0BDF54D-155A-AB37-29BA-BA264F8705B7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777921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ymb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ECADF309-5276-4BCA-840A-5331B411185E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2574" y="2622552"/>
            <a:ext cx="1706063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17C244DD-AAF1-8228-278E-6247B6BAA300}"/>
              </a:ext>
            </a:extLst>
          </p:cNvPr>
          <p:cNvGrpSpPr/>
          <p:nvPr/>
        </p:nvGrpSpPr>
        <p:grpSpPr>
          <a:xfrm>
            <a:off x="4496068" y="3036081"/>
            <a:ext cx="3199864" cy="1278273"/>
            <a:chOff x="10709665" y="301762"/>
            <a:chExt cx="1082567" cy="432461"/>
          </a:xfrm>
        </p:grpSpPr>
        <p:sp>
          <p:nvSpPr>
            <p:cNvPr id="16" name="Forma libre 163">
              <a:extLst>
                <a:ext uri="{FF2B5EF4-FFF2-40B4-BE49-F238E27FC236}">
                  <a16:creationId xmlns:a16="http://schemas.microsoft.com/office/drawing/2014/main" id="{79BDF630-4C31-EEC5-7782-76B85E36EAB9}"/>
                </a:ext>
              </a:extLst>
            </p:cNvPr>
            <p:cNvSpPr/>
            <p:nvPr/>
          </p:nvSpPr>
          <p:spPr>
            <a:xfrm>
              <a:off x="11039633" y="364114"/>
              <a:ext cx="132622" cy="141132"/>
            </a:xfrm>
            <a:custGeom>
              <a:avLst/>
              <a:gdLst>
                <a:gd name="connsiteX0" fmla="*/ 236399 w 558508"/>
                <a:gd name="connsiteY0" fmla="*/ 0 h 594344"/>
                <a:gd name="connsiteX1" fmla="*/ 0 w 558508"/>
                <a:gd name="connsiteY1" fmla="*/ 594344 h 594344"/>
                <a:gd name="connsiteX2" fmla="*/ 90961 w 558508"/>
                <a:gd name="connsiteY2" fmla="*/ 594344 h 594344"/>
                <a:gd name="connsiteX3" fmla="*/ 156074 w 558508"/>
                <a:gd name="connsiteY3" fmla="*/ 424519 h 594344"/>
                <a:gd name="connsiteX4" fmla="*/ 399518 w 558508"/>
                <a:gd name="connsiteY4" fmla="*/ 424519 h 594344"/>
                <a:gd name="connsiteX5" fmla="*/ 464272 w 558508"/>
                <a:gd name="connsiteY5" fmla="*/ 594344 h 594344"/>
                <a:gd name="connsiteX6" fmla="*/ 558508 w 558508"/>
                <a:gd name="connsiteY6" fmla="*/ 594344 h 594344"/>
                <a:gd name="connsiteX7" fmla="*/ 321391 w 558508"/>
                <a:gd name="connsiteY7" fmla="*/ 0 h 594344"/>
                <a:gd name="connsiteX8" fmla="*/ 184703 w 558508"/>
                <a:gd name="connsiteY8" fmla="*/ 349822 h 594344"/>
                <a:gd name="connsiteX9" fmla="*/ 253361 w 558508"/>
                <a:gd name="connsiteY9" fmla="*/ 170587 h 594344"/>
                <a:gd name="connsiteX10" fmla="*/ 278042 w 558508"/>
                <a:gd name="connsiteY10" fmla="*/ 106914 h 594344"/>
                <a:gd name="connsiteX11" fmla="*/ 302723 w 558508"/>
                <a:gd name="connsiteY11" fmla="*/ 170587 h 594344"/>
                <a:gd name="connsiteX12" fmla="*/ 371022 w 558508"/>
                <a:gd name="connsiteY12" fmla="*/ 349822 h 5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508" h="594344">
                  <a:moveTo>
                    <a:pt x="236399" y="0"/>
                  </a:moveTo>
                  <a:lnTo>
                    <a:pt x="0" y="594344"/>
                  </a:lnTo>
                  <a:lnTo>
                    <a:pt x="90961" y="594344"/>
                  </a:lnTo>
                  <a:lnTo>
                    <a:pt x="156074" y="424519"/>
                  </a:lnTo>
                  <a:lnTo>
                    <a:pt x="399518" y="424519"/>
                  </a:lnTo>
                  <a:lnTo>
                    <a:pt x="464272" y="594344"/>
                  </a:lnTo>
                  <a:lnTo>
                    <a:pt x="558508" y="594344"/>
                  </a:lnTo>
                  <a:lnTo>
                    <a:pt x="321391" y="0"/>
                  </a:lnTo>
                  <a:close/>
                  <a:moveTo>
                    <a:pt x="184703" y="349822"/>
                  </a:moveTo>
                  <a:lnTo>
                    <a:pt x="253361" y="170587"/>
                  </a:lnTo>
                  <a:cubicBezTo>
                    <a:pt x="259586" y="154725"/>
                    <a:pt x="267811" y="133499"/>
                    <a:pt x="278042" y="106914"/>
                  </a:cubicBezTo>
                  <a:cubicBezTo>
                    <a:pt x="288215" y="133530"/>
                    <a:pt x="296441" y="154756"/>
                    <a:pt x="302723" y="170587"/>
                  </a:cubicBezTo>
                  <a:lnTo>
                    <a:pt x="371022" y="349822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7" name="Forma libre 164">
              <a:extLst>
                <a:ext uri="{FF2B5EF4-FFF2-40B4-BE49-F238E27FC236}">
                  <a16:creationId xmlns:a16="http://schemas.microsoft.com/office/drawing/2014/main" id="{03EB5C4F-659A-EAF9-1A48-EC4793FB35BF}"/>
                </a:ext>
              </a:extLst>
            </p:cNvPr>
            <p:cNvSpPr/>
            <p:nvPr/>
          </p:nvSpPr>
          <p:spPr>
            <a:xfrm>
              <a:off x="11159160" y="402802"/>
              <a:ext cx="100548" cy="102625"/>
            </a:xfrm>
            <a:custGeom>
              <a:avLst/>
              <a:gdLst>
                <a:gd name="connsiteX0" fmla="*/ 235501 w 423435"/>
                <a:gd name="connsiteY0" fmla="*/ 259891 h 432180"/>
                <a:gd name="connsiteX1" fmla="*/ 225315 w 423435"/>
                <a:gd name="connsiteY1" fmla="*/ 287493 h 432180"/>
                <a:gd name="connsiteX2" fmla="*/ 212571 w 423435"/>
                <a:gd name="connsiteY2" fmla="*/ 316798 h 432180"/>
                <a:gd name="connsiteX3" fmla="*/ 201935 w 423435"/>
                <a:gd name="connsiteY3" fmla="*/ 287493 h 432180"/>
                <a:gd name="connsiteX4" fmla="*/ 191300 w 423435"/>
                <a:gd name="connsiteY4" fmla="*/ 259891 h 432180"/>
                <a:gd name="connsiteX5" fmla="*/ 90961 w 423435"/>
                <a:gd name="connsiteY5" fmla="*/ 0 h 432180"/>
                <a:gd name="connsiteX6" fmla="*/ 0 w 423435"/>
                <a:gd name="connsiteY6" fmla="*/ 0 h 432180"/>
                <a:gd name="connsiteX7" fmla="*/ 173440 w 423435"/>
                <a:gd name="connsiteY7" fmla="*/ 432181 h 432180"/>
                <a:gd name="connsiteX8" fmla="*/ 250848 w 423435"/>
                <a:gd name="connsiteY8" fmla="*/ 432181 h 432180"/>
                <a:gd name="connsiteX9" fmla="*/ 423436 w 423435"/>
                <a:gd name="connsiteY9" fmla="*/ 0 h 432180"/>
                <a:gd name="connsiteX10" fmla="*/ 334988 w 423435"/>
                <a:gd name="connsiteY10" fmla="*/ 0 h 432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3435" h="432180">
                  <a:moveTo>
                    <a:pt x="235501" y="259891"/>
                  </a:moveTo>
                  <a:cubicBezTo>
                    <a:pt x="232136" y="269525"/>
                    <a:pt x="228725" y="278756"/>
                    <a:pt x="225315" y="287493"/>
                  </a:cubicBezTo>
                  <a:cubicBezTo>
                    <a:pt x="221904" y="296231"/>
                    <a:pt x="217686" y="306044"/>
                    <a:pt x="212571" y="316798"/>
                  </a:cubicBezTo>
                  <a:cubicBezTo>
                    <a:pt x="208590" y="306044"/>
                    <a:pt x="205045" y="296276"/>
                    <a:pt x="201935" y="287493"/>
                  </a:cubicBezTo>
                  <a:cubicBezTo>
                    <a:pt x="198794" y="278532"/>
                    <a:pt x="195249" y="269570"/>
                    <a:pt x="191300" y="259891"/>
                  </a:cubicBezTo>
                  <a:lnTo>
                    <a:pt x="90961" y="0"/>
                  </a:lnTo>
                  <a:lnTo>
                    <a:pt x="0" y="0"/>
                  </a:lnTo>
                  <a:lnTo>
                    <a:pt x="173440" y="432181"/>
                  </a:lnTo>
                  <a:lnTo>
                    <a:pt x="250848" y="432181"/>
                  </a:lnTo>
                  <a:lnTo>
                    <a:pt x="423436" y="0"/>
                  </a:lnTo>
                  <a:lnTo>
                    <a:pt x="334988" y="0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8" name="Forma libre 165">
              <a:extLst>
                <a:ext uri="{FF2B5EF4-FFF2-40B4-BE49-F238E27FC236}">
                  <a16:creationId xmlns:a16="http://schemas.microsoft.com/office/drawing/2014/main" id="{4D3FC74B-62F1-EEE5-5210-1BF87ECF958F}"/>
                </a:ext>
              </a:extLst>
            </p:cNvPr>
            <p:cNvSpPr/>
            <p:nvPr/>
          </p:nvSpPr>
          <p:spPr>
            <a:xfrm>
              <a:off x="11260890" y="400806"/>
              <a:ext cx="90878" cy="106690"/>
            </a:xfrm>
            <a:custGeom>
              <a:avLst/>
              <a:gdLst>
                <a:gd name="connsiteX0" fmla="*/ 323640 w 382711"/>
                <a:gd name="connsiteY0" fmla="*/ 40354 h 449300"/>
                <a:gd name="connsiteX1" fmla="*/ 262431 w 382711"/>
                <a:gd name="connsiteY1" fmla="*/ 9794 h 449300"/>
                <a:gd name="connsiteX2" fmla="*/ 189734 w 382711"/>
                <a:gd name="connsiteY2" fmla="*/ 26 h 449300"/>
                <a:gd name="connsiteX3" fmla="*/ 84279 w 382711"/>
                <a:gd name="connsiteY3" fmla="*/ 25925 h 449300"/>
                <a:gd name="connsiteX4" fmla="*/ 14679 w 382711"/>
                <a:gd name="connsiteY4" fmla="*/ 104430 h 449300"/>
                <a:gd name="connsiteX5" fmla="*/ 80016 w 382711"/>
                <a:gd name="connsiteY5" fmla="*/ 141935 h 449300"/>
                <a:gd name="connsiteX6" fmla="*/ 120403 w 382711"/>
                <a:gd name="connsiteY6" fmla="*/ 92645 h 449300"/>
                <a:gd name="connsiteX7" fmla="*/ 188029 w 382711"/>
                <a:gd name="connsiteY7" fmla="*/ 74722 h 449300"/>
                <a:gd name="connsiteX8" fmla="*/ 243539 w 382711"/>
                <a:gd name="connsiteY8" fmla="*/ 84938 h 449300"/>
                <a:gd name="connsiteX9" fmla="*/ 283926 w 382711"/>
                <a:gd name="connsiteY9" fmla="*/ 118052 h 449300"/>
                <a:gd name="connsiteX10" fmla="*/ 299228 w 382711"/>
                <a:gd name="connsiteY10" fmla="*/ 178320 h 449300"/>
                <a:gd name="connsiteX11" fmla="*/ 299228 w 382711"/>
                <a:gd name="connsiteY11" fmla="*/ 226445 h 449300"/>
                <a:gd name="connsiteX12" fmla="*/ 289894 w 382711"/>
                <a:gd name="connsiteY12" fmla="*/ 217483 h 449300"/>
                <a:gd name="connsiteX13" fmla="*/ 174253 w 382711"/>
                <a:gd name="connsiteY13" fmla="*/ 182711 h 449300"/>
                <a:gd name="connsiteX14" fmla="*/ 85805 w 382711"/>
                <a:gd name="connsiteY14" fmla="*/ 197991 h 449300"/>
                <a:gd name="connsiteX15" fmla="*/ 22981 w 382711"/>
                <a:gd name="connsiteY15" fmla="*/ 243427 h 449300"/>
                <a:gd name="connsiteX16" fmla="*/ 22577 w 382711"/>
                <a:gd name="connsiteY16" fmla="*/ 388160 h 449300"/>
                <a:gd name="connsiteX17" fmla="*/ 83786 w 382711"/>
                <a:gd name="connsiteY17" fmla="*/ 433596 h 449300"/>
                <a:gd name="connsiteX18" fmla="*/ 170079 w 382711"/>
                <a:gd name="connsiteY18" fmla="*/ 449279 h 449300"/>
                <a:gd name="connsiteX19" fmla="*/ 288234 w 382711"/>
                <a:gd name="connsiteY19" fmla="*/ 413208 h 449300"/>
                <a:gd name="connsiteX20" fmla="*/ 303581 w 382711"/>
                <a:gd name="connsiteY20" fmla="*/ 397077 h 449300"/>
                <a:gd name="connsiteX21" fmla="*/ 303581 w 382711"/>
                <a:gd name="connsiteY21" fmla="*/ 439959 h 449300"/>
                <a:gd name="connsiteX22" fmla="*/ 382650 w 382711"/>
                <a:gd name="connsiteY22" fmla="*/ 439959 h 449300"/>
                <a:gd name="connsiteX23" fmla="*/ 382650 w 382711"/>
                <a:gd name="connsiteY23" fmla="*/ 170658 h 449300"/>
                <a:gd name="connsiteX24" fmla="*/ 366495 w 382711"/>
                <a:gd name="connsiteY24" fmla="*/ 93407 h 449300"/>
                <a:gd name="connsiteX25" fmla="*/ 323640 w 382711"/>
                <a:gd name="connsiteY25" fmla="*/ 40354 h 449300"/>
                <a:gd name="connsiteX26" fmla="*/ 271361 w 382711"/>
                <a:gd name="connsiteY26" fmla="*/ 366786 h 449300"/>
                <a:gd name="connsiteX27" fmla="*/ 194805 w 382711"/>
                <a:gd name="connsiteY27" fmla="*/ 384709 h 449300"/>
                <a:gd name="connsiteX28" fmla="*/ 117038 w 382711"/>
                <a:gd name="connsiteY28" fmla="*/ 366786 h 449300"/>
                <a:gd name="connsiteX29" fmla="*/ 85985 w 382711"/>
                <a:gd name="connsiteY29" fmla="*/ 315032 h 449300"/>
                <a:gd name="connsiteX30" fmla="*/ 117038 w 382711"/>
                <a:gd name="connsiteY30" fmla="*/ 261933 h 449300"/>
                <a:gd name="connsiteX31" fmla="*/ 194805 w 382711"/>
                <a:gd name="connsiteY31" fmla="*/ 244547 h 449300"/>
                <a:gd name="connsiteX32" fmla="*/ 271361 w 382711"/>
                <a:gd name="connsiteY32" fmla="*/ 262471 h 449300"/>
                <a:gd name="connsiteX33" fmla="*/ 301876 w 382711"/>
                <a:gd name="connsiteY33" fmla="*/ 315032 h 449300"/>
                <a:gd name="connsiteX34" fmla="*/ 271361 w 382711"/>
                <a:gd name="connsiteY34" fmla="*/ 366786 h 44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82711" h="449300">
                  <a:moveTo>
                    <a:pt x="323640" y="40354"/>
                  </a:moveTo>
                  <a:cubicBezTo>
                    <a:pt x="305407" y="26310"/>
                    <a:pt x="284622" y="15933"/>
                    <a:pt x="262431" y="9794"/>
                  </a:cubicBezTo>
                  <a:cubicBezTo>
                    <a:pt x="238769" y="3194"/>
                    <a:pt x="214303" y="-91"/>
                    <a:pt x="189734" y="26"/>
                  </a:cubicBezTo>
                  <a:cubicBezTo>
                    <a:pt x="152937" y="-543"/>
                    <a:pt x="116616" y="8378"/>
                    <a:pt x="84279" y="25925"/>
                  </a:cubicBezTo>
                  <a:cubicBezTo>
                    <a:pt x="52872" y="43499"/>
                    <a:pt x="28339" y="71169"/>
                    <a:pt x="14679" y="104430"/>
                  </a:cubicBezTo>
                  <a:lnTo>
                    <a:pt x="80016" y="141935"/>
                  </a:lnTo>
                  <a:cubicBezTo>
                    <a:pt x="87959" y="121677"/>
                    <a:pt x="102090" y="104430"/>
                    <a:pt x="120403" y="92645"/>
                  </a:cubicBezTo>
                  <a:cubicBezTo>
                    <a:pt x="138833" y="80695"/>
                    <a:pt x="161374" y="74722"/>
                    <a:pt x="188029" y="74722"/>
                  </a:cubicBezTo>
                  <a:cubicBezTo>
                    <a:pt x="207020" y="74498"/>
                    <a:pt x="225876" y="77966"/>
                    <a:pt x="243539" y="84938"/>
                  </a:cubicBezTo>
                  <a:cubicBezTo>
                    <a:pt x="260075" y="91592"/>
                    <a:pt x="274175" y="103149"/>
                    <a:pt x="283926" y="118052"/>
                  </a:cubicBezTo>
                  <a:cubicBezTo>
                    <a:pt x="294099" y="133345"/>
                    <a:pt x="299197" y="153438"/>
                    <a:pt x="299228" y="178320"/>
                  </a:cubicBezTo>
                  <a:lnTo>
                    <a:pt x="299228" y="226445"/>
                  </a:lnTo>
                  <a:cubicBezTo>
                    <a:pt x="296280" y="223290"/>
                    <a:pt x="293166" y="220301"/>
                    <a:pt x="289894" y="217483"/>
                  </a:cubicBezTo>
                  <a:cubicBezTo>
                    <a:pt x="263239" y="194303"/>
                    <a:pt x="224692" y="182711"/>
                    <a:pt x="174253" y="182711"/>
                  </a:cubicBezTo>
                  <a:cubicBezTo>
                    <a:pt x="144079" y="182317"/>
                    <a:pt x="114094" y="187497"/>
                    <a:pt x="85805" y="197991"/>
                  </a:cubicBezTo>
                  <a:cubicBezTo>
                    <a:pt x="60971" y="206881"/>
                    <a:pt x="39185" y="222640"/>
                    <a:pt x="22981" y="243427"/>
                  </a:cubicBezTo>
                  <a:cubicBezTo>
                    <a:pt x="-7511" y="286820"/>
                    <a:pt x="-7673" y="344596"/>
                    <a:pt x="22577" y="388160"/>
                  </a:cubicBezTo>
                  <a:cubicBezTo>
                    <a:pt x="38431" y="408610"/>
                    <a:pt x="59603" y="424329"/>
                    <a:pt x="83786" y="433596"/>
                  </a:cubicBezTo>
                  <a:cubicBezTo>
                    <a:pt x="111258" y="444363"/>
                    <a:pt x="140570" y="449687"/>
                    <a:pt x="170079" y="449279"/>
                  </a:cubicBezTo>
                  <a:cubicBezTo>
                    <a:pt x="221088" y="449279"/>
                    <a:pt x="260470" y="437257"/>
                    <a:pt x="288234" y="413208"/>
                  </a:cubicBezTo>
                  <a:cubicBezTo>
                    <a:pt x="293857" y="408337"/>
                    <a:pt x="298995" y="402933"/>
                    <a:pt x="303581" y="397077"/>
                  </a:cubicBezTo>
                  <a:lnTo>
                    <a:pt x="303581" y="439959"/>
                  </a:lnTo>
                  <a:lnTo>
                    <a:pt x="382650" y="439959"/>
                  </a:lnTo>
                  <a:lnTo>
                    <a:pt x="382650" y="170658"/>
                  </a:lnTo>
                  <a:cubicBezTo>
                    <a:pt x="383368" y="144001"/>
                    <a:pt x="377835" y="117550"/>
                    <a:pt x="366495" y="93407"/>
                  </a:cubicBezTo>
                  <a:cubicBezTo>
                    <a:pt x="356407" y="72719"/>
                    <a:pt x="341756" y="54580"/>
                    <a:pt x="323640" y="40354"/>
                  </a:cubicBezTo>
                  <a:close/>
                  <a:moveTo>
                    <a:pt x="271361" y="366786"/>
                  </a:moveTo>
                  <a:cubicBezTo>
                    <a:pt x="250930" y="378736"/>
                    <a:pt x="225410" y="384709"/>
                    <a:pt x="194805" y="384709"/>
                  </a:cubicBezTo>
                  <a:cubicBezTo>
                    <a:pt x="163662" y="384709"/>
                    <a:pt x="137738" y="378736"/>
                    <a:pt x="117038" y="366786"/>
                  </a:cubicBezTo>
                  <a:cubicBezTo>
                    <a:pt x="96337" y="354835"/>
                    <a:pt x="85985" y="337584"/>
                    <a:pt x="85985" y="315032"/>
                  </a:cubicBezTo>
                  <a:cubicBezTo>
                    <a:pt x="85056" y="292793"/>
                    <a:pt x="97185" y="272051"/>
                    <a:pt x="117038" y="261933"/>
                  </a:cubicBezTo>
                  <a:cubicBezTo>
                    <a:pt x="137711" y="250372"/>
                    <a:pt x="163631" y="244579"/>
                    <a:pt x="194805" y="244547"/>
                  </a:cubicBezTo>
                  <a:cubicBezTo>
                    <a:pt x="225468" y="244547"/>
                    <a:pt x="250988" y="250520"/>
                    <a:pt x="271361" y="262471"/>
                  </a:cubicBezTo>
                  <a:cubicBezTo>
                    <a:pt x="290747" y="272741"/>
                    <a:pt x="302585" y="293133"/>
                    <a:pt x="301876" y="315032"/>
                  </a:cubicBezTo>
                  <a:cubicBezTo>
                    <a:pt x="301876" y="337673"/>
                    <a:pt x="291703" y="354925"/>
                    <a:pt x="271361" y="366786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9" name="Forma libre 166">
              <a:extLst>
                <a:ext uri="{FF2B5EF4-FFF2-40B4-BE49-F238E27FC236}">
                  <a16:creationId xmlns:a16="http://schemas.microsoft.com/office/drawing/2014/main" id="{0B75B6BD-A879-7358-397B-F220DC219E46}"/>
                </a:ext>
              </a:extLst>
            </p:cNvPr>
            <p:cNvSpPr/>
            <p:nvPr/>
          </p:nvSpPr>
          <p:spPr>
            <a:xfrm>
              <a:off x="11371157" y="400803"/>
              <a:ext cx="88040" cy="104474"/>
            </a:xfrm>
            <a:custGeom>
              <a:avLst/>
              <a:gdLst>
                <a:gd name="connsiteX0" fmla="*/ 293300 w 370759"/>
                <a:gd name="connsiteY0" fmla="*/ 20424 h 439968"/>
                <a:gd name="connsiteX1" fmla="*/ 210865 w 370759"/>
                <a:gd name="connsiteY1" fmla="*/ 36 h 439968"/>
                <a:gd name="connsiteX2" fmla="*/ 127937 w 370759"/>
                <a:gd name="connsiteY2" fmla="*/ 23381 h 439968"/>
                <a:gd name="connsiteX3" fmla="*/ 83062 w 370759"/>
                <a:gd name="connsiteY3" fmla="*/ 72313 h 439968"/>
                <a:gd name="connsiteX4" fmla="*/ 83062 w 370759"/>
                <a:gd name="connsiteY4" fmla="*/ 8505 h 439968"/>
                <a:gd name="connsiteX5" fmla="*/ 0 w 370759"/>
                <a:gd name="connsiteY5" fmla="*/ 8505 h 439968"/>
                <a:gd name="connsiteX6" fmla="*/ 0 w 370759"/>
                <a:gd name="connsiteY6" fmla="*/ 439835 h 439968"/>
                <a:gd name="connsiteX7" fmla="*/ 83287 w 370759"/>
                <a:gd name="connsiteY7" fmla="*/ 439835 h 439968"/>
                <a:gd name="connsiteX8" fmla="*/ 83287 w 370759"/>
                <a:gd name="connsiteY8" fmla="*/ 184424 h 439968"/>
                <a:gd name="connsiteX9" fmla="*/ 113488 w 370759"/>
                <a:gd name="connsiteY9" fmla="*/ 103320 h 439968"/>
                <a:gd name="connsiteX10" fmla="*/ 191300 w 370759"/>
                <a:gd name="connsiteY10" fmla="*/ 74015 h 439968"/>
                <a:gd name="connsiteX11" fmla="*/ 260182 w 370759"/>
                <a:gd name="connsiteY11" fmla="*/ 102917 h 439968"/>
                <a:gd name="connsiteX12" fmla="*/ 286524 w 370759"/>
                <a:gd name="connsiteY12" fmla="*/ 181019 h 439968"/>
                <a:gd name="connsiteX13" fmla="*/ 286524 w 370759"/>
                <a:gd name="connsiteY13" fmla="*/ 439969 h 439968"/>
                <a:gd name="connsiteX14" fmla="*/ 370708 w 370759"/>
                <a:gd name="connsiteY14" fmla="*/ 439969 h 439968"/>
                <a:gd name="connsiteX15" fmla="*/ 370708 w 370759"/>
                <a:gd name="connsiteY15" fmla="*/ 167307 h 439968"/>
                <a:gd name="connsiteX16" fmla="*/ 349886 w 370759"/>
                <a:gd name="connsiteY16" fmla="*/ 78586 h 439968"/>
                <a:gd name="connsiteX17" fmla="*/ 293300 w 370759"/>
                <a:gd name="connsiteY17" fmla="*/ 20424 h 43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0759" h="439968">
                  <a:moveTo>
                    <a:pt x="293300" y="20424"/>
                  </a:moveTo>
                  <a:cubicBezTo>
                    <a:pt x="268111" y="6466"/>
                    <a:pt x="239666" y="-569"/>
                    <a:pt x="210865" y="36"/>
                  </a:cubicBezTo>
                  <a:cubicBezTo>
                    <a:pt x="181589" y="-13"/>
                    <a:pt x="152874" y="8066"/>
                    <a:pt x="127937" y="23381"/>
                  </a:cubicBezTo>
                  <a:cubicBezTo>
                    <a:pt x="108753" y="35256"/>
                    <a:pt x="93227" y="52189"/>
                    <a:pt x="83062" y="72313"/>
                  </a:cubicBezTo>
                  <a:lnTo>
                    <a:pt x="83062" y="8505"/>
                  </a:lnTo>
                  <a:lnTo>
                    <a:pt x="0" y="8505"/>
                  </a:lnTo>
                  <a:lnTo>
                    <a:pt x="0" y="439835"/>
                  </a:lnTo>
                  <a:lnTo>
                    <a:pt x="83287" y="439835"/>
                  </a:lnTo>
                  <a:lnTo>
                    <a:pt x="83287" y="184424"/>
                  </a:lnTo>
                  <a:cubicBezTo>
                    <a:pt x="83287" y="149890"/>
                    <a:pt x="93352" y="122857"/>
                    <a:pt x="113488" y="103320"/>
                  </a:cubicBezTo>
                  <a:cubicBezTo>
                    <a:pt x="133623" y="83784"/>
                    <a:pt x="159560" y="74015"/>
                    <a:pt x="191300" y="74015"/>
                  </a:cubicBezTo>
                  <a:cubicBezTo>
                    <a:pt x="219602" y="74015"/>
                    <a:pt x="242560" y="83649"/>
                    <a:pt x="260182" y="102917"/>
                  </a:cubicBezTo>
                  <a:cubicBezTo>
                    <a:pt x="277805" y="122185"/>
                    <a:pt x="286582" y="148219"/>
                    <a:pt x="286524" y="181019"/>
                  </a:cubicBezTo>
                  <a:lnTo>
                    <a:pt x="286524" y="439969"/>
                  </a:lnTo>
                  <a:lnTo>
                    <a:pt x="370708" y="439969"/>
                  </a:lnTo>
                  <a:lnTo>
                    <a:pt x="370708" y="167307"/>
                  </a:lnTo>
                  <a:cubicBezTo>
                    <a:pt x="371444" y="136447"/>
                    <a:pt x="364278" y="105906"/>
                    <a:pt x="349886" y="78586"/>
                  </a:cubicBezTo>
                  <a:cubicBezTo>
                    <a:pt x="336855" y="54286"/>
                    <a:pt x="317245" y="34135"/>
                    <a:pt x="293300" y="20424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0" name="Forma libre 167">
              <a:extLst>
                <a:ext uri="{FF2B5EF4-FFF2-40B4-BE49-F238E27FC236}">
                  <a16:creationId xmlns:a16="http://schemas.microsoft.com/office/drawing/2014/main" id="{A7FE316F-39DA-3077-2147-59CCE508BEF0}"/>
                </a:ext>
              </a:extLst>
            </p:cNvPr>
            <p:cNvSpPr/>
            <p:nvPr/>
          </p:nvSpPr>
          <p:spPr>
            <a:xfrm>
              <a:off x="11472902" y="400789"/>
              <a:ext cx="98722" cy="140357"/>
            </a:xfrm>
            <a:custGeom>
              <a:avLst/>
              <a:gdLst>
                <a:gd name="connsiteX0" fmla="*/ 331652 w 415746"/>
                <a:gd name="connsiteY0" fmla="*/ 81022 h 591083"/>
                <a:gd name="connsiteX1" fmla="*/ 322273 w 415746"/>
                <a:gd name="connsiteY1" fmla="*/ 65876 h 591083"/>
                <a:gd name="connsiteX2" fmla="*/ 269994 w 415746"/>
                <a:gd name="connsiteY2" fmla="*/ 17931 h 591083"/>
                <a:gd name="connsiteX3" fmla="*/ 192182 w 415746"/>
                <a:gd name="connsiteY3" fmla="*/ 7 h 591083"/>
                <a:gd name="connsiteX4" fmla="*/ 115895 w 415746"/>
                <a:gd name="connsiteY4" fmla="*/ 15287 h 591083"/>
                <a:gd name="connsiteX5" fmla="*/ 54686 w 415746"/>
                <a:gd name="connsiteY5" fmla="*/ 58169 h 591083"/>
                <a:gd name="connsiteX6" fmla="*/ 14299 w 415746"/>
                <a:gd name="connsiteY6" fmla="*/ 123097 h 591083"/>
                <a:gd name="connsiteX7" fmla="*/ 29 w 415746"/>
                <a:gd name="connsiteY7" fmla="*/ 204739 h 591083"/>
                <a:gd name="connsiteX8" fmla="*/ 25518 w 415746"/>
                <a:gd name="connsiteY8" fmla="*/ 309591 h 591083"/>
                <a:gd name="connsiteX9" fmla="*/ 94400 w 415746"/>
                <a:gd name="connsiteY9" fmla="*/ 382630 h 591083"/>
                <a:gd name="connsiteX10" fmla="*/ 192182 w 415746"/>
                <a:gd name="connsiteY10" fmla="*/ 409515 h 591083"/>
                <a:gd name="connsiteX11" fmla="*/ 269994 w 415746"/>
                <a:gd name="connsiteY11" fmla="*/ 391233 h 591083"/>
                <a:gd name="connsiteX12" fmla="*/ 322273 w 415746"/>
                <a:gd name="connsiteY12" fmla="*/ 343288 h 591083"/>
                <a:gd name="connsiteX13" fmla="*/ 331652 w 415746"/>
                <a:gd name="connsiteY13" fmla="*/ 328366 h 591083"/>
                <a:gd name="connsiteX14" fmla="*/ 331652 w 415746"/>
                <a:gd name="connsiteY14" fmla="*/ 389127 h 591083"/>
                <a:gd name="connsiteX15" fmla="*/ 313702 w 415746"/>
                <a:gd name="connsiteY15" fmla="*/ 460015 h 591083"/>
                <a:gd name="connsiteX16" fmla="*/ 266135 w 415746"/>
                <a:gd name="connsiteY16" fmla="*/ 502717 h 591083"/>
                <a:gd name="connsiteX17" fmla="*/ 200663 w 415746"/>
                <a:gd name="connsiteY17" fmla="*/ 517146 h 591083"/>
                <a:gd name="connsiteX18" fmla="*/ 125812 w 415746"/>
                <a:gd name="connsiteY18" fmla="*/ 497206 h 591083"/>
                <a:gd name="connsiteX19" fmla="*/ 70572 w 415746"/>
                <a:gd name="connsiteY19" fmla="*/ 441598 h 591083"/>
                <a:gd name="connsiteX20" fmla="*/ 11876 w 415746"/>
                <a:gd name="connsiteY20" fmla="*/ 488289 h 591083"/>
                <a:gd name="connsiteX21" fmla="*/ 62046 w 415746"/>
                <a:gd name="connsiteY21" fmla="*/ 546854 h 591083"/>
                <a:gd name="connsiteX22" fmla="*/ 127114 w 415746"/>
                <a:gd name="connsiteY22" fmla="*/ 580416 h 591083"/>
                <a:gd name="connsiteX23" fmla="*/ 199811 w 415746"/>
                <a:gd name="connsiteY23" fmla="*/ 591035 h 591083"/>
                <a:gd name="connsiteX24" fmla="*/ 311189 w 415746"/>
                <a:gd name="connsiteY24" fmla="*/ 567242 h 591083"/>
                <a:gd name="connsiteX25" fmla="*/ 387700 w 415746"/>
                <a:gd name="connsiteY25" fmla="*/ 497206 h 591083"/>
                <a:gd name="connsiteX26" fmla="*/ 415747 w 415746"/>
                <a:gd name="connsiteY26" fmla="*/ 384691 h 591083"/>
                <a:gd name="connsiteX27" fmla="*/ 415747 w 415746"/>
                <a:gd name="connsiteY27" fmla="*/ 8566 h 591083"/>
                <a:gd name="connsiteX28" fmla="*/ 331652 w 415746"/>
                <a:gd name="connsiteY28" fmla="*/ 8566 h 591083"/>
                <a:gd name="connsiteX29" fmla="*/ 317202 w 415746"/>
                <a:gd name="connsiteY29" fmla="*/ 271369 h 591083"/>
                <a:gd name="connsiteX30" fmla="*/ 273405 w 415746"/>
                <a:gd name="connsiteY30" fmla="*/ 317209 h 591083"/>
                <a:gd name="connsiteX31" fmla="*/ 145423 w 415746"/>
                <a:gd name="connsiteY31" fmla="*/ 317209 h 591083"/>
                <a:gd name="connsiteX32" fmla="*/ 101221 w 415746"/>
                <a:gd name="connsiteY32" fmla="*/ 271369 h 591083"/>
                <a:gd name="connsiteX33" fmla="*/ 85067 w 415746"/>
                <a:gd name="connsiteY33" fmla="*/ 204694 h 591083"/>
                <a:gd name="connsiteX34" fmla="*/ 101221 w 415746"/>
                <a:gd name="connsiteY34" fmla="*/ 137212 h 591083"/>
                <a:gd name="connsiteX35" fmla="*/ 145423 w 415746"/>
                <a:gd name="connsiteY35" fmla="*/ 91372 h 591083"/>
                <a:gd name="connsiteX36" fmla="*/ 273405 w 415746"/>
                <a:gd name="connsiteY36" fmla="*/ 91372 h 591083"/>
                <a:gd name="connsiteX37" fmla="*/ 317202 w 415746"/>
                <a:gd name="connsiteY37" fmla="*/ 137212 h 591083"/>
                <a:gd name="connsiteX38" fmla="*/ 333447 w 415746"/>
                <a:gd name="connsiteY38" fmla="*/ 204739 h 591083"/>
                <a:gd name="connsiteX39" fmla="*/ 317202 w 415746"/>
                <a:gd name="connsiteY39" fmla="*/ 271369 h 59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15746" h="591083">
                  <a:moveTo>
                    <a:pt x="331652" y="81022"/>
                  </a:moveTo>
                  <a:cubicBezTo>
                    <a:pt x="328735" y="75869"/>
                    <a:pt x="325594" y="70805"/>
                    <a:pt x="322273" y="65876"/>
                  </a:cubicBezTo>
                  <a:cubicBezTo>
                    <a:pt x="308896" y="45986"/>
                    <a:pt x="290978" y="29554"/>
                    <a:pt x="269994" y="17931"/>
                  </a:cubicBezTo>
                  <a:cubicBezTo>
                    <a:pt x="248724" y="5980"/>
                    <a:pt x="222786" y="7"/>
                    <a:pt x="192182" y="7"/>
                  </a:cubicBezTo>
                  <a:cubicBezTo>
                    <a:pt x="165966" y="-221"/>
                    <a:pt x="139993" y="4981"/>
                    <a:pt x="115895" y="15287"/>
                  </a:cubicBezTo>
                  <a:cubicBezTo>
                    <a:pt x="92749" y="25217"/>
                    <a:pt x="71914" y="39815"/>
                    <a:pt x="54686" y="58169"/>
                  </a:cubicBezTo>
                  <a:cubicBezTo>
                    <a:pt x="37140" y="76998"/>
                    <a:pt x="23423" y="99048"/>
                    <a:pt x="14299" y="123097"/>
                  </a:cubicBezTo>
                  <a:cubicBezTo>
                    <a:pt x="4499" y="149189"/>
                    <a:pt x="-339" y="176877"/>
                    <a:pt x="29" y="204739"/>
                  </a:cubicBezTo>
                  <a:cubicBezTo>
                    <a:pt x="-576" y="241289"/>
                    <a:pt x="8197" y="277387"/>
                    <a:pt x="25518" y="309591"/>
                  </a:cubicBezTo>
                  <a:cubicBezTo>
                    <a:pt x="41668" y="339546"/>
                    <a:pt x="65425" y="364733"/>
                    <a:pt x="94400" y="382630"/>
                  </a:cubicBezTo>
                  <a:cubicBezTo>
                    <a:pt x="123789" y="400647"/>
                    <a:pt x="157696" y="409972"/>
                    <a:pt x="192182" y="409515"/>
                  </a:cubicBezTo>
                  <a:cubicBezTo>
                    <a:pt x="222786" y="409515"/>
                    <a:pt x="248724" y="403421"/>
                    <a:pt x="269994" y="391233"/>
                  </a:cubicBezTo>
                  <a:cubicBezTo>
                    <a:pt x="290856" y="379444"/>
                    <a:pt x="308739" y="363044"/>
                    <a:pt x="322273" y="343288"/>
                  </a:cubicBezTo>
                  <a:cubicBezTo>
                    <a:pt x="325594" y="338448"/>
                    <a:pt x="328735" y="333474"/>
                    <a:pt x="331652" y="328366"/>
                  </a:cubicBezTo>
                  <a:lnTo>
                    <a:pt x="331652" y="389127"/>
                  </a:lnTo>
                  <a:cubicBezTo>
                    <a:pt x="331652" y="417446"/>
                    <a:pt x="325670" y="441074"/>
                    <a:pt x="313702" y="460015"/>
                  </a:cubicBezTo>
                  <a:cubicBezTo>
                    <a:pt x="302232" y="478476"/>
                    <a:pt x="285732" y="493290"/>
                    <a:pt x="266135" y="502717"/>
                  </a:cubicBezTo>
                  <a:cubicBezTo>
                    <a:pt x="245699" y="512450"/>
                    <a:pt x="223303" y="517383"/>
                    <a:pt x="200663" y="517146"/>
                  </a:cubicBezTo>
                  <a:cubicBezTo>
                    <a:pt x="174349" y="517522"/>
                    <a:pt x="148443" y="510622"/>
                    <a:pt x="125812" y="497206"/>
                  </a:cubicBezTo>
                  <a:cubicBezTo>
                    <a:pt x="103196" y="483364"/>
                    <a:pt x="84250" y="464294"/>
                    <a:pt x="70572" y="441598"/>
                  </a:cubicBezTo>
                  <a:lnTo>
                    <a:pt x="11876" y="488289"/>
                  </a:lnTo>
                  <a:cubicBezTo>
                    <a:pt x="24535" y="510944"/>
                    <a:pt x="41592" y="530857"/>
                    <a:pt x="62046" y="546854"/>
                  </a:cubicBezTo>
                  <a:cubicBezTo>
                    <a:pt x="81485" y="561941"/>
                    <a:pt x="103541" y="573318"/>
                    <a:pt x="127114" y="580416"/>
                  </a:cubicBezTo>
                  <a:cubicBezTo>
                    <a:pt x="150696" y="587482"/>
                    <a:pt x="175188" y="591062"/>
                    <a:pt x="199811" y="591035"/>
                  </a:cubicBezTo>
                  <a:cubicBezTo>
                    <a:pt x="238277" y="591788"/>
                    <a:pt x="276398" y="583647"/>
                    <a:pt x="311189" y="567242"/>
                  </a:cubicBezTo>
                  <a:cubicBezTo>
                    <a:pt x="342987" y="551846"/>
                    <a:pt x="369580" y="527501"/>
                    <a:pt x="387700" y="497206"/>
                  </a:cubicBezTo>
                  <a:cubicBezTo>
                    <a:pt x="406399" y="466346"/>
                    <a:pt x="415747" y="428841"/>
                    <a:pt x="415747" y="384691"/>
                  </a:cubicBezTo>
                  <a:lnTo>
                    <a:pt x="415747" y="8566"/>
                  </a:lnTo>
                  <a:lnTo>
                    <a:pt x="331652" y="8566"/>
                  </a:lnTo>
                  <a:close/>
                  <a:moveTo>
                    <a:pt x="317202" y="271369"/>
                  </a:moveTo>
                  <a:cubicBezTo>
                    <a:pt x="306980" y="290292"/>
                    <a:pt x="291853" y="306123"/>
                    <a:pt x="273405" y="317209"/>
                  </a:cubicBezTo>
                  <a:cubicBezTo>
                    <a:pt x="233601" y="339255"/>
                    <a:pt x="185226" y="339255"/>
                    <a:pt x="145423" y="317209"/>
                  </a:cubicBezTo>
                  <a:cubicBezTo>
                    <a:pt x="126773" y="306244"/>
                    <a:pt x="111489" y="290391"/>
                    <a:pt x="101221" y="271369"/>
                  </a:cubicBezTo>
                  <a:cubicBezTo>
                    <a:pt x="90218" y="250887"/>
                    <a:pt x="84654" y="227932"/>
                    <a:pt x="85067" y="204694"/>
                  </a:cubicBezTo>
                  <a:cubicBezTo>
                    <a:pt x="84591" y="181192"/>
                    <a:pt x="90155" y="157958"/>
                    <a:pt x="101221" y="137212"/>
                  </a:cubicBezTo>
                  <a:cubicBezTo>
                    <a:pt x="111489" y="118190"/>
                    <a:pt x="126773" y="102337"/>
                    <a:pt x="145423" y="91372"/>
                  </a:cubicBezTo>
                  <a:cubicBezTo>
                    <a:pt x="185213" y="69268"/>
                    <a:pt x="233615" y="69268"/>
                    <a:pt x="273405" y="91372"/>
                  </a:cubicBezTo>
                  <a:cubicBezTo>
                    <a:pt x="291853" y="102458"/>
                    <a:pt x="306980" y="118289"/>
                    <a:pt x="317202" y="137212"/>
                  </a:cubicBezTo>
                  <a:cubicBezTo>
                    <a:pt x="328291" y="157972"/>
                    <a:pt x="333882" y="181214"/>
                    <a:pt x="333447" y="204739"/>
                  </a:cubicBezTo>
                  <a:cubicBezTo>
                    <a:pt x="333801" y="227968"/>
                    <a:pt x="328210" y="250901"/>
                    <a:pt x="317202" y="271369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1" name="Forma libre 168">
              <a:extLst>
                <a:ext uri="{FF2B5EF4-FFF2-40B4-BE49-F238E27FC236}">
                  <a16:creationId xmlns:a16="http://schemas.microsoft.com/office/drawing/2014/main" id="{EC410FB2-853F-D2D2-36C6-FE812A27B186}"/>
                </a:ext>
              </a:extLst>
            </p:cNvPr>
            <p:cNvSpPr/>
            <p:nvPr/>
          </p:nvSpPr>
          <p:spPr>
            <a:xfrm>
              <a:off x="11591573" y="400808"/>
              <a:ext cx="53503" cy="104437"/>
            </a:xfrm>
            <a:custGeom>
              <a:avLst/>
              <a:gdLst>
                <a:gd name="connsiteX0" fmla="*/ 132200 w 225314"/>
                <a:gd name="connsiteY0" fmla="*/ 19551 h 439813"/>
                <a:gd name="connsiteX1" fmla="*/ 83287 w 225314"/>
                <a:gd name="connsiteY1" fmla="*/ 79192 h 439813"/>
                <a:gd name="connsiteX2" fmla="*/ 83287 w 225314"/>
                <a:gd name="connsiteY2" fmla="*/ 8483 h 439813"/>
                <a:gd name="connsiteX3" fmla="*/ 0 w 225314"/>
                <a:gd name="connsiteY3" fmla="*/ 8483 h 439813"/>
                <a:gd name="connsiteX4" fmla="*/ 0 w 225314"/>
                <a:gd name="connsiteY4" fmla="*/ 439813 h 439813"/>
                <a:gd name="connsiteX5" fmla="*/ 83287 w 225314"/>
                <a:gd name="connsiteY5" fmla="*/ 439813 h 439813"/>
                <a:gd name="connsiteX6" fmla="*/ 83287 w 225314"/>
                <a:gd name="connsiteY6" fmla="*/ 209720 h 439813"/>
                <a:gd name="connsiteX7" fmla="*/ 111379 w 225314"/>
                <a:gd name="connsiteY7" fmla="*/ 121402 h 439813"/>
                <a:gd name="connsiteX8" fmla="*/ 182774 w 225314"/>
                <a:gd name="connsiteY8" fmla="*/ 88153 h 439813"/>
                <a:gd name="connsiteX9" fmla="*/ 225315 w 225314"/>
                <a:gd name="connsiteY9" fmla="*/ 88153 h 439813"/>
                <a:gd name="connsiteX10" fmla="*/ 225315 w 225314"/>
                <a:gd name="connsiteY10" fmla="*/ 14 h 439813"/>
                <a:gd name="connsiteX11" fmla="*/ 200634 w 225314"/>
                <a:gd name="connsiteY11" fmla="*/ 14 h 439813"/>
                <a:gd name="connsiteX12" fmla="*/ 132200 w 225314"/>
                <a:gd name="connsiteY12" fmla="*/ 19551 h 439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5314" h="439813">
                  <a:moveTo>
                    <a:pt x="132200" y="19551"/>
                  </a:moveTo>
                  <a:cubicBezTo>
                    <a:pt x="112065" y="32425"/>
                    <a:pt x="95762" y="52306"/>
                    <a:pt x="83287" y="79192"/>
                  </a:cubicBezTo>
                  <a:lnTo>
                    <a:pt x="83287" y="8483"/>
                  </a:lnTo>
                  <a:lnTo>
                    <a:pt x="0" y="8483"/>
                  </a:lnTo>
                  <a:lnTo>
                    <a:pt x="0" y="439813"/>
                  </a:lnTo>
                  <a:lnTo>
                    <a:pt x="83287" y="439813"/>
                  </a:lnTo>
                  <a:lnTo>
                    <a:pt x="83287" y="209720"/>
                  </a:lnTo>
                  <a:cubicBezTo>
                    <a:pt x="83287" y="172945"/>
                    <a:pt x="92652" y="143506"/>
                    <a:pt x="111379" y="121402"/>
                  </a:cubicBezTo>
                  <a:cubicBezTo>
                    <a:pt x="128749" y="99893"/>
                    <a:pt x="155109" y="87616"/>
                    <a:pt x="182774" y="88153"/>
                  </a:cubicBezTo>
                  <a:lnTo>
                    <a:pt x="225315" y="88153"/>
                  </a:lnTo>
                  <a:lnTo>
                    <a:pt x="225315" y="14"/>
                  </a:lnTo>
                  <a:lnTo>
                    <a:pt x="200634" y="14"/>
                  </a:lnTo>
                  <a:cubicBezTo>
                    <a:pt x="176393" y="-357"/>
                    <a:pt x="152582" y="6440"/>
                    <a:pt x="132200" y="19551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2" name="Forma libre 169">
              <a:extLst>
                <a:ext uri="{FF2B5EF4-FFF2-40B4-BE49-F238E27FC236}">
                  <a16:creationId xmlns:a16="http://schemas.microsoft.com/office/drawing/2014/main" id="{B04AC523-F4A8-14E7-9FD2-3C11E1220EA5}"/>
                </a:ext>
              </a:extLst>
            </p:cNvPr>
            <p:cNvSpPr/>
            <p:nvPr/>
          </p:nvSpPr>
          <p:spPr>
            <a:xfrm>
              <a:off x="11656200" y="402823"/>
              <a:ext cx="19788" cy="102412"/>
            </a:xfrm>
            <a:custGeom>
              <a:avLst/>
              <a:gdLst>
                <a:gd name="connsiteX0" fmla="*/ 0 w 83331"/>
                <a:gd name="connsiteY0" fmla="*/ 0 h 431284"/>
                <a:gd name="connsiteX1" fmla="*/ 83332 w 83331"/>
                <a:gd name="connsiteY1" fmla="*/ 0 h 431284"/>
                <a:gd name="connsiteX2" fmla="*/ 83332 w 83331"/>
                <a:gd name="connsiteY2" fmla="*/ 431285 h 431284"/>
                <a:gd name="connsiteX3" fmla="*/ 0 w 83331"/>
                <a:gd name="connsiteY3" fmla="*/ 431285 h 43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331" h="431284">
                  <a:moveTo>
                    <a:pt x="0" y="0"/>
                  </a:moveTo>
                  <a:lnTo>
                    <a:pt x="83332" y="0"/>
                  </a:lnTo>
                  <a:lnTo>
                    <a:pt x="83332" y="431285"/>
                  </a:lnTo>
                  <a:lnTo>
                    <a:pt x="0" y="431285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3" name="Forma libre 170">
              <a:extLst>
                <a:ext uri="{FF2B5EF4-FFF2-40B4-BE49-F238E27FC236}">
                  <a16:creationId xmlns:a16="http://schemas.microsoft.com/office/drawing/2014/main" id="{70F9271C-C5F2-1D1B-93A1-BF100980532E}"/>
                </a:ext>
              </a:extLst>
            </p:cNvPr>
            <p:cNvSpPr/>
            <p:nvPr/>
          </p:nvSpPr>
          <p:spPr>
            <a:xfrm>
              <a:off x="11652553" y="359481"/>
              <a:ext cx="27284" cy="26014"/>
            </a:xfrm>
            <a:custGeom>
              <a:avLst/>
              <a:gdLst>
                <a:gd name="connsiteX0" fmla="*/ 97841 w 114900"/>
                <a:gd name="connsiteY0" fmla="*/ 14850 h 109551"/>
                <a:gd name="connsiteX1" fmla="*/ 57005 w 114900"/>
                <a:gd name="connsiteY1" fmla="*/ 19 h 109551"/>
                <a:gd name="connsiteX2" fmla="*/ 16618 w 114900"/>
                <a:gd name="connsiteY2" fmla="*/ 14850 h 109551"/>
                <a:gd name="connsiteX3" fmla="*/ 59 w 114900"/>
                <a:gd name="connsiteY3" fmla="*/ 55178 h 109551"/>
                <a:gd name="connsiteX4" fmla="*/ 16618 w 114900"/>
                <a:gd name="connsiteY4" fmla="*/ 94655 h 109551"/>
                <a:gd name="connsiteX5" fmla="*/ 57005 w 114900"/>
                <a:gd name="connsiteY5" fmla="*/ 109531 h 109551"/>
                <a:gd name="connsiteX6" fmla="*/ 97841 w 114900"/>
                <a:gd name="connsiteY6" fmla="*/ 94655 h 109551"/>
                <a:gd name="connsiteX7" fmla="*/ 114848 w 114900"/>
                <a:gd name="connsiteY7" fmla="*/ 55178 h 109551"/>
                <a:gd name="connsiteX8" fmla="*/ 97841 w 114900"/>
                <a:gd name="connsiteY8" fmla="*/ 14850 h 10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900" h="109551">
                  <a:moveTo>
                    <a:pt x="97841" y="14850"/>
                  </a:moveTo>
                  <a:cubicBezTo>
                    <a:pt x="86564" y="4984"/>
                    <a:pt x="71998" y="-308"/>
                    <a:pt x="57005" y="19"/>
                  </a:cubicBezTo>
                  <a:cubicBezTo>
                    <a:pt x="42143" y="-358"/>
                    <a:pt x="27697" y="4948"/>
                    <a:pt x="16618" y="14850"/>
                  </a:cubicBezTo>
                  <a:cubicBezTo>
                    <a:pt x="5390" y="25183"/>
                    <a:pt x="-672" y="39952"/>
                    <a:pt x="59" y="55178"/>
                  </a:cubicBezTo>
                  <a:cubicBezTo>
                    <a:pt x="-560" y="70140"/>
                    <a:pt x="5507" y="84600"/>
                    <a:pt x="16618" y="94655"/>
                  </a:cubicBezTo>
                  <a:cubicBezTo>
                    <a:pt x="27675" y="104598"/>
                    <a:pt x="42129" y="109921"/>
                    <a:pt x="57005" y="109531"/>
                  </a:cubicBezTo>
                  <a:cubicBezTo>
                    <a:pt x="72007" y="109868"/>
                    <a:pt x="86582" y="104558"/>
                    <a:pt x="97841" y="94655"/>
                  </a:cubicBezTo>
                  <a:cubicBezTo>
                    <a:pt x="109181" y="84730"/>
                    <a:pt x="115432" y="70225"/>
                    <a:pt x="114848" y="55178"/>
                  </a:cubicBezTo>
                  <a:cubicBezTo>
                    <a:pt x="115544" y="39867"/>
                    <a:pt x="109297" y="25053"/>
                    <a:pt x="97841" y="14850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4" name="Forma libre 171">
              <a:extLst>
                <a:ext uri="{FF2B5EF4-FFF2-40B4-BE49-F238E27FC236}">
                  <a16:creationId xmlns:a16="http://schemas.microsoft.com/office/drawing/2014/main" id="{65E06613-7BEC-BC37-FD26-66D57C5E9704}"/>
                </a:ext>
              </a:extLst>
            </p:cNvPr>
            <p:cNvSpPr/>
            <p:nvPr/>
          </p:nvSpPr>
          <p:spPr>
            <a:xfrm>
              <a:off x="11690901" y="364114"/>
              <a:ext cx="101331" cy="143125"/>
            </a:xfrm>
            <a:custGeom>
              <a:avLst/>
              <a:gdLst>
                <a:gd name="connsiteX0" fmla="*/ 343402 w 426734"/>
                <a:gd name="connsiteY0" fmla="*/ 0 h 602739"/>
                <a:gd name="connsiteX1" fmla="*/ 343402 w 426734"/>
                <a:gd name="connsiteY1" fmla="*/ 240354 h 602739"/>
                <a:gd name="connsiteX2" fmla="*/ 335370 w 426734"/>
                <a:gd name="connsiteY2" fmla="*/ 227136 h 602739"/>
                <a:gd name="connsiteX3" fmla="*/ 279680 w 426734"/>
                <a:gd name="connsiteY3" fmla="*/ 174486 h 602739"/>
                <a:gd name="connsiteX4" fmla="*/ 198009 w 426734"/>
                <a:gd name="connsiteY4" fmla="*/ 154546 h 602739"/>
                <a:gd name="connsiteX5" fmla="*/ 119389 w 426734"/>
                <a:gd name="connsiteY5" fmla="*/ 170677 h 602739"/>
                <a:gd name="connsiteX6" fmla="*/ 56564 w 426734"/>
                <a:gd name="connsiteY6" fmla="*/ 216919 h 602739"/>
                <a:gd name="connsiteX7" fmla="*/ 14876 w 426734"/>
                <a:gd name="connsiteY7" fmla="*/ 287852 h 602739"/>
                <a:gd name="connsiteX8" fmla="*/ 23 w 426734"/>
                <a:gd name="connsiteY8" fmla="*/ 378679 h 602739"/>
                <a:gd name="connsiteX9" fmla="*/ 25960 w 426734"/>
                <a:gd name="connsiteY9" fmla="*/ 495451 h 602739"/>
                <a:gd name="connsiteX10" fmla="*/ 96862 w 426734"/>
                <a:gd name="connsiteY10" fmla="*/ 574270 h 602739"/>
                <a:gd name="connsiteX11" fmla="*/ 198009 w 426734"/>
                <a:gd name="connsiteY11" fmla="*/ 602723 h 602739"/>
                <a:gd name="connsiteX12" fmla="*/ 280084 w 426734"/>
                <a:gd name="connsiteY12" fmla="*/ 582783 h 602739"/>
                <a:gd name="connsiteX13" fmla="*/ 335773 w 426734"/>
                <a:gd name="connsiteY13" fmla="*/ 530133 h 602739"/>
                <a:gd name="connsiteX14" fmla="*/ 343402 w 426734"/>
                <a:gd name="connsiteY14" fmla="*/ 517407 h 602739"/>
                <a:gd name="connsiteX15" fmla="*/ 343402 w 426734"/>
                <a:gd name="connsiteY15" fmla="*/ 594254 h 602739"/>
                <a:gd name="connsiteX16" fmla="*/ 426734 w 426734"/>
                <a:gd name="connsiteY16" fmla="*/ 594254 h 602739"/>
                <a:gd name="connsiteX17" fmla="*/ 426734 w 426734"/>
                <a:gd name="connsiteY17" fmla="*/ 0 h 602739"/>
                <a:gd name="connsiteX18" fmla="*/ 308983 w 426734"/>
                <a:gd name="connsiteY18" fmla="*/ 488416 h 602739"/>
                <a:gd name="connsiteX19" fmla="*/ 267340 w 426734"/>
                <a:gd name="connsiteY19" fmla="*/ 518124 h 602739"/>
                <a:gd name="connsiteX20" fmla="*/ 215061 w 426734"/>
                <a:gd name="connsiteY20" fmla="*/ 528341 h 602739"/>
                <a:gd name="connsiteX21" fmla="*/ 120824 w 426734"/>
                <a:gd name="connsiteY21" fmla="*/ 488864 h 602739"/>
                <a:gd name="connsiteX22" fmla="*/ 84028 w 426734"/>
                <a:gd name="connsiteY22" fmla="*/ 378679 h 602739"/>
                <a:gd name="connsiteX23" fmla="*/ 93765 w 426734"/>
                <a:gd name="connsiteY23" fmla="*/ 315947 h 602739"/>
                <a:gd name="connsiteX24" fmla="*/ 121004 w 426734"/>
                <a:gd name="connsiteY24" fmla="*/ 269256 h 602739"/>
                <a:gd name="connsiteX25" fmla="*/ 162244 w 426734"/>
                <a:gd name="connsiteY25" fmla="*/ 239951 h 602739"/>
                <a:gd name="connsiteX26" fmla="*/ 214972 w 426734"/>
                <a:gd name="connsiteY26" fmla="*/ 230183 h 602739"/>
                <a:gd name="connsiteX27" fmla="*/ 308490 w 426734"/>
                <a:gd name="connsiteY27" fmla="*/ 269256 h 602739"/>
                <a:gd name="connsiteX28" fmla="*/ 345063 w 426734"/>
                <a:gd name="connsiteY28" fmla="*/ 378769 h 602739"/>
                <a:gd name="connsiteX29" fmla="*/ 335684 w 426734"/>
                <a:gd name="connsiteY29" fmla="*/ 441188 h 602739"/>
                <a:gd name="connsiteX30" fmla="*/ 308983 w 426734"/>
                <a:gd name="connsiteY30" fmla="*/ 488192 h 60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26734" h="602739">
                  <a:moveTo>
                    <a:pt x="343402" y="0"/>
                  </a:moveTo>
                  <a:lnTo>
                    <a:pt x="343402" y="240354"/>
                  </a:lnTo>
                  <a:cubicBezTo>
                    <a:pt x="340889" y="235874"/>
                    <a:pt x="338197" y="231393"/>
                    <a:pt x="335370" y="227136"/>
                  </a:cubicBezTo>
                  <a:cubicBezTo>
                    <a:pt x="321099" y="205551"/>
                    <a:pt x="302028" y="187534"/>
                    <a:pt x="279680" y="174486"/>
                  </a:cubicBezTo>
                  <a:cubicBezTo>
                    <a:pt x="256974" y="161222"/>
                    <a:pt x="229735" y="154577"/>
                    <a:pt x="198009" y="154546"/>
                  </a:cubicBezTo>
                  <a:cubicBezTo>
                    <a:pt x="170949" y="154281"/>
                    <a:pt x="144159" y="159779"/>
                    <a:pt x="119389" y="170677"/>
                  </a:cubicBezTo>
                  <a:cubicBezTo>
                    <a:pt x="95381" y="181413"/>
                    <a:pt x="73931" y="197186"/>
                    <a:pt x="56564" y="216919"/>
                  </a:cubicBezTo>
                  <a:cubicBezTo>
                    <a:pt x="38300" y="237711"/>
                    <a:pt x="24165" y="261782"/>
                    <a:pt x="14876" y="287852"/>
                  </a:cubicBezTo>
                  <a:cubicBezTo>
                    <a:pt x="4644" y="317022"/>
                    <a:pt x="-381" y="347770"/>
                    <a:pt x="23" y="378679"/>
                  </a:cubicBezTo>
                  <a:cubicBezTo>
                    <a:pt x="23" y="422829"/>
                    <a:pt x="8683" y="461755"/>
                    <a:pt x="25960" y="495451"/>
                  </a:cubicBezTo>
                  <a:cubicBezTo>
                    <a:pt x="41935" y="527691"/>
                    <a:pt x="66482" y="554948"/>
                    <a:pt x="96862" y="574270"/>
                  </a:cubicBezTo>
                  <a:cubicBezTo>
                    <a:pt x="127107" y="593318"/>
                    <a:pt x="162244" y="603198"/>
                    <a:pt x="198009" y="602723"/>
                  </a:cubicBezTo>
                  <a:cubicBezTo>
                    <a:pt x="229780" y="602723"/>
                    <a:pt x="257153" y="596078"/>
                    <a:pt x="280084" y="582783"/>
                  </a:cubicBezTo>
                  <a:cubicBezTo>
                    <a:pt x="302611" y="569937"/>
                    <a:pt x="321683" y="551879"/>
                    <a:pt x="335773" y="530133"/>
                  </a:cubicBezTo>
                  <a:cubicBezTo>
                    <a:pt x="338466" y="526011"/>
                    <a:pt x="340979" y="521754"/>
                    <a:pt x="343402" y="517407"/>
                  </a:cubicBezTo>
                  <a:lnTo>
                    <a:pt x="343402" y="594254"/>
                  </a:lnTo>
                  <a:lnTo>
                    <a:pt x="426734" y="594254"/>
                  </a:lnTo>
                  <a:lnTo>
                    <a:pt x="426734" y="0"/>
                  </a:lnTo>
                  <a:close/>
                  <a:moveTo>
                    <a:pt x="308983" y="488416"/>
                  </a:moveTo>
                  <a:cubicBezTo>
                    <a:pt x="297540" y="501339"/>
                    <a:pt x="283315" y="511497"/>
                    <a:pt x="267340" y="518124"/>
                  </a:cubicBezTo>
                  <a:cubicBezTo>
                    <a:pt x="250781" y="525011"/>
                    <a:pt x="233011" y="528489"/>
                    <a:pt x="215061" y="528341"/>
                  </a:cubicBezTo>
                  <a:cubicBezTo>
                    <a:pt x="176469" y="528341"/>
                    <a:pt x="145057" y="515180"/>
                    <a:pt x="120824" y="488864"/>
                  </a:cubicBezTo>
                  <a:cubicBezTo>
                    <a:pt x="96593" y="462548"/>
                    <a:pt x="84342" y="425818"/>
                    <a:pt x="84028" y="378679"/>
                  </a:cubicBezTo>
                  <a:cubicBezTo>
                    <a:pt x="83624" y="357364"/>
                    <a:pt x="86944" y="336147"/>
                    <a:pt x="93765" y="315947"/>
                  </a:cubicBezTo>
                  <a:cubicBezTo>
                    <a:pt x="99734" y="298772"/>
                    <a:pt x="108978" y="282914"/>
                    <a:pt x="121004" y="269256"/>
                  </a:cubicBezTo>
                  <a:cubicBezTo>
                    <a:pt x="132313" y="256445"/>
                    <a:pt x="146403" y="246417"/>
                    <a:pt x="162244" y="239951"/>
                  </a:cubicBezTo>
                  <a:cubicBezTo>
                    <a:pt x="179027" y="233275"/>
                    <a:pt x="196932" y="229954"/>
                    <a:pt x="214972" y="230183"/>
                  </a:cubicBezTo>
                  <a:cubicBezTo>
                    <a:pt x="252935" y="230183"/>
                    <a:pt x="284123" y="243209"/>
                    <a:pt x="308490" y="269256"/>
                  </a:cubicBezTo>
                  <a:cubicBezTo>
                    <a:pt x="332856" y="295304"/>
                    <a:pt x="345063" y="331809"/>
                    <a:pt x="345063" y="378769"/>
                  </a:cubicBezTo>
                  <a:cubicBezTo>
                    <a:pt x="345377" y="399946"/>
                    <a:pt x="342191" y="421033"/>
                    <a:pt x="335684" y="441188"/>
                  </a:cubicBezTo>
                  <a:cubicBezTo>
                    <a:pt x="330074" y="458497"/>
                    <a:pt x="320965" y="474489"/>
                    <a:pt x="308983" y="488192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5" name="Forma libre 172">
              <a:extLst>
                <a:ext uri="{FF2B5EF4-FFF2-40B4-BE49-F238E27FC236}">
                  <a16:creationId xmlns:a16="http://schemas.microsoft.com/office/drawing/2014/main" id="{7295208D-70DA-1256-5E07-6D9947B2698D}"/>
                </a:ext>
              </a:extLst>
            </p:cNvPr>
            <p:cNvSpPr/>
            <p:nvPr/>
          </p:nvSpPr>
          <p:spPr>
            <a:xfrm>
              <a:off x="10866114" y="301762"/>
              <a:ext cx="134370" cy="215067"/>
            </a:xfrm>
            <a:custGeom>
              <a:avLst/>
              <a:gdLst>
                <a:gd name="connsiteX0" fmla="*/ 0 w 565867"/>
                <a:gd name="connsiteY0" fmla="*/ 645695 h 905704"/>
                <a:gd name="connsiteX1" fmla="*/ 75165 w 565867"/>
                <a:gd name="connsiteY1" fmla="*/ 828336 h 905704"/>
                <a:gd name="connsiteX2" fmla="*/ 374837 w 565867"/>
                <a:gd name="connsiteY2" fmla="*/ 877357 h 905704"/>
                <a:gd name="connsiteX3" fmla="*/ 464900 w 565867"/>
                <a:gd name="connsiteY3" fmla="*/ 0 h 905704"/>
                <a:gd name="connsiteX4" fmla="*/ 0 w 565867"/>
                <a:gd name="connsiteY4" fmla="*/ 645695 h 90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67" h="905704">
                  <a:moveTo>
                    <a:pt x="0" y="645695"/>
                  </a:moveTo>
                  <a:cubicBezTo>
                    <a:pt x="-58" y="714091"/>
                    <a:pt x="26961" y="779741"/>
                    <a:pt x="75165" y="828336"/>
                  </a:cubicBezTo>
                  <a:cubicBezTo>
                    <a:pt x="168145" y="921180"/>
                    <a:pt x="294377" y="921000"/>
                    <a:pt x="374837" y="877357"/>
                  </a:cubicBezTo>
                  <a:cubicBezTo>
                    <a:pt x="473561" y="823989"/>
                    <a:pt x="694927" y="663932"/>
                    <a:pt x="464900" y="0"/>
                  </a:cubicBezTo>
                  <a:cubicBezTo>
                    <a:pt x="464810" y="313393"/>
                    <a:pt x="0" y="345252"/>
                    <a:pt x="0" y="645695"/>
                  </a:cubicBezTo>
                  <a:close/>
                </a:path>
              </a:pathLst>
            </a:custGeom>
            <a:solidFill>
              <a:srgbClr val="FF9C1A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6" name="Forma libre 173">
              <a:extLst>
                <a:ext uri="{FF2B5EF4-FFF2-40B4-BE49-F238E27FC236}">
                  <a16:creationId xmlns:a16="http://schemas.microsoft.com/office/drawing/2014/main" id="{A65AF5CA-F9DF-186A-ADFA-450BC8787E58}"/>
                </a:ext>
              </a:extLst>
            </p:cNvPr>
            <p:cNvSpPr/>
            <p:nvPr/>
          </p:nvSpPr>
          <p:spPr>
            <a:xfrm>
              <a:off x="10787879" y="301762"/>
              <a:ext cx="128488" cy="215058"/>
            </a:xfrm>
            <a:custGeom>
              <a:avLst/>
              <a:gdLst>
                <a:gd name="connsiteX0" fmla="*/ 541097 w 541096"/>
                <a:gd name="connsiteY0" fmla="*/ 274364 h 905666"/>
                <a:gd name="connsiteX1" fmla="*/ 464810 w 541096"/>
                <a:gd name="connsiteY1" fmla="*/ 0 h 905666"/>
                <a:gd name="connsiteX2" fmla="*/ 0 w 541096"/>
                <a:gd name="connsiteY2" fmla="*/ 645695 h 905666"/>
                <a:gd name="connsiteX3" fmla="*/ 75075 w 541096"/>
                <a:gd name="connsiteY3" fmla="*/ 828336 h 905666"/>
                <a:gd name="connsiteX4" fmla="*/ 374792 w 541096"/>
                <a:gd name="connsiteY4" fmla="*/ 877357 h 905666"/>
                <a:gd name="connsiteX5" fmla="*/ 541097 w 541096"/>
                <a:gd name="connsiteY5" fmla="*/ 274364 h 90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096" h="905666">
                  <a:moveTo>
                    <a:pt x="541097" y="274364"/>
                  </a:moveTo>
                  <a:cubicBezTo>
                    <a:pt x="525840" y="192230"/>
                    <a:pt x="501383" y="108124"/>
                    <a:pt x="464810" y="0"/>
                  </a:cubicBezTo>
                  <a:cubicBezTo>
                    <a:pt x="464810" y="313393"/>
                    <a:pt x="0" y="345252"/>
                    <a:pt x="0" y="645695"/>
                  </a:cubicBezTo>
                  <a:cubicBezTo>
                    <a:pt x="-81" y="714082"/>
                    <a:pt x="26902" y="779727"/>
                    <a:pt x="75075" y="828336"/>
                  </a:cubicBezTo>
                  <a:cubicBezTo>
                    <a:pt x="168055" y="921180"/>
                    <a:pt x="295274" y="920911"/>
                    <a:pt x="374792" y="877357"/>
                  </a:cubicBezTo>
                  <a:cubicBezTo>
                    <a:pt x="189640" y="680601"/>
                    <a:pt x="254977" y="452838"/>
                    <a:pt x="541097" y="274364"/>
                  </a:cubicBezTo>
                  <a:close/>
                </a:path>
              </a:pathLst>
            </a:custGeom>
            <a:solidFill>
              <a:srgbClr val="0DA9FF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7" name="Forma libre 174">
              <a:extLst>
                <a:ext uri="{FF2B5EF4-FFF2-40B4-BE49-F238E27FC236}">
                  <a16:creationId xmlns:a16="http://schemas.microsoft.com/office/drawing/2014/main" id="{935C75CF-FEA8-A686-353D-F920B6DC84A0}"/>
                </a:ext>
              </a:extLst>
            </p:cNvPr>
            <p:cNvSpPr/>
            <p:nvPr/>
          </p:nvSpPr>
          <p:spPr>
            <a:xfrm>
              <a:off x="10709665" y="301762"/>
              <a:ext cx="128477" cy="265750"/>
            </a:xfrm>
            <a:custGeom>
              <a:avLst/>
              <a:gdLst>
                <a:gd name="connsiteX0" fmla="*/ 541052 w 541051"/>
                <a:gd name="connsiteY0" fmla="*/ 274364 h 1119144"/>
                <a:gd name="connsiteX1" fmla="*/ 464765 w 541051"/>
                <a:gd name="connsiteY1" fmla="*/ 0 h 1119144"/>
                <a:gd name="connsiteX2" fmla="*/ 0 w 541051"/>
                <a:gd name="connsiteY2" fmla="*/ 645695 h 1119144"/>
                <a:gd name="connsiteX3" fmla="*/ 124975 w 541051"/>
                <a:gd name="connsiteY3" fmla="*/ 867633 h 1119144"/>
                <a:gd name="connsiteX4" fmla="*/ 112949 w 541051"/>
                <a:gd name="connsiteY4" fmla="*/ 1119145 h 1119144"/>
                <a:gd name="connsiteX5" fmla="*/ 172587 w 541051"/>
                <a:gd name="connsiteY5" fmla="*/ 1109242 h 1119144"/>
                <a:gd name="connsiteX6" fmla="*/ 163164 w 541051"/>
                <a:gd name="connsiteY6" fmla="*/ 886901 h 1119144"/>
                <a:gd name="connsiteX7" fmla="*/ 374567 w 541051"/>
                <a:gd name="connsiteY7" fmla="*/ 877446 h 1119144"/>
                <a:gd name="connsiteX8" fmla="*/ 541052 w 541051"/>
                <a:gd name="connsiteY8" fmla="*/ 274364 h 111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1051" h="1119144">
                  <a:moveTo>
                    <a:pt x="541052" y="274364"/>
                  </a:moveTo>
                  <a:cubicBezTo>
                    <a:pt x="525795" y="192230"/>
                    <a:pt x="501293" y="108124"/>
                    <a:pt x="464765" y="0"/>
                  </a:cubicBezTo>
                  <a:cubicBezTo>
                    <a:pt x="464765" y="313393"/>
                    <a:pt x="0" y="345252"/>
                    <a:pt x="0" y="645695"/>
                  </a:cubicBezTo>
                  <a:cubicBezTo>
                    <a:pt x="0" y="799793"/>
                    <a:pt x="124975" y="867633"/>
                    <a:pt x="124975" y="867633"/>
                  </a:cubicBezTo>
                  <a:cubicBezTo>
                    <a:pt x="105536" y="950023"/>
                    <a:pt x="101457" y="1035281"/>
                    <a:pt x="112949" y="1119145"/>
                  </a:cubicBezTo>
                  <a:lnTo>
                    <a:pt x="172587" y="1109242"/>
                  </a:lnTo>
                  <a:cubicBezTo>
                    <a:pt x="143464" y="1007974"/>
                    <a:pt x="161324" y="897700"/>
                    <a:pt x="163164" y="886901"/>
                  </a:cubicBezTo>
                  <a:cubicBezTo>
                    <a:pt x="239450" y="917416"/>
                    <a:pt x="318160" y="908364"/>
                    <a:pt x="374567" y="877446"/>
                  </a:cubicBezTo>
                  <a:cubicBezTo>
                    <a:pt x="189505" y="680601"/>
                    <a:pt x="254842" y="452883"/>
                    <a:pt x="541052" y="274364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8" name="Forma libre 176">
              <a:extLst>
                <a:ext uri="{FF2B5EF4-FFF2-40B4-BE49-F238E27FC236}">
                  <a16:creationId xmlns:a16="http://schemas.microsoft.com/office/drawing/2014/main" id="{AE336FA8-5A1F-79BB-06C8-FB7D108CBB84}"/>
                </a:ext>
              </a:extLst>
            </p:cNvPr>
            <p:cNvSpPr/>
            <p:nvPr/>
          </p:nvSpPr>
          <p:spPr>
            <a:xfrm>
              <a:off x="11053102" y="570151"/>
              <a:ext cx="55069" cy="59585"/>
            </a:xfrm>
            <a:custGeom>
              <a:avLst/>
              <a:gdLst>
                <a:gd name="connsiteX0" fmla="*/ 62600 w 231911"/>
                <a:gd name="connsiteY0" fmla="*/ 176367 h 250929"/>
                <a:gd name="connsiteX1" fmla="*/ 168593 w 231911"/>
                <a:gd name="connsiteY1" fmla="*/ 176367 h 250929"/>
                <a:gd name="connsiteX2" fmla="*/ 197448 w 231911"/>
                <a:gd name="connsiteY2" fmla="*/ 250929 h 250929"/>
                <a:gd name="connsiteX3" fmla="*/ 231911 w 231911"/>
                <a:gd name="connsiteY3" fmla="*/ 250929 h 250929"/>
                <a:gd name="connsiteX4" fmla="*/ 131393 w 231911"/>
                <a:gd name="connsiteY4" fmla="*/ 0 h 250929"/>
                <a:gd name="connsiteX5" fmla="*/ 100519 w 231911"/>
                <a:gd name="connsiteY5" fmla="*/ 0 h 250929"/>
                <a:gd name="connsiteX6" fmla="*/ 0 w 231911"/>
                <a:gd name="connsiteY6" fmla="*/ 250929 h 250929"/>
                <a:gd name="connsiteX7" fmla="*/ 33746 w 231911"/>
                <a:gd name="connsiteY7" fmla="*/ 250929 h 250929"/>
                <a:gd name="connsiteX8" fmla="*/ 105186 w 231911"/>
                <a:gd name="connsiteY8" fmla="*/ 66317 h 250929"/>
                <a:gd name="connsiteX9" fmla="*/ 115597 w 231911"/>
                <a:gd name="connsiteY9" fmla="*/ 39790 h 250929"/>
                <a:gd name="connsiteX10" fmla="*/ 126008 w 231911"/>
                <a:gd name="connsiteY10" fmla="*/ 66317 h 250929"/>
                <a:gd name="connsiteX11" fmla="*/ 157420 w 231911"/>
                <a:gd name="connsiteY11" fmla="*/ 148048 h 250929"/>
                <a:gd name="connsiteX12" fmla="*/ 73549 w 231911"/>
                <a:gd name="connsiteY12" fmla="*/ 148048 h 2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1911" h="250929">
                  <a:moveTo>
                    <a:pt x="62600" y="176367"/>
                  </a:moveTo>
                  <a:lnTo>
                    <a:pt x="168593" y="176367"/>
                  </a:lnTo>
                  <a:lnTo>
                    <a:pt x="197448" y="250929"/>
                  </a:lnTo>
                  <a:lnTo>
                    <a:pt x="231911" y="250929"/>
                  </a:lnTo>
                  <a:lnTo>
                    <a:pt x="131393" y="0"/>
                  </a:lnTo>
                  <a:lnTo>
                    <a:pt x="100519" y="0"/>
                  </a:lnTo>
                  <a:lnTo>
                    <a:pt x="0" y="250929"/>
                  </a:lnTo>
                  <a:lnTo>
                    <a:pt x="33746" y="250929"/>
                  </a:lnTo>
                  <a:close/>
                  <a:moveTo>
                    <a:pt x="105186" y="66317"/>
                  </a:moveTo>
                  <a:cubicBezTo>
                    <a:pt x="107789" y="59596"/>
                    <a:pt x="111289" y="50768"/>
                    <a:pt x="115597" y="39790"/>
                  </a:cubicBezTo>
                  <a:lnTo>
                    <a:pt x="126008" y="66317"/>
                  </a:lnTo>
                  <a:lnTo>
                    <a:pt x="157420" y="148048"/>
                  </a:lnTo>
                  <a:lnTo>
                    <a:pt x="73549" y="148048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9" name="Forma libre 177">
              <a:extLst>
                <a:ext uri="{FF2B5EF4-FFF2-40B4-BE49-F238E27FC236}">
                  <a16:creationId xmlns:a16="http://schemas.microsoft.com/office/drawing/2014/main" id="{0EBD83F9-496B-9ADB-4DF7-2C98A06EA5F6}"/>
                </a:ext>
              </a:extLst>
            </p:cNvPr>
            <p:cNvSpPr/>
            <p:nvPr/>
          </p:nvSpPr>
          <p:spPr>
            <a:xfrm>
              <a:off x="11132978" y="586021"/>
              <a:ext cx="60316" cy="43715"/>
            </a:xfrm>
            <a:custGeom>
              <a:avLst/>
              <a:gdLst>
                <a:gd name="connsiteX0" fmla="*/ 212301 w 254008"/>
                <a:gd name="connsiteY0" fmla="*/ 39454 h 184096"/>
                <a:gd name="connsiteX1" fmla="*/ 223116 w 254008"/>
                <a:gd name="connsiteY1" fmla="*/ 73688 h 184096"/>
                <a:gd name="connsiteX2" fmla="*/ 223116 w 254008"/>
                <a:gd name="connsiteY2" fmla="*/ 184097 h 184096"/>
                <a:gd name="connsiteX3" fmla="*/ 253990 w 254008"/>
                <a:gd name="connsiteY3" fmla="*/ 184097 h 184096"/>
                <a:gd name="connsiteX4" fmla="*/ 253990 w 254008"/>
                <a:gd name="connsiteY4" fmla="*/ 68311 h 184096"/>
                <a:gd name="connsiteX5" fmla="*/ 245733 w 254008"/>
                <a:gd name="connsiteY5" fmla="*/ 32464 h 184096"/>
                <a:gd name="connsiteX6" fmla="*/ 223296 w 254008"/>
                <a:gd name="connsiteY6" fmla="*/ 8625 h 184096"/>
                <a:gd name="connsiteX7" fmla="*/ 190223 w 254008"/>
                <a:gd name="connsiteY7" fmla="*/ 22 h 184096"/>
                <a:gd name="connsiteX8" fmla="*/ 154907 w 254008"/>
                <a:gd name="connsiteY8" fmla="*/ 10418 h 184096"/>
                <a:gd name="connsiteX9" fmla="*/ 135521 w 254008"/>
                <a:gd name="connsiteY9" fmla="*/ 34256 h 184096"/>
                <a:gd name="connsiteX10" fmla="*/ 80774 w 254008"/>
                <a:gd name="connsiteY10" fmla="*/ 22 h 184096"/>
                <a:gd name="connsiteX11" fmla="*/ 48779 w 254008"/>
                <a:gd name="connsiteY11" fmla="*/ 8984 h 184096"/>
                <a:gd name="connsiteX12" fmla="*/ 30829 w 254008"/>
                <a:gd name="connsiteY12" fmla="*/ 29282 h 184096"/>
                <a:gd name="connsiteX13" fmla="*/ 30829 w 254008"/>
                <a:gd name="connsiteY13" fmla="*/ 3069 h 184096"/>
                <a:gd name="connsiteX14" fmla="*/ 0 w 254008"/>
                <a:gd name="connsiteY14" fmla="*/ 3069 h 184096"/>
                <a:gd name="connsiteX15" fmla="*/ 0 w 254008"/>
                <a:gd name="connsiteY15" fmla="*/ 184097 h 184096"/>
                <a:gd name="connsiteX16" fmla="*/ 30829 w 254008"/>
                <a:gd name="connsiteY16" fmla="*/ 184097 h 184096"/>
                <a:gd name="connsiteX17" fmla="*/ 30829 w 254008"/>
                <a:gd name="connsiteY17" fmla="*/ 74046 h 184096"/>
                <a:gd name="connsiteX18" fmla="*/ 36438 w 254008"/>
                <a:gd name="connsiteY18" fmla="*/ 48953 h 184096"/>
                <a:gd name="connsiteX19" fmla="*/ 51516 w 254008"/>
                <a:gd name="connsiteY19" fmla="*/ 33001 h 184096"/>
                <a:gd name="connsiteX20" fmla="*/ 73549 w 254008"/>
                <a:gd name="connsiteY20" fmla="*/ 27445 h 184096"/>
                <a:gd name="connsiteX21" fmla="*/ 101057 w 254008"/>
                <a:gd name="connsiteY21" fmla="*/ 39454 h 184096"/>
                <a:gd name="connsiteX22" fmla="*/ 111603 w 254008"/>
                <a:gd name="connsiteY22" fmla="*/ 73688 h 184096"/>
                <a:gd name="connsiteX23" fmla="*/ 111603 w 254008"/>
                <a:gd name="connsiteY23" fmla="*/ 184097 h 184096"/>
                <a:gd name="connsiteX24" fmla="*/ 142521 w 254008"/>
                <a:gd name="connsiteY24" fmla="*/ 184097 h 184096"/>
                <a:gd name="connsiteX25" fmla="*/ 142521 w 254008"/>
                <a:gd name="connsiteY25" fmla="*/ 74046 h 184096"/>
                <a:gd name="connsiteX26" fmla="*/ 154548 w 254008"/>
                <a:gd name="connsiteY26" fmla="*/ 39633 h 184096"/>
                <a:gd name="connsiteX27" fmla="*/ 185242 w 254008"/>
                <a:gd name="connsiteY27" fmla="*/ 27445 h 184096"/>
                <a:gd name="connsiteX28" fmla="*/ 212301 w 254008"/>
                <a:gd name="connsiteY28" fmla="*/ 39454 h 18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54008" h="184096">
                  <a:moveTo>
                    <a:pt x="212301" y="39454"/>
                  </a:moveTo>
                  <a:cubicBezTo>
                    <a:pt x="219513" y="47430"/>
                    <a:pt x="223116" y="58842"/>
                    <a:pt x="223116" y="73688"/>
                  </a:cubicBezTo>
                  <a:lnTo>
                    <a:pt x="223116" y="184097"/>
                  </a:lnTo>
                  <a:lnTo>
                    <a:pt x="253990" y="184097"/>
                  </a:lnTo>
                  <a:lnTo>
                    <a:pt x="253990" y="68311"/>
                  </a:lnTo>
                  <a:cubicBezTo>
                    <a:pt x="254268" y="55863"/>
                    <a:pt x="251432" y="43540"/>
                    <a:pt x="245733" y="32464"/>
                  </a:cubicBezTo>
                  <a:cubicBezTo>
                    <a:pt x="240554" y="22632"/>
                    <a:pt x="232800" y="14392"/>
                    <a:pt x="223296" y="8625"/>
                  </a:cubicBezTo>
                  <a:cubicBezTo>
                    <a:pt x="213275" y="2773"/>
                    <a:pt x="201828" y="-202"/>
                    <a:pt x="190223" y="22"/>
                  </a:cubicBezTo>
                  <a:cubicBezTo>
                    <a:pt x="177699" y="44"/>
                    <a:pt x="165443" y="3651"/>
                    <a:pt x="154907" y="10418"/>
                  </a:cubicBezTo>
                  <a:cubicBezTo>
                    <a:pt x="146085" y="16122"/>
                    <a:pt x="139299" y="24465"/>
                    <a:pt x="135521" y="34256"/>
                  </a:cubicBezTo>
                  <a:cubicBezTo>
                    <a:pt x="125842" y="12878"/>
                    <a:pt x="104261" y="-619"/>
                    <a:pt x="80774" y="22"/>
                  </a:cubicBezTo>
                  <a:cubicBezTo>
                    <a:pt x="69475" y="-81"/>
                    <a:pt x="58377" y="3024"/>
                    <a:pt x="48779" y="8984"/>
                  </a:cubicBezTo>
                  <a:cubicBezTo>
                    <a:pt x="41047" y="13980"/>
                    <a:pt x="34836" y="21001"/>
                    <a:pt x="30829" y="29282"/>
                  </a:cubicBezTo>
                  <a:lnTo>
                    <a:pt x="30829" y="3069"/>
                  </a:lnTo>
                  <a:lnTo>
                    <a:pt x="0" y="3069"/>
                  </a:lnTo>
                  <a:lnTo>
                    <a:pt x="0" y="184097"/>
                  </a:lnTo>
                  <a:lnTo>
                    <a:pt x="30829" y="184097"/>
                  </a:lnTo>
                  <a:lnTo>
                    <a:pt x="30829" y="74046"/>
                  </a:lnTo>
                  <a:cubicBezTo>
                    <a:pt x="30577" y="65344"/>
                    <a:pt x="32507" y="56723"/>
                    <a:pt x="36438" y="48953"/>
                  </a:cubicBezTo>
                  <a:cubicBezTo>
                    <a:pt x="39831" y="42303"/>
                    <a:pt x="45063" y="36765"/>
                    <a:pt x="51516" y="33001"/>
                  </a:cubicBezTo>
                  <a:cubicBezTo>
                    <a:pt x="58220" y="29192"/>
                    <a:pt x="65835" y="27270"/>
                    <a:pt x="73549" y="27445"/>
                  </a:cubicBezTo>
                  <a:cubicBezTo>
                    <a:pt x="84059" y="27113"/>
                    <a:pt x="94165" y="31522"/>
                    <a:pt x="101057" y="39454"/>
                  </a:cubicBezTo>
                  <a:cubicBezTo>
                    <a:pt x="108089" y="47430"/>
                    <a:pt x="111603" y="58842"/>
                    <a:pt x="111603" y="73688"/>
                  </a:cubicBezTo>
                  <a:lnTo>
                    <a:pt x="111603" y="184097"/>
                  </a:lnTo>
                  <a:lnTo>
                    <a:pt x="142521" y="184097"/>
                  </a:lnTo>
                  <a:lnTo>
                    <a:pt x="142521" y="74046"/>
                  </a:lnTo>
                  <a:cubicBezTo>
                    <a:pt x="142521" y="59111"/>
                    <a:pt x="146529" y="47640"/>
                    <a:pt x="154548" y="39633"/>
                  </a:cubicBezTo>
                  <a:cubicBezTo>
                    <a:pt x="162621" y="31460"/>
                    <a:pt x="173754" y="27037"/>
                    <a:pt x="185242" y="27445"/>
                  </a:cubicBezTo>
                  <a:cubicBezTo>
                    <a:pt x="195599" y="27234"/>
                    <a:pt x="205516" y="31634"/>
                    <a:pt x="212301" y="39454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0" name="Forma libre 178">
              <a:extLst>
                <a:ext uri="{FF2B5EF4-FFF2-40B4-BE49-F238E27FC236}">
                  <a16:creationId xmlns:a16="http://schemas.microsoft.com/office/drawing/2014/main" id="{89D34BA6-9A0E-5DBB-A399-5307C2059632}"/>
                </a:ext>
              </a:extLst>
            </p:cNvPr>
            <p:cNvSpPr/>
            <p:nvPr/>
          </p:nvSpPr>
          <p:spPr>
            <a:xfrm>
              <a:off x="11200328" y="585980"/>
              <a:ext cx="40248" cy="44572"/>
            </a:xfrm>
            <a:custGeom>
              <a:avLst/>
              <a:gdLst>
                <a:gd name="connsiteX0" fmla="*/ 129442 w 169496"/>
                <a:gd name="connsiteY0" fmla="*/ 11305 h 187705"/>
                <a:gd name="connsiteX1" fmla="*/ 86721 w 169496"/>
                <a:gd name="connsiteY1" fmla="*/ 13 h 187705"/>
                <a:gd name="connsiteX2" fmla="*/ 51899 w 169496"/>
                <a:gd name="connsiteY2" fmla="*/ 6645 h 187705"/>
                <a:gd name="connsiteX3" fmla="*/ 24436 w 169496"/>
                <a:gd name="connsiteY3" fmla="*/ 25465 h 187705"/>
                <a:gd name="connsiteX4" fmla="*/ 6486 w 169496"/>
                <a:gd name="connsiteY4" fmla="*/ 54859 h 187705"/>
                <a:gd name="connsiteX5" fmla="*/ 24 w 169496"/>
                <a:gd name="connsiteY5" fmla="*/ 93574 h 187705"/>
                <a:gd name="connsiteX6" fmla="*/ 11512 w 169496"/>
                <a:gd name="connsiteY6" fmla="*/ 142864 h 187705"/>
                <a:gd name="connsiteX7" fmla="*/ 87799 w 169496"/>
                <a:gd name="connsiteY7" fmla="*/ 187673 h 187705"/>
                <a:gd name="connsiteX8" fmla="*/ 117775 w 169496"/>
                <a:gd name="connsiteY8" fmla="*/ 183192 h 187705"/>
                <a:gd name="connsiteX9" fmla="*/ 144699 w 169496"/>
                <a:gd name="connsiteY9" fmla="*/ 169032 h 187705"/>
                <a:gd name="connsiteX10" fmla="*/ 166239 w 169496"/>
                <a:gd name="connsiteY10" fmla="*/ 142506 h 187705"/>
                <a:gd name="connsiteX11" fmla="*/ 142904 w 169496"/>
                <a:gd name="connsiteY11" fmla="*/ 128167 h 187705"/>
                <a:gd name="connsiteX12" fmla="*/ 128186 w 169496"/>
                <a:gd name="connsiteY12" fmla="*/ 146449 h 187705"/>
                <a:gd name="connsiteX13" fmla="*/ 109697 w 169496"/>
                <a:gd name="connsiteY13" fmla="*/ 156844 h 187705"/>
                <a:gd name="connsiteX14" fmla="*/ 88337 w 169496"/>
                <a:gd name="connsiteY14" fmla="*/ 160071 h 187705"/>
                <a:gd name="connsiteX15" fmla="*/ 58899 w 169496"/>
                <a:gd name="connsiteY15" fmla="*/ 152543 h 187705"/>
                <a:gd name="connsiteX16" fmla="*/ 38616 w 169496"/>
                <a:gd name="connsiteY16" fmla="*/ 130138 h 187705"/>
                <a:gd name="connsiteX17" fmla="*/ 31212 w 169496"/>
                <a:gd name="connsiteY17" fmla="*/ 100564 h 187705"/>
                <a:gd name="connsiteX18" fmla="*/ 169111 w 169496"/>
                <a:gd name="connsiteY18" fmla="*/ 100564 h 187705"/>
                <a:gd name="connsiteX19" fmla="*/ 169470 w 169496"/>
                <a:gd name="connsiteY19" fmla="*/ 96084 h 187705"/>
                <a:gd name="connsiteX20" fmla="*/ 169470 w 169496"/>
                <a:gd name="connsiteY20" fmla="*/ 91603 h 187705"/>
                <a:gd name="connsiteX21" fmla="*/ 158700 w 169496"/>
                <a:gd name="connsiteY21" fmla="*/ 43209 h 187705"/>
                <a:gd name="connsiteX22" fmla="*/ 129442 w 169496"/>
                <a:gd name="connsiteY22" fmla="*/ 11305 h 187705"/>
                <a:gd name="connsiteX23" fmla="*/ 46155 w 169496"/>
                <a:gd name="connsiteY23" fmla="*/ 44285 h 187705"/>
                <a:gd name="connsiteX24" fmla="*/ 63566 w 169496"/>
                <a:gd name="connsiteY24" fmla="*/ 30842 h 187705"/>
                <a:gd name="connsiteX25" fmla="*/ 86363 w 169496"/>
                <a:gd name="connsiteY25" fmla="*/ 26361 h 187705"/>
                <a:gd name="connsiteX26" fmla="*/ 123698 w 169496"/>
                <a:gd name="connsiteY26" fmla="*/ 42671 h 187705"/>
                <a:gd name="connsiteX27" fmla="*/ 137475 w 169496"/>
                <a:gd name="connsiteY27" fmla="*/ 76905 h 187705"/>
                <a:gd name="connsiteX28" fmla="*/ 32334 w 169496"/>
                <a:gd name="connsiteY28" fmla="*/ 76905 h 187705"/>
                <a:gd name="connsiteX29" fmla="*/ 35026 w 169496"/>
                <a:gd name="connsiteY29" fmla="*/ 65255 h 187705"/>
                <a:gd name="connsiteX30" fmla="*/ 46155 w 169496"/>
                <a:gd name="connsiteY30" fmla="*/ 44285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496" h="187705">
                  <a:moveTo>
                    <a:pt x="129442" y="11305"/>
                  </a:moveTo>
                  <a:cubicBezTo>
                    <a:pt x="116532" y="3647"/>
                    <a:pt x="101736" y="-260"/>
                    <a:pt x="86721" y="13"/>
                  </a:cubicBezTo>
                  <a:cubicBezTo>
                    <a:pt x="74785" y="-139"/>
                    <a:pt x="62943" y="2119"/>
                    <a:pt x="51899" y="6645"/>
                  </a:cubicBezTo>
                  <a:cubicBezTo>
                    <a:pt x="41519" y="10920"/>
                    <a:pt x="32163" y="17337"/>
                    <a:pt x="24436" y="25465"/>
                  </a:cubicBezTo>
                  <a:cubicBezTo>
                    <a:pt x="16511" y="33938"/>
                    <a:pt x="10404" y="43944"/>
                    <a:pt x="6486" y="54859"/>
                  </a:cubicBezTo>
                  <a:cubicBezTo>
                    <a:pt x="2016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59" y="186167"/>
                    <a:pt x="117775" y="183192"/>
                  </a:cubicBezTo>
                  <a:cubicBezTo>
                    <a:pt x="127522" y="180114"/>
                    <a:pt x="136640" y="175314"/>
                    <a:pt x="144699" y="169032"/>
                  </a:cubicBezTo>
                  <a:cubicBezTo>
                    <a:pt x="153692" y="161827"/>
                    <a:pt x="161038" y="152780"/>
                    <a:pt x="166239" y="142506"/>
                  </a:cubicBezTo>
                  <a:lnTo>
                    <a:pt x="142904" y="128167"/>
                  </a:lnTo>
                  <a:cubicBezTo>
                    <a:pt x="139036" y="135027"/>
                    <a:pt x="134064" y="141202"/>
                    <a:pt x="128186" y="146449"/>
                  </a:cubicBezTo>
                  <a:cubicBezTo>
                    <a:pt x="122801" y="151140"/>
                    <a:pt x="116509" y="154680"/>
                    <a:pt x="109697" y="156844"/>
                  </a:cubicBezTo>
                  <a:cubicBezTo>
                    <a:pt x="102787" y="159009"/>
                    <a:pt x="95580" y="160097"/>
                    <a:pt x="88337" y="160071"/>
                  </a:cubicBezTo>
                  <a:cubicBezTo>
                    <a:pt x="78016" y="160313"/>
                    <a:pt x="67834" y="157705"/>
                    <a:pt x="58899" y="152543"/>
                  </a:cubicBezTo>
                  <a:cubicBezTo>
                    <a:pt x="50162" y="147125"/>
                    <a:pt x="43135" y="139360"/>
                    <a:pt x="38616" y="130138"/>
                  </a:cubicBezTo>
                  <a:cubicBezTo>
                    <a:pt x="34147" y="120890"/>
                    <a:pt x="31625" y="110826"/>
                    <a:pt x="31212" y="100564"/>
                  </a:cubicBezTo>
                  <a:lnTo>
                    <a:pt x="169111" y="100564"/>
                  </a:lnTo>
                  <a:cubicBezTo>
                    <a:pt x="169371" y="99086"/>
                    <a:pt x="169492" y="97585"/>
                    <a:pt x="169470" y="96084"/>
                  </a:cubicBezTo>
                  <a:lnTo>
                    <a:pt x="169470" y="91603"/>
                  </a:lnTo>
                  <a:cubicBezTo>
                    <a:pt x="169847" y="74840"/>
                    <a:pt x="166149" y="58234"/>
                    <a:pt x="158700" y="43209"/>
                  </a:cubicBezTo>
                  <a:cubicBezTo>
                    <a:pt x="152117" y="30058"/>
                    <a:pt x="141984" y="19008"/>
                    <a:pt x="129442" y="11305"/>
                  </a:cubicBezTo>
                  <a:close/>
                  <a:moveTo>
                    <a:pt x="46155" y="44285"/>
                  </a:moveTo>
                  <a:cubicBezTo>
                    <a:pt x="50777" y="38455"/>
                    <a:pt x="56754" y="33844"/>
                    <a:pt x="63566" y="30842"/>
                  </a:cubicBezTo>
                  <a:cubicBezTo>
                    <a:pt x="70769" y="27768"/>
                    <a:pt x="78532" y="26245"/>
                    <a:pt x="86363" y="26361"/>
                  </a:cubicBezTo>
                  <a:cubicBezTo>
                    <a:pt x="100615" y="25994"/>
                    <a:pt x="114297" y="31971"/>
                    <a:pt x="123698" y="42671"/>
                  </a:cubicBezTo>
                  <a:cubicBezTo>
                    <a:pt x="131713" y="52395"/>
                    <a:pt x="136523" y="64350"/>
                    <a:pt x="137475" y="76905"/>
                  </a:cubicBezTo>
                  <a:lnTo>
                    <a:pt x="32334" y="76905"/>
                  </a:lnTo>
                  <a:cubicBezTo>
                    <a:pt x="32939" y="72962"/>
                    <a:pt x="33841" y="69068"/>
                    <a:pt x="35026" y="65255"/>
                  </a:cubicBezTo>
                  <a:cubicBezTo>
                    <a:pt x="37378" y="57629"/>
                    <a:pt x="41156" y="50513"/>
                    <a:pt x="46155" y="44285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1" name="Forma libre 179">
              <a:extLst>
                <a:ext uri="{FF2B5EF4-FFF2-40B4-BE49-F238E27FC236}">
                  <a16:creationId xmlns:a16="http://schemas.microsoft.com/office/drawing/2014/main" id="{2AC49B72-A870-CAB8-DCE9-89F20C05BCE0}"/>
                </a:ext>
              </a:extLst>
            </p:cNvPr>
            <p:cNvSpPr/>
            <p:nvPr/>
          </p:nvSpPr>
          <p:spPr>
            <a:xfrm>
              <a:off x="11247880" y="586021"/>
              <a:ext cx="60316" cy="43758"/>
            </a:xfrm>
            <a:custGeom>
              <a:avLst/>
              <a:gdLst>
                <a:gd name="connsiteX0" fmla="*/ 30694 w 254008"/>
                <a:gd name="connsiteY0" fmla="*/ 74047 h 184276"/>
                <a:gd name="connsiteX1" fmla="*/ 36258 w 254008"/>
                <a:gd name="connsiteY1" fmla="*/ 48954 h 184276"/>
                <a:gd name="connsiteX2" fmla="*/ 51336 w 254008"/>
                <a:gd name="connsiteY2" fmla="*/ 33002 h 184276"/>
                <a:gd name="connsiteX3" fmla="*/ 73415 w 254008"/>
                <a:gd name="connsiteY3" fmla="*/ 27446 h 184276"/>
                <a:gd name="connsiteX4" fmla="*/ 100878 w 254008"/>
                <a:gd name="connsiteY4" fmla="*/ 39454 h 184276"/>
                <a:gd name="connsiteX5" fmla="*/ 111468 w 254008"/>
                <a:gd name="connsiteY5" fmla="*/ 73688 h 184276"/>
                <a:gd name="connsiteX6" fmla="*/ 111468 w 254008"/>
                <a:gd name="connsiteY6" fmla="*/ 184097 h 184276"/>
                <a:gd name="connsiteX7" fmla="*/ 142342 w 254008"/>
                <a:gd name="connsiteY7" fmla="*/ 184097 h 184276"/>
                <a:gd name="connsiteX8" fmla="*/ 142342 w 254008"/>
                <a:gd name="connsiteY8" fmla="*/ 74047 h 184276"/>
                <a:gd name="connsiteX9" fmla="*/ 154368 w 254008"/>
                <a:gd name="connsiteY9" fmla="*/ 39634 h 184276"/>
                <a:gd name="connsiteX10" fmla="*/ 185062 w 254008"/>
                <a:gd name="connsiteY10" fmla="*/ 27446 h 184276"/>
                <a:gd name="connsiteX11" fmla="*/ 212346 w 254008"/>
                <a:gd name="connsiteY11" fmla="*/ 39454 h 184276"/>
                <a:gd name="connsiteX12" fmla="*/ 223116 w 254008"/>
                <a:gd name="connsiteY12" fmla="*/ 73688 h 184276"/>
                <a:gd name="connsiteX13" fmla="*/ 223116 w 254008"/>
                <a:gd name="connsiteY13" fmla="*/ 184097 h 184276"/>
                <a:gd name="connsiteX14" fmla="*/ 253990 w 254008"/>
                <a:gd name="connsiteY14" fmla="*/ 184097 h 184276"/>
                <a:gd name="connsiteX15" fmla="*/ 253990 w 254008"/>
                <a:gd name="connsiteY15" fmla="*/ 68311 h 184276"/>
                <a:gd name="connsiteX16" fmla="*/ 245733 w 254008"/>
                <a:gd name="connsiteY16" fmla="*/ 32464 h 184276"/>
                <a:gd name="connsiteX17" fmla="*/ 223296 w 254008"/>
                <a:gd name="connsiteY17" fmla="*/ 8626 h 184276"/>
                <a:gd name="connsiteX18" fmla="*/ 190268 w 254008"/>
                <a:gd name="connsiteY18" fmla="*/ 23 h 184276"/>
                <a:gd name="connsiteX19" fmla="*/ 154907 w 254008"/>
                <a:gd name="connsiteY19" fmla="*/ 10418 h 184276"/>
                <a:gd name="connsiteX20" fmla="*/ 135521 w 254008"/>
                <a:gd name="connsiteY20" fmla="*/ 34257 h 184276"/>
                <a:gd name="connsiteX21" fmla="*/ 54509 w 254008"/>
                <a:gd name="connsiteY21" fmla="*/ 6040 h 184276"/>
                <a:gd name="connsiteX22" fmla="*/ 48823 w 254008"/>
                <a:gd name="connsiteY22" fmla="*/ 9164 h 184276"/>
                <a:gd name="connsiteX23" fmla="*/ 30874 w 254008"/>
                <a:gd name="connsiteY23" fmla="*/ 29462 h 184276"/>
                <a:gd name="connsiteX24" fmla="*/ 30874 w 254008"/>
                <a:gd name="connsiteY24" fmla="*/ 3249 h 184276"/>
                <a:gd name="connsiteX25" fmla="*/ 0 w 254008"/>
                <a:gd name="connsiteY25" fmla="*/ 3249 h 184276"/>
                <a:gd name="connsiteX26" fmla="*/ 0 w 254008"/>
                <a:gd name="connsiteY26" fmla="*/ 184276 h 184276"/>
                <a:gd name="connsiteX27" fmla="*/ 30874 w 254008"/>
                <a:gd name="connsiteY27" fmla="*/ 184276 h 184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54008" h="184276">
                  <a:moveTo>
                    <a:pt x="30694" y="74047"/>
                  </a:moveTo>
                  <a:cubicBezTo>
                    <a:pt x="30429" y="65349"/>
                    <a:pt x="32341" y="56724"/>
                    <a:pt x="36258" y="48954"/>
                  </a:cubicBezTo>
                  <a:cubicBezTo>
                    <a:pt x="39651" y="42304"/>
                    <a:pt x="44883" y="36766"/>
                    <a:pt x="51336" y="33002"/>
                  </a:cubicBezTo>
                  <a:cubicBezTo>
                    <a:pt x="58059" y="29189"/>
                    <a:pt x="65687" y="27271"/>
                    <a:pt x="73415" y="27446"/>
                  </a:cubicBezTo>
                  <a:cubicBezTo>
                    <a:pt x="83911" y="27118"/>
                    <a:pt x="93998" y="31532"/>
                    <a:pt x="100878" y="39454"/>
                  </a:cubicBezTo>
                  <a:cubicBezTo>
                    <a:pt x="107937" y="47430"/>
                    <a:pt x="111468" y="58843"/>
                    <a:pt x="111468" y="73688"/>
                  </a:cubicBezTo>
                  <a:lnTo>
                    <a:pt x="111468" y="184097"/>
                  </a:lnTo>
                  <a:lnTo>
                    <a:pt x="142342" y="184097"/>
                  </a:lnTo>
                  <a:lnTo>
                    <a:pt x="142342" y="74047"/>
                  </a:lnTo>
                  <a:cubicBezTo>
                    <a:pt x="142342" y="59112"/>
                    <a:pt x="146349" y="47641"/>
                    <a:pt x="154368" y="39634"/>
                  </a:cubicBezTo>
                  <a:cubicBezTo>
                    <a:pt x="162441" y="31460"/>
                    <a:pt x="173575" y="27038"/>
                    <a:pt x="185062" y="27446"/>
                  </a:cubicBezTo>
                  <a:cubicBezTo>
                    <a:pt x="195496" y="27186"/>
                    <a:pt x="205498" y="31590"/>
                    <a:pt x="212346" y="39454"/>
                  </a:cubicBezTo>
                  <a:cubicBezTo>
                    <a:pt x="219526" y="47430"/>
                    <a:pt x="223116" y="58843"/>
                    <a:pt x="223116" y="73688"/>
                  </a:cubicBezTo>
                  <a:lnTo>
                    <a:pt x="223116" y="184097"/>
                  </a:lnTo>
                  <a:lnTo>
                    <a:pt x="253990" y="184097"/>
                  </a:lnTo>
                  <a:lnTo>
                    <a:pt x="253990" y="68311"/>
                  </a:lnTo>
                  <a:cubicBezTo>
                    <a:pt x="254268" y="55863"/>
                    <a:pt x="251432" y="43541"/>
                    <a:pt x="245733" y="32464"/>
                  </a:cubicBezTo>
                  <a:cubicBezTo>
                    <a:pt x="240554" y="22633"/>
                    <a:pt x="232800" y="14393"/>
                    <a:pt x="223296" y="8626"/>
                  </a:cubicBezTo>
                  <a:cubicBezTo>
                    <a:pt x="213288" y="2778"/>
                    <a:pt x="201859" y="-197"/>
                    <a:pt x="190268" y="23"/>
                  </a:cubicBezTo>
                  <a:cubicBezTo>
                    <a:pt x="177725" y="36"/>
                    <a:pt x="165457" y="3643"/>
                    <a:pt x="154907" y="10418"/>
                  </a:cubicBezTo>
                  <a:cubicBezTo>
                    <a:pt x="146098" y="16136"/>
                    <a:pt x="139317" y="24475"/>
                    <a:pt x="135521" y="34257"/>
                  </a:cubicBezTo>
                  <a:cubicBezTo>
                    <a:pt x="120955" y="4127"/>
                    <a:pt x="84683" y="-8509"/>
                    <a:pt x="54509" y="6040"/>
                  </a:cubicBezTo>
                  <a:cubicBezTo>
                    <a:pt x="52557" y="6977"/>
                    <a:pt x="50659" y="8021"/>
                    <a:pt x="48823" y="9164"/>
                  </a:cubicBezTo>
                  <a:cubicBezTo>
                    <a:pt x="41082" y="14151"/>
                    <a:pt x="34867" y="21172"/>
                    <a:pt x="30874" y="29462"/>
                  </a:cubicBezTo>
                  <a:lnTo>
                    <a:pt x="30874" y="3249"/>
                  </a:lnTo>
                  <a:lnTo>
                    <a:pt x="0" y="3249"/>
                  </a:lnTo>
                  <a:lnTo>
                    <a:pt x="0" y="184276"/>
                  </a:lnTo>
                  <a:lnTo>
                    <a:pt x="30874" y="184276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2" name="Forma libre 180">
              <a:extLst>
                <a:ext uri="{FF2B5EF4-FFF2-40B4-BE49-F238E27FC236}">
                  <a16:creationId xmlns:a16="http://schemas.microsoft.com/office/drawing/2014/main" id="{13739F88-8895-FC93-D7BB-E013185583C7}"/>
                </a:ext>
              </a:extLst>
            </p:cNvPr>
            <p:cNvSpPr/>
            <p:nvPr/>
          </p:nvSpPr>
          <p:spPr>
            <a:xfrm>
              <a:off x="11317356" y="570151"/>
              <a:ext cx="42287" cy="60361"/>
            </a:xfrm>
            <a:custGeom>
              <a:avLst/>
              <a:gdLst>
                <a:gd name="connsiteX0" fmla="*/ 153830 w 178083"/>
                <a:gd name="connsiteY0" fmla="*/ 227987 h 254195"/>
                <a:gd name="connsiteX1" fmla="*/ 171780 w 178083"/>
                <a:gd name="connsiteY1" fmla="*/ 198234 h 254195"/>
                <a:gd name="connsiteX2" fmla="*/ 178062 w 178083"/>
                <a:gd name="connsiteY2" fmla="*/ 160236 h 254195"/>
                <a:gd name="connsiteX3" fmla="*/ 167113 w 178083"/>
                <a:gd name="connsiteY3" fmla="*/ 111484 h 254195"/>
                <a:gd name="connsiteX4" fmla="*/ 137137 w 178083"/>
                <a:gd name="connsiteY4" fmla="*/ 78505 h 254195"/>
                <a:gd name="connsiteX5" fmla="*/ 94057 w 178083"/>
                <a:gd name="connsiteY5" fmla="*/ 66675 h 254195"/>
                <a:gd name="connsiteX6" fmla="*/ 59953 w 178083"/>
                <a:gd name="connsiteY6" fmla="*/ 74741 h 254195"/>
                <a:gd name="connsiteX7" fmla="*/ 36079 w 178083"/>
                <a:gd name="connsiteY7" fmla="*/ 96249 h 254195"/>
                <a:gd name="connsiteX8" fmla="*/ 30874 w 178083"/>
                <a:gd name="connsiteY8" fmla="*/ 104628 h 254195"/>
                <a:gd name="connsiteX9" fmla="*/ 30874 w 178083"/>
                <a:gd name="connsiteY9" fmla="*/ 0 h 254195"/>
                <a:gd name="connsiteX10" fmla="*/ 0 w 178083"/>
                <a:gd name="connsiteY10" fmla="*/ 0 h 254195"/>
                <a:gd name="connsiteX11" fmla="*/ 0 w 178083"/>
                <a:gd name="connsiteY11" fmla="*/ 250929 h 254195"/>
                <a:gd name="connsiteX12" fmla="*/ 30874 w 178083"/>
                <a:gd name="connsiteY12" fmla="*/ 250929 h 254195"/>
                <a:gd name="connsiteX13" fmla="*/ 30874 w 178083"/>
                <a:gd name="connsiteY13" fmla="*/ 216337 h 254195"/>
                <a:gd name="connsiteX14" fmla="*/ 35900 w 178083"/>
                <a:gd name="connsiteY14" fmla="*/ 224582 h 254195"/>
                <a:gd name="connsiteX15" fmla="*/ 94236 w 178083"/>
                <a:gd name="connsiteY15" fmla="*/ 254156 h 254195"/>
                <a:gd name="connsiteX16" fmla="*/ 127444 w 178083"/>
                <a:gd name="connsiteY16" fmla="*/ 247345 h 254195"/>
                <a:gd name="connsiteX17" fmla="*/ 153830 w 178083"/>
                <a:gd name="connsiteY17" fmla="*/ 227987 h 254195"/>
                <a:gd name="connsiteX18" fmla="*/ 88493 w 178083"/>
                <a:gd name="connsiteY18" fmla="*/ 226195 h 254195"/>
                <a:gd name="connsiteX19" fmla="*/ 46311 w 178083"/>
                <a:gd name="connsiteY19" fmla="*/ 208809 h 254195"/>
                <a:gd name="connsiteX20" fmla="*/ 29976 w 178083"/>
                <a:gd name="connsiteY20" fmla="*/ 160236 h 254195"/>
                <a:gd name="connsiteX21" fmla="*/ 34464 w 178083"/>
                <a:gd name="connsiteY21" fmla="*/ 132813 h 254195"/>
                <a:gd name="connsiteX22" fmla="*/ 46670 w 178083"/>
                <a:gd name="connsiteY22" fmla="*/ 112022 h 254195"/>
                <a:gd name="connsiteX23" fmla="*/ 65158 w 178083"/>
                <a:gd name="connsiteY23" fmla="*/ 98938 h 254195"/>
                <a:gd name="connsiteX24" fmla="*/ 88672 w 178083"/>
                <a:gd name="connsiteY24" fmla="*/ 94457 h 254195"/>
                <a:gd name="connsiteX25" fmla="*/ 130495 w 178083"/>
                <a:gd name="connsiteY25" fmla="*/ 111843 h 254195"/>
                <a:gd name="connsiteX26" fmla="*/ 146830 w 178083"/>
                <a:gd name="connsiteY26" fmla="*/ 160057 h 254195"/>
                <a:gd name="connsiteX27" fmla="*/ 142701 w 178083"/>
                <a:gd name="connsiteY27" fmla="*/ 187838 h 254195"/>
                <a:gd name="connsiteX28" fmla="*/ 130675 w 178083"/>
                <a:gd name="connsiteY28" fmla="*/ 208630 h 254195"/>
                <a:gd name="connsiteX29" fmla="*/ 112007 w 178083"/>
                <a:gd name="connsiteY29" fmla="*/ 221535 h 254195"/>
                <a:gd name="connsiteX30" fmla="*/ 88268 w 178083"/>
                <a:gd name="connsiteY30" fmla="*/ 226374 h 25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8083" h="254195">
                  <a:moveTo>
                    <a:pt x="153830" y="227987"/>
                  </a:moveTo>
                  <a:cubicBezTo>
                    <a:pt x="161701" y="219335"/>
                    <a:pt x="167795" y="209226"/>
                    <a:pt x="171780" y="198234"/>
                  </a:cubicBezTo>
                  <a:cubicBezTo>
                    <a:pt x="176083" y="186033"/>
                    <a:pt x="178210" y="173173"/>
                    <a:pt x="178062" y="160236"/>
                  </a:cubicBezTo>
                  <a:cubicBezTo>
                    <a:pt x="178399" y="143343"/>
                    <a:pt x="174643" y="126616"/>
                    <a:pt x="167113" y="111484"/>
                  </a:cubicBezTo>
                  <a:cubicBezTo>
                    <a:pt x="160323" y="97965"/>
                    <a:pt x="149957" y="86557"/>
                    <a:pt x="137137" y="78505"/>
                  </a:cubicBezTo>
                  <a:cubicBezTo>
                    <a:pt x="124195" y="70551"/>
                    <a:pt x="109252" y="66447"/>
                    <a:pt x="94057" y="66675"/>
                  </a:cubicBezTo>
                  <a:cubicBezTo>
                    <a:pt x="82179" y="66357"/>
                    <a:pt x="70426" y="69140"/>
                    <a:pt x="59953" y="74741"/>
                  </a:cubicBezTo>
                  <a:cubicBezTo>
                    <a:pt x="50470" y="80015"/>
                    <a:pt x="42308" y="87368"/>
                    <a:pt x="36079" y="96249"/>
                  </a:cubicBezTo>
                  <a:cubicBezTo>
                    <a:pt x="34177" y="98933"/>
                    <a:pt x="32440" y="101734"/>
                    <a:pt x="30874" y="104628"/>
                  </a:cubicBezTo>
                  <a:lnTo>
                    <a:pt x="30874" y="0"/>
                  </a:lnTo>
                  <a:lnTo>
                    <a:pt x="0" y="0"/>
                  </a:lnTo>
                  <a:lnTo>
                    <a:pt x="0" y="250929"/>
                  </a:lnTo>
                  <a:lnTo>
                    <a:pt x="30874" y="250929"/>
                  </a:lnTo>
                  <a:lnTo>
                    <a:pt x="30874" y="216337"/>
                  </a:lnTo>
                  <a:cubicBezTo>
                    <a:pt x="32395" y="219178"/>
                    <a:pt x="34069" y="221929"/>
                    <a:pt x="35900" y="224582"/>
                  </a:cubicBezTo>
                  <a:cubicBezTo>
                    <a:pt x="48972" y="243787"/>
                    <a:pt x="70996" y="254953"/>
                    <a:pt x="94236" y="254156"/>
                  </a:cubicBezTo>
                  <a:cubicBezTo>
                    <a:pt x="105662" y="254259"/>
                    <a:pt x="116983" y="251933"/>
                    <a:pt x="127444" y="247345"/>
                  </a:cubicBezTo>
                  <a:cubicBezTo>
                    <a:pt x="137460" y="242738"/>
                    <a:pt x="146435" y="236151"/>
                    <a:pt x="153830" y="227987"/>
                  </a:cubicBezTo>
                  <a:close/>
                  <a:moveTo>
                    <a:pt x="88493" y="226195"/>
                  </a:moveTo>
                  <a:cubicBezTo>
                    <a:pt x="72580" y="226732"/>
                    <a:pt x="57211" y="220401"/>
                    <a:pt x="46311" y="208809"/>
                  </a:cubicBezTo>
                  <a:cubicBezTo>
                    <a:pt x="35393" y="197217"/>
                    <a:pt x="29945" y="181028"/>
                    <a:pt x="29976" y="160236"/>
                  </a:cubicBezTo>
                  <a:cubicBezTo>
                    <a:pt x="29873" y="150907"/>
                    <a:pt x="31390" y="141627"/>
                    <a:pt x="34464" y="132813"/>
                  </a:cubicBezTo>
                  <a:cubicBezTo>
                    <a:pt x="37111" y="125142"/>
                    <a:pt x="41258" y="118076"/>
                    <a:pt x="46670" y="112022"/>
                  </a:cubicBezTo>
                  <a:cubicBezTo>
                    <a:pt x="51731" y="106287"/>
                    <a:pt x="58063" y="101810"/>
                    <a:pt x="65158" y="98938"/>
                  </a:cubicBezTo>
                  <a:cubicBezTo>
                    <a:pt x="72630" y="95927"/>
                    <a:pt x="80617" y="94408"/>
                    <a:pt x="88672" y="94457"/>
                  </a:cubicBezTo>
                  <a:cubicBezTo>
                    <a:pt x="104472" y="93964"/>
                    <a:pt x="119716" y="100300"/>
                    <a:pt x="130495" y="111843"/>
                  </a:cubicBezTo>
                  <a:cubicBezTo>
                    <a:pt x="141355" y="123403"/>
                    <a:pt x="146798" y="139476"/>
                    <a:pt x="146830" y="160057"/>
                  </a:cubicBezTo>
                  <a:cubicBezTo>
                    <a:pt x="146951" y="169480"/>
                    <a:pt x="145555" y="178859"/>
                    <a:pt x="142701" y="187838"/>
                  </a:cubicBezTo>
                  <a:cubicBezTo>
                    <a:pt x="140228" y="195550"/>
                    <a:pt x="136127" y="202639"/>
                    <a:pt x="130675" y="208630"/>
                  </a:cubicBezTo>
                  <a:cubicBezTo>
                    <a:pt x="125438" y="214204"/>
                    <a:pt x="119075" y="218600"/>
                    <a:pt x="112007" y="221535"/>
                  </a:cubicBezTo>
                  <a:cubicBezTo>
                    <a:pt x="104499" y="224725"/>
                    <a:pt x="96427" y="226370"/>
                    <a:pt x="88268" y="226374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3" name="Forma libre 181">
              <a:extLst>
                <a:ext uri="{FF2B5EF4-FFF2-40B4-BE49-F238E27FC236}">
                  <a16:creationId xmlns:a16="http://schemas.microsoft.com/office/drawing/2014/main" id="{1914303B-8D1F-1324-4D37-42C83C460DC7}"/>
                </a:ext>
              </a:extLst>
            </p:cNvPr>
            <p:cNvSpPr/>
            <p:nvPr/>
          </p:nvSpPr>
          <p:spPr>
            <a:xfrm>
              <a:off x="11364832" y="585980"/>
              <a:ext cx="40291" cy="44572"/>
            </a:xfrm>
            <a:custGeom>
              <a:avLst/>
              <a:gdLst>
                <a:gd name="connsiteX0" fmla="*/ 128320 w 169675"/>
                <a:gd name="connsiteY0" fmla="*/ 146628 h 187705"/>
                <a:gd name="connsiteX1" fmla="*/ 109832 w 169675"/>
                <a:gd name="connsiteY1" fmla="*/ 157024 h 187705"/>
                <a:gd name="connsiteX2" fmla="*/ 88472 w 169675"/>
                <a:gd name="connsiteY2" fmla="*/ 160250 h 187705"/>
                <a:gd name="connsiteX3" fmla="*/ 59034 w 169675"/>
                <a:gd name="connsiteY3" fmla="*/ 152722 h 187705"/>
                <a:gd name="connsiteX4" fmla="*/ 38751 w 169675"/>
                <a:gd name="connsiteY4" fmla="*/ 130318 h 187705"/>
                <a:gd name="connsiteX5" fmla="*/ 31346 w 169675"/>
                <a:gd name="connsiteY5" fmla="*/ 100744 h 187705"/>
                <a:gd name="connsiteX6" fmla="*/ 169291 w 169675"/>
                <a:gd name="connsiteY6" fmla="*/ 100744 h 187705"/>
                <a:gd name="connsiteX7" fmla="*/ 169650 w 169675"/>
                <a:gd name="connsiteY7" fmla="*/ 96263 h 187705"/>
                <a:gd name="connsiteX8" fmla="*/ 169650 w 169675"/>
                <a:gd name="connsiteY8" fmla="*/ 91782 h 187705"/>
                <a:gd name="connsiteX9" fmla="*/ 158880 w 169675"/>
                <a:gd name="connsiteY9" fmla="*/ 43388 h 187705"/>
                <a:gd name="connsiteX10" fmla="*/ 129442 w 169675"/>
                <a:gd name="connsiteY10" fmla="*/ 11305 h 187705"/>
                <a:gd name="connsiteX11" fmla="*/ 86721 w 169675"/>
                <a:gd name="connsiteY11" fmla="*/ 13 h 187705"/>
                <a:gd name="connsiteX12" fmla="*/ 51899 w 169675"/>
                <a:gd name="connsiteY12" fmla="*/ 6645 h 187705"/>
                <a:gd name="connsiteX13" fmla="*/ 24436 w 169675"/>
                <a:gd name="connsiteY13" fmla="*/ 25465 h 187705"/>
                <a:gd name="connsiteX14" fmla="*/ 6486 w 169675"/>
                <a:gd name="connsiteY14" fmla="*/ 54859 h 187705"/>
                <a:gd name="connsiteX15" fmla="*/ 24 w 169675"/>
                <a:gd name="connsiteY15" fmla="*/ 93574 h 187705"/>
                <a:gd name="connsiteX16" fmla="*/ 11512 w 169675"/>
                <a:gd name="connsiteY16" fmla="*/ 142864 h 187705"/>
                <a:gd name="connsiteX17" fmla="*/ 87799 w 169675"/>
                <a:gd name="connsiteY17" fmla="*/ 187673 h 187705"/>
                <a:gd name="connsiteX18" fmla="*/ 117775 w 169675"/>
                <a:gd name="connsiteY18" fmla="*/ 183192 h 187705"/>
                <a:gd name="connsiteX19" fmla="*/ 144699 w 169675"/>
                <a:gd name="connsiteY19" fmla="*/ 169032 h 187705"/>
                <a:gd name="connsiteX20" fmla="*/ 166239 w 169675"/>
                <a:gd name="connsiteY20" fmla="*/ 142506 h 187705"/>
                <a:gd name="connsiteX21" fmla="*/ 142904 w 169675"/>
                <a:gd name="connsiteY21" fmla="*/ 128167 h 187705"/>
                <a:gd name="connsiteX22" fmla="*/ 128320 w 169675"/>
                <a:gd name="connsiteY22" fmla="*/ 146628 h 187705"/>
                <a:gd name="connsiteX23" fmla="*/ 46110 w 169675"/>
                <a:gd name="connsiteY23" fmla="*/ 44285 h 187705"/>
                <a:gd name="connsiteX24" fmla="*/ 63521 w 169675"/>
                <a:gd name="connsiteY24" fmla="*/ 30842 h 187705"/>
                <a:gd name="connsiteX25" fmla="*/ 86318 w 169675"/>
                <a:gd name="connsiteY25" fmla="*/ 26361 h 187705"/>
                <a:gd name="connsiteX26" fmla="*/ 123653 w 169675"/>
                <a:gd name="connsiteY26" fmla="*/ 42671 h 187705"/>
                <a:gd name="connsiteX27" fmla="*/ 137430 w 169675"/>
                <a:gd name="connsiteY27" fmla="*/ 76905 h 187705"/>
                <a:gd name="connsiteX28" fmla="*/ 32289 w 169675"/>
                <a:gd name="connsiteY28" fmla="*/ 76905 h 187705"/>
                <a:gd name="connsiteX29" fmla="*/ 34981 w 169675"/>
                <a:gd name="connsiteY29" fmla="*/ 65255 h 187705"/>
                <a:gd name="connsiteX30" fmla="*/ 46110 w 169675"/>
                <a:gd name="connsiteY30" fmla="*/ 44285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675" h="187705">
                  <a:moveTo>
                    <a:pt x="128320" y="146628"/>
                  </a:moveTo>
                  <a:cubicBezTo>
                    <a:pt x="122935" y="151319"/>
                    <a:pt x="116644" y="154859"/>
                    <a:pt x="109832" y="157024"/>
                  </a:cubicBezTo>
                  <a:cubicBezTo>
                    <a:pt x="102921" y="159188"/>
                    <a:pt x="95714" y="160277"/>
                    <a:pt x="88472" y="160250"/>
                  </a:cubicBezTo>
                  <a:cubicBezTo>
                    <a:pt x="78151" y="160496"/>
                    <a:pt x="67964" y="157893"/>
                    <a:pt x="59034" y="152722"/>
                  </a:cubicBezTo>
                  <a:cubicBezTo>
                    <a:pt x="50288" y="147318"/>
                    <a:pt x="43256" y="139553"/>
                    <a:pt x="38751" y="130318"/>
                  </a:cubicBezTo>
                  <a:cubicBezTo>
                    <a:pt x="34259" y="121078"/>
                    <a:pt x="31737" y="111005"/>
                    <a:pt x="31346" y="100744"/>
                  </a:cubicBezTo>
                  <a:lnTo>
                    <a:pt x="169291" y="100744"/>
                  </a:lnTo>
                  <a:cubicBezTo>
                    <a:pt x="169551" y="99265"/>
                    <a:pt x="169672" y="97764"/>
                    <a:pt x="169650" y="96263"/>
                  </a:cubicBezTo>
                  <a:lnTo>
                    <a:pt x="169650" y="91782"/>
                  </a:lnTo>
                  <a:cubicBezTo>
                    <a:pt x="170027" y="75019"/>
                    <a:pt x="166329" y="58413"/>
                    <a:pt x="158880" y="43388"/>
                  </a:cubicBezTo>
                  <a:cubicBezTo>
                    <a:pt x="152274" y="30147"/>
                    <a:pt x="142074" y="19030"/>
                    <a:pt x="129442" y="11305"/>
                  </a:cubicBezTo>
                  <a:cubicBezTo>
                    <a:pt x="116532" y="3647"/>
                    <a:pt x="101736" y="-260"/>
                    <a:pt x="86721" y="13"/>
                  </a:cubicBezTo>
                  <a:cubicBezTo>
                    <a:pt x="74785" y="-143"/>
                    <a:pt x="62938" y="2115"/>
                    <a:pt x="51899" y="6645"/>
                  </a:cubicBezTo>
                  <a:cubicBezTo>
                    <a:pt x="41519" y="10920"/>
                    <a:pt x="32163" y="17337"/>
                    <a:pt x="24436" y="25465"/>
                  </a:cubicBezTo>
                  <a:cubicBezTo>
                    <a:pt x="16502" y="33934"/>
                    <a:pt x="10390" y="43940"/>
                    <a:pt x="6486" y="54859"/>
                  </a:cubicBezTo>
                  <a:cubicBezTo>
                    <a:pt x="2016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59" y="186167"/>
                    <a:pt x="117775" y="183192"/>
                  </a:cubicBezTo>
                  <a:cubicBezTo>
                    <a:pt x="127522" y="180114"/>
                    <a:pt x="136640" y="175314"/>
                    <a:pt x="144699" y="169032"/>
                  </a:cubicBezTo>
                  <a:cubicBezTo>
                    <a:pt x="153670" y="161805"/>
                    <a:pt x="161011" y="152767"/>
                    <a:pt x="166239" y="142506"/>
                  </a:cubicBezTo>
                  <a:lnTo>
                    <a:pt x="142904" y="128167"/>
                  </a:lnTo>
                  <a:cubicBezTo>
                    <a:pt x="139077" y="135072"/>
                    <a:pt x="134154" y="141305"/>
                    <a:pt x="128320" y="146628"/>
                  </a:cubicBezTo>
                  <a:close/>
                  <a:moveTo>
                    <a:pt x="46110" y="44285"/>
                  </a:moveTo>
                  <a:cubicBezTo>
                    <a:pt x="50723" y="38446"/>
                    <a:pt x="56700" y="33831"/>
                    <a:pt x="63521" y="30842"/>
                  </a:cubicBezTo>
                  <a:cubicBezTo>
                    <a:pt x="70724" y="27768"/>
                    <a:pt x="78487" y="26245"/>
                    <a:pt x="86318" y="26361"/>
                  </a:cubicBezTo>
                  <a:cubicBezTo>
                    <a:pt x="100570" y="25994"/>
                    <a:pt x="114252" y="31971"/>
                    <a:pt x="123653" y="42671"/>
                  </a:cubicBezTo>
                  <a:cubicBezTo>
                    <a:pt x="131668" y="52395"/>
                    <a:pt x="136478" y="64350"/>
                    <a:pt x="137430" y="76905"/>
                  </a:cubicBezTo>
                  <a:lnTo>
                    <a:pt x="32289" y="76905"/>
                  </a:lnTo>
                  <a:cubicBezTo>
                    <a:pt x="32877" y="72958"/>
                    <a:pt x="33774" y="69059"/>
                    <a:pt x="34981" y="65255"/>
                  </a:cubicBezTo>
                  <a:cubicBezTo>
                    <a:pt x="37319" y="57620"/>
                    <a:pt x="41098" y="50504"/>
                    <a:pt x="46110" y="44285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4" name="Forma libre 182">
              <a:extLst>
                <a:ext uri="{FF2B5EF4-FFF2-40B4-BE49-F238E27FC236}">
                  <a16:creationId xmlns:a16="http://schemas.microsoft.com/office/drawing/2014/main" id="{51E1C3AD-5ECE-817A-C9D4-6378252E0DD9}"/>
                </a:ext>
              </a:extLst>
            </p:cNvPr>
            <p:cNvSpPr/>
            <p:nvPr/>
          </p:nvSpPr>
          <p:spPr>
            <a:xfrm>
              <a:off x="11412320" y="585982"/>
              <a:ext cx="21908" cy="43711"/>
            </a:xfrm>
            <a:custGeom>
              <a:avLst/>
              <a:gdLst>
                <a:gd name="connsiteX0" fmla="*/ 30873 w 92261"/>
                <a:gd name="connsiteY0" fmla="*/ 87113 h 184079"/>
                <a:gd name="connsiteX1" fmla="*/ 43259 w 92261"/>
                <a:gd name="connsiteY1" fmla="*/ 47502 h 184079"/>
                <a:gd name="connsiteX2" fmla="*/ 75030 w 92261"/>
                <a:gd name="connsiteY2" fmla="*/ 32626 h 184079"/>
                <a:gd name="connsiteX3" fmla="*/ 92262 w 92261"/>
                <a:gd name="connsiteY3" fmla="*/ 32626 h 184079"/>
                <a:gd name="connsiteX4" fmla="*/ 92262 w 92261"/>
                <a:gd name="connsiteY4" fmla="*/ 5 h 184079"/>
                <a:gd name="connsiteX5" fmla="*/ 81492 w 92261"/>
                <a:gd name="connsiteY5" fmla="*/ 5 h 184079"/>
                <a:gd name="connsiteX6" fmla="*/ 51875 w 92261"/>
                <a:gd name="connsiteY6" fmla="*/ 8608 h 184079"/>
                <a:gd name="connsiteX7" fmla="*/ 30873 w 92261"/>
                <a:gd name="connsiteY7" fmla="*/ 34418 h 184079"/>
                <a:gd name="connsiteX8" fmla="*/ 30873 w 92261"/>
                <a:gd name="connsiteY8" fmla="*/ 3052 h 184079"/>
                <a:gd name="connsiteX9" fmla="*/ 0 w 92261"/>
                <a:gd name="connsiteY9" fmla="*/ 3052 h 184079"/>
                <a:gd name="connsiteX10" fmla="*/ 0 w 92261"/>
                <a:gd name="connsiteY10" fmla="*/ 184080 h 184079"/>
                <a:gd name="connsiteX11" fmla="*/ 30873 w 92261"/>
                <a:gd name="connsiteY11" fmla="*/ 184080 h 18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261" h="184079">
                  <a:moveTo>
                    <a:pt x="30873" y="87113"/>
                  </a:moveTo>
                  <a:cubicBezTo>
                    <a:pt x="30146" y="72860"/>
                    <a:pt x="34540" y="58812"/>
                    <a:pt x="43259" y="47502"/>
                  </a:cubicBezTo>
                  <a:cubicBezTo>
                    <a:pt x="50928" y="37841"/>
                    <a:pt x="62690" y="32335"/>
                    <a:pt x="75030" y="32626"/>
                  </a:cubicBezTo>
                  <a:lnTo>
                    <a:pt x="92262" y="32626"/>
                  </a:lnTo>
                  <a:lnTo>
                    <a:pt x="92262" y="5"/>
                  </a:lnTo>
                  <a:lnTo>
                    <a:pt x="81492" y="5"/>
                  </a:lnTo>
                  <a:cubicBezTo>
                    <a:pt x="70982" y="-138"/>
                    <a:pt x="60670" y="2859"/>
                    <a:pt x="51875" y="8608"/>
                  </a:cubicBezTo>
                  <a:cubicBezTo>
                    <a:pt x="42577" y="15061"/>
                    <a:pt x="35294" y="24009"/>
                    <a:pt x="30873" y="34418"/>
                  </a:cubicBezTo>
                  <a:lnTo>
                    <a:pt x="30873" y="3052"/>
                  </a:lnTo>
                  <a:lnTo>
                    <a:pt x="0" y="3052"/>
                  </a:lnTo>
                  <a:lnTo>
                    <a:pt x="0" y="184080"/>
                  </a:lnTo>
                  <a:lnTo>
                    <a:pt x="30873" y="184080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5" name="Forma libre 183">
              <a:extLst>
                <a:ext uri="{FF2B5EF4-FFF2-40B4-BE49-F238E27FC236}">
                  <a16:creationId xmlns:a16="http://schemas.microsoft.com/office/drawing/2014/main" id="{C290246E-3A22-B65E-6C2E-8EC160A89CD8}"/>
                </a:ext>
              </a:extLst>
            </p:cNvPr>
            <p:cNvSpPr/>
            <p:nvPr/>
          </p:nvSpPr>
          <p:spPr>
            <a:xfrm>
              <a:off x="11457752" y="585980"/>
              <a:ext cx="43316" cy="44610"/>
            </a:xfrm>
            <a:custGeom>
              <a:avLst/>
              <a:gdLst>
                <a:gd name="connsiteX0" fmla="*/ 127644 w 182416"/>
                <a:gd name="connsiteY0" fmla="*/ 181041 h 187864"/>
                <a:gd name="connsiteX1" fmla="*/ 156544 w 182416"/>
                <a:gd name="connsiteY1" fmla="*/ 161683 h 187864"/>
                <a:gd name="connsiteX2" fmla="*/ 175570 w 182416"/>
                <a:gd name="connsiteY2" fmla="*/ 131930 h 187864"/>
                <a:gd name="connsiteX3" fmla="*/ 182391 w 182416"/>
                <a:gd name="connsiteY3" fmla="*/ 93574 h 187864"/>
                <a:gd name="connsiteX4" fmla="*/ 170544 w 182416"/>
                <a:gd name="connsiteY4" fmla="*/ 44643 h 187864"/>
                <a:gd name="connsiteX5" fmla="*/ 138055 w 182416"/>
                <a:gd name="connsiteY5" fmla="*/ 11842 h 187864"/>
                <a:gd name="connsiteX6" fmla="*/ 91206 w 182416"/>
                <a:gd name="connsiteY6" fmla="*/ 13 h 187864"/>
                <a:gd name="connsiteX7" fmla="*/ 55307 w 182416"/>
                <a:gd name="connsiteY7" fmla="*/ 6645 h 187864"/>
                <a:gd name="connsiteX8" fmla="*/ 26228 w 182416"/>
                <a:gd name="connsiteY8" fmla="*/ 25823 h 187864"/>
                <a:gd name="connsiteX9" fmla="*/ 6842 w 182416"/>
                <a:gd name="connsiteY9" fmla="*/ 55755 h 187864"/>
                <a:gd name="connsiteX10" fmla="*/ 21 w 182416"/>
                <a:gd name="connsiteY10" fmla="*/ 93574 h 187864"/>
                <a:gd name="connsiteX11" fmla="*/ 11868 w 182416"/>
                <a:gd name="connsiteY11" fmla="*/ 142863 h 187864"/>
                <a:gd name="connsiteX12" fmla="*/ 44357 w 182416"/>
                <a:gd name="connsiteY12" fmla="*/ 176022 h 187864"/>
                <a:gd name="connsiteX13" fmla="*/ 91206 w 182416"/>
                <a:gd name="connsiteY13" fmla="*/ 187851 h 187864"/>
                <a:gd name="connsiteX14" fmla="*/ 127644 w 182416"/>
                <a:gd name="connsiteY14" fmla="*/ 181041 h 187864"/>
                <a:gd name="connsiteX15" fmla="*/ 39331 w 182416"/>
                <a:gd name="connsiteY15" fmla="*/ 129242 h 187864"/>
                <a:gd name="connsiteX16" fmla="*/ 31613 w 182416"/>
                <a:gd name="connsiteY16" fmla="*/ 93395 h 187864"/>
                <a:gd name="connsiteX17" fmla="*/ 36101 w 182416"/>
                <a:gd name="connsiteY17" fmla="*/ 65792 h 187864"/>
                <a:gd name="connsiteX18" fmla="*/ 48665 w 182416"/>
                <a:gd name="connsiteY18" fmla="*/ 45001 h 187864"/>
                <a:gd name="connsiteX19" fmla="*/ 67692 w 182416"/>
                <a:gd name="connsiteY19" fmla="*/ 32096 h 187864"/>
                <a:gd name="connsiteX20" fmla="*/ 91206 w 182416"/>
                <a:gd name="connsiteY20" fmla="*/ 27615 h 187864"/>
                <a:gd name="connsiteX21" fmla="*/ 121901 w 182416"/>
                <a:gd name="connsiteY21" fmla="*/ 35502 h 187864"/>
                <a:gd name="connsiteX22" fmla="*/ 143261 w 182416"/>
                <a:gd name="connsiteY22" fmla="*/ 57906 h 187864"/>
                <a:gd name="connsiteX23" fmla="*/ 151159 w 182416"/>
                <a:gd name="connsiteY23" fmla="*/ 93036 h 187864"/>
                <a:gd name="connsiteX24" fmla="*/ 146671 w 182416"/>
                <a:gd name="connsiteY24" fmla="*/ 120818 h 187864"/>
                <a:gd name="connsiteX25" fmla="*/ 134106 w 182416"/>
                <a:gd name="connsiteY25" fmla="*/ 141788 h 187864"/>
                <a:gd name="connsiteX26" fmla="*/ 115080 w 182416"/>
                <a:gd name="connsiteY26" fmla="*/ 154872 h 187864"/>
                <a:gd name="connsiteX27" fmla="*/ 91206 w 182416"/>
                <a:gd name="connsiteY27" fmla="*/ 159353 h 187864"/>
                <a:gd name="connsiteX28" fmla="*/ 60692 w 182416"/>
                <a:gd name="connsiteY28" fmla="*/ 151467 h 187864"/>
                <a:gd name="connsiteX29" fmla="*/ 39331 w 182416"/>
                <a:gd name="connsiteY29" fmla="*/ 129242 h 18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2416" h="187864">
                  <a:moveTo>
                    <a:pt x="127644" y="181041"/>
                  </a:moveTo>
                  <a:cubicBezTo>
                    <a:pt x="138513" y="176649"/>
                    <a:pt x="148354" y="170058"/>
                    <a:pt x="156544" y="161683"/>
                  </a:cubicBezTo>
                  <a:cubicBezTo>
                    <a:pt x="164801" y="153125"/>
                    <a:pt x="171267" y="143011"/>
                    <a:pt x="175570" y="131930"/>
                  </a:cubicBezTo>
                  <a:cubicBezTo>
                    <a:pt x="180246" y="119688"/>
                    <a:pt x="182562" y="106676"/>
                    <a:pt x="182391" y="93574"/>
                  </a:cubicBezTo>
                  <a:cubicBezTo>
                    <a:pt x="182782" y="76511"/>
                    <a:pt x="178698" y="59645"/>
                    <a:pt x="170544" y="44643"/>
                  </a:cubicBezTo>
                  <a:cubicBezTo>
                    <a:pt x="162929" y="30940"/>
                    <a:pt x="151693" y="19594"/>
                    <a:pt x="138055" y="11842"/>
                  </a:cubicBezTo>
                  <a:cubicBezTo>
                    <a:pt x="123763" y="3822"/>
                    <a:pt x="107595" y="-260"/>
                    <a:pt x="91206" y="13"/>
                  </a:cubicBezTo>
                  <a:cubicBezTo>
                    <a:pt x="78924" y="-81"/>
                    <a:pt x="66741" y="2168"/>
                    <a:pt x="55307" y="6645"/>
                  </a:cubicBezTo>
                  <a:cubicBezTo>
                    <a:pt x="44366" y="10919"/>
                    <a:pt x="34458" y="17453"/>
                    <a:pt x="26228" y="25823"/>
                  </a:cubicBezTo>
                  <a:cubicBezTo>
                    <a:pt x="17765" y="34354"/>
                    <a:pt x="11164" y="44548"/>
                    <a:pt x="6842" y="55755"/>
                  </a:cubicBezTo>
                  <a:cubicBezTo>
                    <a:pt x="2216" y="67822"/>
                    <a:pt x="-100" y="80651"/>
                    <a:pt x="21" y="93574"/>
                  </a:cubicBezTo>
                  <a:cubicBezTo>
                    <a:pt x="-333" y="110744"/>
                    <a:pt x="3746" y="127723"/>
                    <a:pt x="11868" y="142863"/>
                  </a:cubicBezTo>
                  <a:cubicBezTo>
                    <a:pt x="19403" y="156714"/>
                    <a:pt x="30653" y="168198"/>
                    <a:pt x="44357" y="176022"/>
                  </a:cubicBezTo>
                  <a:cubicBezTo>
                    <a:pt x="58650" y="184043"/>
                    <a:pt x="74818" y="188125"/>
                    <a:pt x="91206" y="187851"/>
                  </a:cubicBezTo>
                  <a:cubicBezTo>
                    <a:pt x="103682" y="187973"/>
                    <a:pt x="116058" y="185660"/>
                    <a:pt x="127644" y="181041"/>
                  </a:cubicBezTo>
                  <a:close/>
                  <a:moveTo>
                    <a:pt x="39331" y="129242"/>
                  </a:moveTo>
                  <a:cubicBezTo>
                    <a:pt x="33893" y="118093"/>
                    <a:pt x="31241" y="105793"/>
                    <a:pt x="31613" y="93395"/>
                  </a:cubicBezTo>
                  <a:cubicBezTo>
                    <a:pt x="31456" y="84003"/>
                    <a:pt x="32973" y="74655"/>
                    <a:pt x="36101" y="65792"/>
                  </a:cubicBezTo>
                  <a:cubicBezTo>
                    <a:pt x="38838" y="58085"/>
                    <a:pt x="43110" y="51010"/>
                    <a:pt x="48665" y="45001"/>
                  </a:cubicBezTo>
                  <a:cubicBezTo>
                    <a:pt x="53956" y="39324"/>
                    <a:pt x="60458" y="34914"/>
                    <a:pt x="67692" y="32096"/>
                  </a:cubicBezTo>
                  <a:cubicBezTo>
                    <a:pt x="75177" y="29130"/>
                    <a:pt x="83156" y="27611"/>
                    <a:pt x="91206" y="27615"/>
                  </a:cubicBezTo>
                  <a:cubicBezTo>
                    <a:pt x="101967" y="27409"/>
                    <a:pt x="112576" y="30138"/>
                    <a:pt x="121901" y="35502"/>
                  </a:cubicBezTo>
                  <a:cubicBezTo>
                    <a:pt x="130983" y="40825"/>
                    <a:pt x="138383" y="48590"/>
                    <a:pt x="143261" y="57906"/>
                  </a:cubicBezTo>
                  <a:cubicBezTo>
                    <a:pt x="148776" y="68781"/>
                    <a:pt x="151486" y="80853"/>
                    <a:pt x="151159" y="93036"/>
                  </a:cubicBezTo>
                  <a:cubicBezTo>
                    <a:pt x="151307" y="102486"/>
                    <a:pt x="149786" y="111892"/>
                    <a:pt x="146671" y="120818"/>
                  </a:cubicBezTo>
                  <a:cubicBezTo>
                    <a:pt x="143956" y="128587"/>
                    <a:pt x="139680" y="135725"/>
                    <a:pt x="134106" y="141788"/>
                  </a:cubicBezTo>
                  <a:cubicBezTo>
                    <a:pt x="128789" y="147474"/>
                    <a:pt x="122296" y="151937"/>
                    <a:pt x="115080" y="154872"/>
                  </a:cubicBezTo>
                  <a:cubicBezTo>
                    <a:pt x="107491" y="157901"/>
                    <a:pt x="99383" y="159425"/>
                    <a:pt x="91206" y="159353"/>
                  </a:cubicBezTo>
                  <a:cubicBezTo>
                    <a:pt x="80513" y="159488"/>
                    <a:pt x="69976" y="156768"/>
                    <a:pt x="60692" y="151467"/>
                  </a:cubicBezTo>
                  <a:cubicBezTo>
                    <a:pt x="51591" y="146246"/>
                    <a:pt x="44182" y="138535"/>
                    <a:pt x="39331" y="129242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6" name="Forma libre 184">
              <a:extLst>
                <a:ext uri="{FF2B5EF4-FFF2-40B4-BE49-F238E27FC236}">
                  <a16:creationId xmlns:a16="http://schemas.microsoft.com/office/drawing/2014/main" id="{F4082C9A-D55B-4307-50E0-49FD42CC0BEE}"/>
                </a:ext>
              </a:extLst>
            </p:cNvPr>
            <p:cNvSpPr/>
            <p:nvPr/>
          </p:nvSpPr>
          <p:spPr>
            <a:xfrm>
              <a:off x="11503119" y="569640"/>
              <a:ext cx="24636" cy="60096"/>
            </a:xfrm>
            <a:custGeom>
              <a:avLst/>
              <a:gdLst>
                <a:gd name="connsiteX0" fmla="*/ 30156 w 103749"/>
                <a:gd name="connsiteY0" fmla="*/ 253080 h 253080"/>
                <a:gd name="connsiteX1" fmla="*/ 61029 w 103749"/>
                <a:gd name="connsiteY1" fmla="*/ 253080 h 253080"/>
                <a:gd name="connsiteX2" fmla="*/ 61029 w 103749"/>
                <a:gd name="connsiteY2" fmla="*/ 98221 h 253080"/>
                <a:gd name="connsiteX3" fmla="*/ 103750 w 103749"/>
                <a:gd name="connsiteY3" fmla="*/ 98221 h 253080"/>
                <a:gd name="connsiteX4" fmla="*/ 103750 w 103749"/>
                <a:gd name="connsiteY4" fmla="*/ 72053 h 253080"/>
                <a:gd name="connsiteX5" fmla="*/ 61029 w 103749"/>
                <a:gd name="connsiteY5" fmla="*/ 72053 h 253080"/>
                <a:gd name="connsiteX6" fmla="*/ 61029 w 103749"/>
                <a:gd name="connsiteY6" fmla="*/ 54846 h 253080"/>
                <a:gd name="connsiteX7" fmla="*/ 66773 w 103749"/>
                <a:gd name="connsiteY7" fmla="*/ 34413 h 253080"/>
                <a:gd name="connsiteX8" fmla="*/ 85441 w 103749"/>
                <a:gd name="connsiteY8" fmla="*/ 27244 h 253080"/>
                <a:gd name="connsiteX9" fmla="*/ 103750 w 103749"/>
                <a:gd name="connsiteY9" fmla="*/ 27244 h 253080"/>
                <a:gd name="connsiteX10" fmla="*/ 103750 w 103749"/>
                <a:gd name="connsiteY10" fmla="*/ 0 h 253080"/>
                <a:gd name="connsiteX11" fmla="*/ 82210 w 103749"/>
                <a:gd name="connsiteY11" fmla="*/ 0 h 253080"/>
                <a:gd name="connsiteX12" fmla="*/ 43259 w 103749"/>
                <a:gd name="connsiteY12" fmla="*/ 14877 h 253080"/>
                <a:gd name="connsiteX13" fmla="*/ 30156 w 103749"/>
                <a:gd name="connsiteY13" fmla="*/ 53412 h 253080"/>
                <a:gd name="connsiteX14" fmla="*/ 30156 w 103749"/>
                <a:gd name="connsiteY14" fmla="*/ 72053 h 253080"/>
                <a:gd name="connsiteX15" fmla="*/ 0 w 103749"/>
                <a:gd name="connsiteY15" fmla="*/ 72053 h 253080"/>
                <a:gd name="connsiteX16" fmla="*/ 0 w 103749"/>
                <a:gd name="connsiteY16" fmla="*/ 98221 h 253080"/>
                <a:gd name="connsiteX17" fmla="*/ 30156 w 103749"/>
                <a:gd name="connsiteY17" fmla="*/ 98221 h 253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3749" h="253080">
                  <a:moveTo>
                    <a:pt x="30156" y="253080"/>
                  </a:moveTo>
                  <a:lnTo>
                    <a:pt x="61029" y="253080"/>
                  </a:lnTo>
                  <a:lnTo>
                    <a:pt x="61029" y="98221"/>
                  </a:lnTo>
                  <a:lnTo>
                    <a:pt x="103750" y="98221"/>
                  </a:lnTo>
                  <a:lnTo>
                    <a:pt x="103750" y="72053"/>
                  </a:lnTo>
                  <a:lnTo>
                    <a:pt x="61029" y="72053"/>
                  </a:lnTo>
                  <a:lnTo>
                    <a:pt x="61029" y="54846"/>
                  </a:lnTo>
                  <a:cubicBezTo>
                    <a:pt x="60558" y="47582"/>
                    <a:pt x="62587" y="40373"/>
                    <a:pt x="66773" y="34413"/>
                  </a:cubicBezTo>
                  <a:cubicBezTo>
                    <a:pt x="71526" y="29233"/>
                    <a:pt x="78436" y="26581"/>
                    <a:pt x="85441" y="27244"/>
                  </a:cubicBezTo>
                  <a:lnTo>
                    <a:pt x="103750" y="27244"/>
                  </a:lnTo>
                  <a:lnTo>
                    <a:pt x="103750" y="0"/>
                  </a:lnTo>
                  <a:lnTo>
                    <a:pt x="82210" y="0"/>
                  </a:lnTo>
                  <a:cubicBezTo>
                    <a:pt x="64978" y="0"/>
                    <a:pt x="51996" y="4960"/>
                    <a:pt x="43259" y="14877"/>
                  </a:cubicBezTo>
                  <a:cubicBezTo>
                    <a:pt x="34217" y="25631"/>
                    <a:pt x="29541" y="39382"/>
                    <a:pt x="30156" y="53412"/>
                  </a:cubicBezTo>
                  <a:lnTo>
                    <a:pt x="30156" y="72053"/>
                  </a:lnTo>
                  <a:lnTo>
                    <a:pt x="0" y="72053"/>
                  </a:lnTo>
                  <a:lnTo>
                    <a:pt x="0" y="98221"/>
                  </a:lnTo>
                  <a:lnTo>
                    <a:pt x="30156" y="98221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7" name="Forma libre 185">
              <a:extLst>
                <a:ext uri="{FF2B5EF4-FFF2-40B4-BE49-F238E27FC236}">
                  <a16:creationId xmlns:a16="http://schemas.microsoft.com/office/drawing/2014/main" id="{DFCA3CBE-AD13-DC70-8B22-23610ED7DBE1}"/>
                </a:ext>
              </a:extLst>
            </p:cNvPr>
            <p:cNvSpPr/>
            <p:nvPr/>
          </p:nvSpPr>
          <p:spPr>
            <a:xfrm>
              <a:off x="11549397" y="572619"/>
              <a:ext cx="25489" cy="57124"/>
            </a:xfrm>
            <a:custGeom>
              <a:avLst/>
              <a:gdLst>
                <a:gd name="connsiteX0" fmla="*/ 33746 w 107340"/>
                <a:gd name="connsiteY0" fmla="*/ 187122 h 240566"/>
                <a:gd name="connsiteX1" fmla="*/ 39490 w 107340"/>
                <a:gd name="connsiteY1" fmla="*/ 214903 h 240566"/>
                <a:gd name="connsiteX2" fmla="*/ 56901 w 107340"/>
                <a:gd name="connsiteY2" fmla="*/ 233723 h 240566"/>
                <a:gd name="connsiteX3" fmla="*/ 85800 w 107340"/>
                <a:gd name="connsiteY3" fmla="*/ 240534 h 240566"/>
                <a:gd name="connsiteX4" fmla="*/ 107340 w 107340"/>
                <a:gd name="connsiteY4" fmla="*/ 240534 h 240566"/>
                <a:gd name="connsiteX5" fmla="*/ 107340 w 107340"/>
                <a:gd name="connsiteY5" fmla="*/ 213290 h 240566"/>
                <a:gd name="connsiteX6" fmla="*/ 88672 w 107340"/>
                <a:gd name="connsiteY6" fmla="*/ 213290 h 240566"/>
                <a:gd name="connsiteX7" fmla="*/ 70363 w 107340"/>
                <a:gd name="connsiteY7" fmla="*/ 205941 h 240566"/>
                <a:gd name="connsiteX8" fmla="*/ 64619 w 107340"/>
                <a:gd name="connsiteY8" fmla="*/ 184612 h 240566"/>
                <a:gd name="connsiteX9" fmla="*/ 64619 w 107340"/>
                <a:gd name="connsiteY9" fmla="*/ 85675 h 240566"/>
                <a:gd name="connsiteX10" fmla="*/ 107340 w 107340"/>
                <a:gd name="connsiteY10" fmla="*/ 85675 h 240566"/>
                <a:gd name="connsiteX11" fmla="*/ 107340 w 107340"/>
                <a:gd name="connsiteY11" fmla="*/ 59506 h 240566"/>
                <a:gd name="connsiteX12" fmla="*/ 64619 w 107340"/>
                <a:gd name="connsiteY12" fmla="*/ 59506 h 240566"/>
                <a:gd name="connsiteX13" fmla="*/ 64619 w 107340"/>
                <a:gd name="connsiteY13" fmla="*/ 0 h 240566"/>
                <a:gd name="connsiteX14" fmla="*/ 33746 w 107340"/>
                <a:gd name="connsiteY14" fmla="*/ 20074 h 240566"/>
                <a:gd name="connsiteX15" fmla="*/ 33746 w 107340"/>
                <a:gd name="connsiteY15" fmla="*/ 59506 h 240566"/>
                <a:gd name="connsiteX16" fmla="*/ 0 w 107340"/>
                <a:gd name="connsiteY16" fmla="*/ 59506 h 240566"/>
                <a:gd name="connsiteX17" fmla="*/ 0 w 107340"/>
                <a:gd name="connsiteY17" fmla="*/ 85675 h 240566"/>
                <a:gd name="connsiteX18" fmla="*/ 33746 w 107340"/>
                <a:gd name="connsiteY18" fmla="*/ 85675 h 24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340" h="240566">
                  <a:moveTo>
                    <a:pt x="33746" y="187122"/>
                  </a:moveTo>
                  <a:cubicBezTo>
                    <a:pt x="33539" y="196697"/>
                    <a:pt x="35500" y="206192"/>
                    <a:pt x="39490" y="214903"/>
                  </a:cubicBezTo>
                  <a:cubicBezTo>
                    <a:pt x="43232" y="222807"/>
                    <a:pt x="49308" y="229376"/>
                    <a:pt x="56901" y="233723"/>
                  </a:cubicBezTo>
                  <a:cubicBezTo>
                    <a:pt x="65755" y="238522"/>
                    <a:pt x="75730" y="240874"/>
                    <a:pt x="85800" y="240534"/>
                  </a:cubicBezTo>
                  <a:lnTo>
                    <a:pt x="107340" y="240534"/>
                  </a:lnTo>
                  <a:lnTo>
                    <a:pt x="107340" y="213290"/>
                  </a:lnTo>
                  <a:lnTo>
                    <a:pt x="88672" y="213290"/>
                  </a:lnTo>
                  <a:cubicBezTo>
                    <a:pt x="81743" y="213895"/>
                    <a:pt x="74945" y="211166"/>
                    <a:pt x="70363" y="205941"/>
                  </a:cubicBezTo>
                  <a:cubicBezTo>
                    <a:pt x="66123" y="199668"/>
                    <a:pt x="64099" y="192163"/>
                    <a:pt x="64619" y="184612"/>
                  </a:cubicBezTo>
                  <a:lnTo>
                    <a:pt x="64619" y="85675"/>
                  </a:lnTo>
                  <a:lnTo>
                    <a:pt x="107340" y="85675"/>
                  </a:lnTo>
                  <a:lnTo>
                    <a:pt x="107340" y="59506"/>
                  </a:lnTo>
                  <a:lnTo>
                    <a:pt x="64619" y="59506"/>
                  </a:lnTo>
                  <a:lnTo>
                    <a:pt x="64619" y="0"/>
                  </a:lnTo>
                  <a:lnTo>
                    <a:pt x="33746" y="20074"/>
                  </a:lnTo>
                  <a:lnTo>
                    <a:pt x="33746" y="59506"/>
                  </a:lnTo>
                  <a:lnTo>
                    <a:pt x="0" y="59506"/>
                  </a:lnTo>
                  <a:lnTo>
                    <a:pt x="0" y="85675"/>
                  </a:lnTo>
                  <a:lnTo>
                    <a:pt x="33746" y="85675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8" name="Forma libre 186">
              <a:extLst>
                <a:ext uri="{FF2B5EF4-FFF2-40B4-BE49-F238E27FC236}">
                  <a16:creationId xmlns:a16="http://schemas.microsoft.com/office/drawing/2014/main" id="{109CEB74-38ED-C025-B106-457CA78E3B5E}"/>
                </a:ext>
              </a:extLst>
            </p:cNvPr>
            <p:cNvSpPr/>
            <p:nvPr/>
          </p:nvSpPr>
          <p:spPr>
            <a:xfrm>
              <a:off x="11580533" y="570151"/>
              <a:ext cx="36554" cy="59585"/>
            </a:xfrm>
            <a:custGeom>
              <a:avLst/>
              <a:gdLst>
                <a:gd name="connsiteX0" fmla="*/ 79697 w 153939"/>
                <a:gd name="connsiteY0" fmla="*/ 94278 h 250929"/>
                <a:gd name="connsiteX1" fmla="*/ 111109 w 153939"/>
                <a:gd name="connsiteY1" fmla="*/ 107183 h 250929"/>
                <a:gd name="connsiteX2" fmla="*/ 123136 w 153939"/>
                <a:gd name="connsiteY2" fmla="*/ 142313 h 250929"/>
                <a:gd name="connsiteX3" fmla="*/ 123136 w 153939"/>
                <a:gd name="connsiteY3" fmla="*/ 250929 h 250929"/>
                <a:gd name="connsiteX4" fmla="*/ 153920 w 153939"/>
                <a:gd name="connsiteY4" fmla="*/ 250929 h 250929"/>
                <a:gd name="connsiteX5" fmla="*/ 153920 w 153939"/>
                <a:gd name="connsiteY5" fmla="*/ 137653 h 250929"/>
                <a:gd name="connsiteX6" fmla="*/ 145304 w 153939"/>
                <a:gd name="connsiteY6" fmla="*/ 100013 h 250929"/>
                <a:gd name="connsiteX7" fmla="*/ 121251 w 153939"/>
                <a:gd name="connsiteY7" fmla="*/ 75279 h 250929"/>
                <a:gd name="connsiteX8" fmla="*/ 86069 w 153939"/>
                <a:gd name="connsiteY8" fmla="*/ 66675 h 250929"/>
                <a:gd name="connsiteX9" fmla="*/ 50888 w 153939"/>
                <a:gd name="connsiteY9" fmla="*/ 76175 h 250929"/>
                <a:gd name="connsiteX10" fmla="*/ 30784 w 153939"/>
                <a:gd name="connsiteY10" fmla="*/ 97952 h 250929"/>
                <a:gd name="connsiteX11" fmla="*/ 30784 w 153939"/>
                <a:gd name="connsiteY11" fmla="*/ 0 h 250929"/>
                <a:gd name="connsiteX12" fmla="*/ 0 w 153939"/>
                <a:gd name="connsiteY12" fmla="*/ 0 h 250929"/>
                <a:gd name="connsiteX13" fmla="*/ 0 w 153939"/>
                <a:gd name="connsiteY13" fmla="*/ 250929 h 250929"/>
                <a:gd name="connsiteX14" fmla="*/ 30874 w 153939"/>
                <a:gd name="connsiteY14" fmla="*/ 250929 h 250929"/>
                <a:gd name="connsiteX15" fmla="*/ 30874 w 153939"/>
                <a:gd name="connsiteY15" fmla="*/ 143388 h 250929"/>
                <a:gd name="connsiteX16" fmla="*/ 44336 w 153939"/>
                <a:gd name="connsiteY16" fmla="*/ 107541 h 250929"/>
                <a:gd name="connsiteX17" fmla="*/ 79697 w 153939"/>
                <a:gd name="connsiteY17" fmla="*/ 94278 h 2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3939" h="250929">
                  <a:moveTo>
                    <a:pt x="79697" y="94278"/>
                  </a:moveTo>
                  <a:cubicBezTo>
                    <a:pt x="91548" y="93825"/>
                    <a:pt x="103010" y="98535"/>
                    <a:pt x="111109" y="107183"/>
                  </a:cubicBezTo>
                  <a:cubicBezTo>
                    <a:pt x="119550" y="116879"/>
                    <a:pt x="123867" y="129484"/>
                    <a:pt x="123136" y="142313"/>
                  </a:cubicBezTo>
                  <a:lnTo>
                    <a:pt x="123136" y="250929"/>
                  </a:lnTo>
                  <a:lnTo>
                    <a:pt x="153920" y="250929"/>
                  </a:lnTo>
                  <a:lnTo>
                    <a:pt x="153920" y="137653"/>
                  </a:lnTo>
                  <a:cubicBezTo>
                    <a:pt x="154216" y="124586"/>
                    <a:pt x="151254" y="111655"/>
                    <a:pt x="145304" y="100013"/>
                  </a:cubicBezTo>
                  <a:cubicBezTo>
                    <a:pt x="139896" y="89586"/>
                    <a:pt x="131527" y="80983"/>
                    <a:pt x="121251" y="75279"/>
                  </a:cubicBezTo>
                  <a:cubicBezTo>
                    <a:pt x="110468" y="69413"/>
                    <a:pt x="98347" y="66451"/>
                    <a:pt x="86069" y="66675"/>
                  </a:cubicBezTo>
                  <a:cubicBezTo>
                    <a:pt x="73702" y="66644"/>
                    <a:pt x="61554" y="69924"/>
                    <a:pt x="50888" y="76175"/>
                  </a:cubicBezTo>
                  <a:cubicBezTo>
                    <a:pt x="42209" y="81328"/>
                    <a:pt x="35222" y="88896"/>
                    <a:pt x="30784" y="97952"/>
                  </a:cubicBezTo>
                  <a:lnTo>
                    <a:pt x="30784" y="0"/>
                  </a:lnTo>
                  <a:lnTo>
                    <a:pt x="0" y="0"/>
                  </a:lnTo>
                  <a:lnTo>
                    <a:pt x="0" y="250929"/>
                  </a:lnTo>
                  <a:lnTo>
                    <a:pt x="30874" y="250929"/>
                  </a:lnTo>
                  <a:lnTo>
                    <a:pt x="30874" y="143388"/>
                  </a:lnTo>
                  <a:cubicBezTo>
                    <a:pt x="30142" y="130084"/>
                    <a:pt x="35025" y="117085"/>
                    <a:pt x="44336" y="107541"/>
                  </a:cubicBezTo>
                  <a:cubicBezTo>
                    <a:pt x="53854" y="98543"/>
                    <a:pt x="66603" y="93762"/>
                    <a:pt x="79697" y="94278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9" name="Forma libre 187">
              <a:extLst>
                <a:ext uri="{FF2B5EF4-FFF2-40B4-BE49-F238E27FC236}">
                  <a16:creationId xmlns:a16="http://schemas.microsoft.com/office/drawing/2014/main" id="{AC234EA1-BC20-2903-1D2D-AE31018C0E26}"/>
                </a:ext>
              </a:extLst>
            </p:cNvPr>
            <p:cNvSpPr/>
            <p:nvPr/>
          </p:nvSpPr>
          <p:spPr>
            <a:xfrm>
              <a:off x="11624195" y="585938"/>
              <a:ext cx="40290" cy="44572"/>
            </a:xfrm>
            <a:custGeom>
              <a:avLst/>
              <a:gdLst>
                <a:gd name="connsiteX0" fmla="*/ 158880 w 169671"/>
                <a:gd name="connsiteY0" fmla="*/ 43388 h 187705"/>
                <a:gd name="connsiteX1" fmla="*/ 129442 w 169671"/>
                <a:gd name="connsiteY1" fmla="*/ 11305 h 187705"/>
                <a:gd name="connsiteX2" fmla="*/ 86722 w 169671"/>
                <a:gd name="connsiteY2" fmla="*/ 13 h 187705"/>
                <a:gd name="connsiteX3" fmla="*/ 51899 w 169671"/>
                <a:gd name="connsiteY3" fmla="*/ 6645 h 187705"/>
                <a:gd name="connsiteX4" fmla="*/ 24436 w 169671"/>
                <a:gd name="connsiteY4" fmla="*/ 25465 h 187705"/>
                <a:gd name="connsiteX5" fmla="*/ 6486 w 169671"/>
                <a:gd name="connsiteY5" fmla="*/ 54859 h 187705"/>
                <a:gd name="connsiteX6" fmla="*/ 24 w 169671"/>
                <a:gd name="connsiteY6" fmla="*/ 93574 h 187705"/>
                <a:gd name="connsiteX7" fmla="*/ 11512 w 169671"/>
                <a:gd name="connsiteY7" fmla="*/ 142864 h 187705"/>
                <a:gd name="connsiteX8" fmla="*/ 87799 w 169671"/>
                <a:gd name="connsiteY8" fmla="*/ 187673 h 187705"/>
                <a:gd name="connsiteX9" fmla="*/ 117775 w 169671"/>
                <a:gd name="connsiteY9" fmla="*/ 183192 h 187705"/>
                <a:gd name="connsiteX10" fmla="*/ 144699 w 169671"/>
                <a:gd name="connsiteY10" fmla="*/ 169032 h 187705"/>
                <a:gd name="connsiteX11" fmla="*/ 166239 w 169671"/>
                <a:gd name="connsiteY11" fmla="*/ 142505 h 187705"/>
                <a:gd name="connsiteX12" fmla="*/ 142905 w 169671"/>
                <a:gd name="connsiteY12" fmla="*/ 128167 h 187705"/>
                <a:gd name="connsiteX13" fmla="*/ 128186 w 169671"/>
                <a:gd name="connsiteY13" fmla="*/ 146449 h 187705"/>
                <a:gd name="connsiteX14" fmla="*/ 109697 w 169671"/>
                <a:gd name="connsiteY14" fmla="*/ 156844 h 187705"/>
                <a:gd name="connsiteX15" fmla="*/ 88337 w 169671"/>
                <a:gd name="connsiteY15" fmla="*/ 160071 h 187705"/>
                <a:gd name="connsiteX16" fmla="*/ 58899 w 169671"/>
                <a:gd name="connsiteY16" fmla="*/ 152543 h 187705"/>
                <a:gd name="connsiteX17" fmla="*/ 38616 w 169671"/>
                <a:gd name="connsiteY17" fmla="*/ 130138 h 187705"/>
                <a:gd name="connsiteX18" fmla="*/ 31212 w 169671"/>
                <a:gd name="connsiteY18" fmla="*/ 100564 h 187705"/>
                <a:gd name="connsiteX19" fmla="*/ 169291 w 169671"/>
                <a:gd name="connsiteY19" fmla="*/ 100564 h 187705"/>
                <a:gd name="connsiteX20" fmla="*/ 169650 w 169671"/>
                <a:gd name="connsiteY20" fmla="*/ 96084 h 187705"/>
                <a:gd name="connsiteX21" fmla="*/ 169650 w 169671"/>
                <a:gd name="connsiteY21" fmla="*/ 91603 h 187705"/>
                <a:gd name="connsiteX22" fmla="*/ 158880 w 169671"/>
                <a:gd name="connsiteY22" fmla="*/ 43388 h 187705"/>
                <a:gd name="connsiteX23" fmla="*/ 46155 w 169671"/>
                <a:gd name="connsiteY23" fmla="*/ 44285 h 187705"/>
                <a:gd name="connsiteX24" fmla="*/ 63567 w 169671"/>
                <a:gd name="connsiteY24" fmla="*/ 30842 h 187705"/>
                <a:gd name="connsiteX25" fmla="*/ 86363 w 169671"/>
                <a:gd name="connsiteY25" fmla="*/ 26361 h 187705"/>
                <a:gd name="connsiteX26" fmla="*/ 123698 w 169671"/>
                <a:gd name="connsiteY26" fmla="*/ 42671 h 187705"/>
                <a:gd name="connsiteX27" fmla="*/ 137475 w 169671"/>
                <a:gd name="connsiteY27" fmla="*/ 76905 h 187705"/>
                <a:gd name="connsiteX28" fmla="*/ 32334 w 169671"/>
                <a:gd name="connsiteY28" fmla="*/ 76905 h 187705"/>
                <a:gd name="connsiteX29" fmla="*/ 35026 w 169671"/>
                <a:gd name="connsiteY29" fmla="*/ 65255 h 187705"/>
                <a:gd name="connsiteX30" fmla="*/ 46335 w 169671"/>
                <a:gd name="connsiteY30" fmla="*/ 44464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671" h="187705">
                  <a:moveTo>
                    <a:pt x="158880" y="43388"/>
                  </a:moveTo>
                  <a:cubicBezTo>
                    <a:pt x="152279" y="30147"/>
                    <a:pt x="142074" y="19030"/>
                    <a:pt x="129442" y="11305"/>
                  </a:cubicBezTo>
                  <a:cubicBezTo>
                    <a:pt x="116532" y="3647"/>
                    <a:pt x="101737" y="-260"/>
                    <a:pt x="86722" y="13"/>
                  </a:cubicBezTo>
                  <a:cubicBezTo>
                    <a:pt x="74785" y="-143"/>
                    <a:pt x="62938" y="2115"/>
                    <a:pt x="51899" y="6645"/>
                  </a:cubicBezTo>
                  <a:cubicBezTo>
                    <a:pt x="41520" y="10920"/>
                    <a:pt x="32163" y="17336"/>
                    <a:pt x="24436" y="25465"/>
                  </a:cubicBezTo>
                  <a:cubicBezTo>
                    <a:pt x="16502" y="33934"/>
                    <a:pt x="10390" y="43939"/>
                    <a:pt x="6486" y="54859"/>
                  </a:cubicBezTo>
                  <a:cubicBezTo>
                    <a:pt x="2017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60" y="186167"/>
                    <a:pt x="117775" y="183192"/>
                  </a:cubicBezTo>
                  <a:cubicBezTo>
                    <a:pt x="127522" y="180113"/>
                    <a:pt x="136640" y="175314"/>
                    <a:pt x="144699" y="169032"/>
                  </a:cubicBezTo>
                  <a:cubicBezTo>
                    <a:pt x="153683" y="161818"/>
                    <a:pt x="161025" y="152776"/>
                    <a:pt x="166239" y="142505"/>
                  </a:cubicBezTo>
                  <a:lnTo>
                    <a:pt x="142905" y="128167"/>
                  </a:lnTo>
                  <a:cubicBezTo>
                    <a:pt x="139023" y="135018"/>
                    <a:pt x="134051" y="141193"/>
                    <a:pt x="128186" y="146449"/>
                  </a:cubicBezTo>
                  <a:cubicBezTo>
                    <a:pt x="122801" y="151140"/>
                    <a:pt x="116509" y="154680"/>
                    <a:pt x="109697" y="156844"/>
                  </a:cubicBezTo>
                  <a:cubicBezTo>
                    <a:pt x="102787" y="159009"/>
                    <a:pt x="95580" y="160097"/>
                    <a:pt x="88337" y="160071"/>
                  </a:cubicBezTo>
                  <a:cubicBezTo>
                    <a:pt x="78016" y="160312"/>
                    <a:pt x="67834" y="157705"/>
                    <a:pt x="58899" y="152543"/>
                  </a:cubicBezTo>
                  <a:cubicBezTo>
                    <a:pt x="50154" y="147139"/>
                    <a:pt x="43122" y="139373"/>
                    <a:pt x="38616" y="130138"/>
                  </a:cubicBezTo>
                  <a:cubicBezTo>
                    <a:pt x="34124" y="120899"/>
                    <a:pt x="31602" y="110830"/>
                    <a:pt x="31212" y="100564"/>
                  </a:cubicBezTo>
                  <a:lnTo>
                    <a:pt x="169291" y="100564"/>
                  </a:lnTo>
                  <a:cubicBezTo>
                    <a:pt x="169551" y="99086"/>
                    <a:pt x="169672" y="97585"/>
                    <a:pt x="169650" y="96084"/>
                  </a:cubicBezTo>
                  <a:lnTo>
                    <a:pt x="169650" y="91603"/>
                  </a:lnTo>
                  <a:cubicBezTo>
                    <a:pt x="169995" y="74902"/>
                    <a:pt x="166302" y="58359"/>
                    <a:pt x="158880" y="43388"/>
                  </a:cubicBezTo>
                  <a:close/>
                  <a:moveTo>
                    <a:pt x="46155" y="44285"/>
                  </a:moveTo>
                  <a:cubicBezTo>
                    <a:pt x="50768" y="38446"/>
                    <a:pt x="56746" y="33831"/>
                    <a:pt x="63567" y="30842"/>
                  </a:cubicBezTo>
                  <a:cubicBezTo>
                    <a:pt x="70769" y="27768"/>
                    <a:pt x="78532" y="26245"/>
                    <a:pt x="86363" y="26361"/>
                  </a:cubicBezTo>
                  <a:cubicBezTo>
                    <a:pt x="100615" y="25994"/>
                    <a:pt x="114297" y="31971"/>
                    <a:pt x="123698" y="42671"/>
                  </a:cubicBezTo>
                  <a:cubicBezTo>
                    <a:pt x="131713" y="52395"/>
                    <a:pt x="136524" y="64350"/>
                    <a:pt x="137475" y="76905"/>
                  </a:cubicBezTo>
                  <a:lnTo>
                    <a:pt x="32334" y="76905"/>
                  </a:lnTo>
                  <a:cubicBezTo>
                    <a:pt x="32940" y="72962"/>
                    <a:pt x="33842" y="69068"/>
                    <a:pt x="35026" y="65255"/>
                  </a:cubicBezTo>
                  <a:cubicBezTo>
                    <a:pt x="37441" y="57673"/>
                    <a:pt x="41277" y="50616"/>
                    <a:pt x="46335" y="44464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0" name="Forma libre 188">
              <a:extLst>
                <a:ext uri="{FF2B5EF4-FFF2-40B4-BE49-F238E27FC236}">
                  <a16:creationId xmlns:a16="http://schemas.microsoft.com/office/drawing/2014/main" id="{E5A19B89-4F90-D125-18A6-9256BBF43DC6}"/>
                </a:ext>
              </a:extLst>
            </p:cNvPr>
            <p:cNvSpPr/>
            <p:nvPr/>
          </p:nvSpPr>
          <p:spPr>
            <a:xfrm>
              <a:off x="11058558" y="660592"/>
              <a:ext cx="7672" cy="59585"/>
            </a:xfrm>
            <a:custGeom>
              <a:avLst/>
              <a:gdLst>
                <a:gd name="connsiteX0" fmla="*/ 0 w 32309"/>
                <a:gd name="connsiteY0" fmla="*/ 0 h 250929"/>
                <a:gd name="connsiteX1" fmla="*/ 32310 w 32309"/>
                <a:gd name="connsiteY1" fmla="*/ 0 h 250929"/>
                <a:gd name="connsiteX2" fmla="*/ 32310 w 32309"/>
                <a:gd name="connsiteY2" fmla="*/ 250929 h 250929"/>
                <a:gd name="connsiteX3" fmla="*/ 0 w 32309"/>
                <a:gd name="connsiteY3" fmla="*/ 250929 h 2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09" h="250929">
                  <a:moveTo>
                    <a:pt x="0" y="0"/>
                  </a:moveTo>
                  <a:lnTo>
                    <a:pt x="32310" y="0"/>
                  </a:lnTo>
                  <a:lnTo>
                    <a:pt x="32310" y="250929"/>
                  </a:lnTo>
                  <a:lnTo>
                    <a:pt x="0" y="250929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1" name="Forma libre 189">
              <a:extLst>
                <a:ext uri="{FF2B5EF4-FFF2-40B4-BE49-F238E27FC236}">
                  <a16:creationId xmlns:a16="http://schemas.microsoft.com/office/drawing/2014/main" id="{D8261F0F-7751-50F4-A841-150B8957EA2B}"/>
                </a:ext>
              </a:extLst>
            </p:cNvPr>
            <p:cNvSpPr/>
            <p:nvPr/>
          </p:nvSpPr>
          <p:spPr>
            <a:xfrm>
              <a:off x="11076630" y="660593"/>
              <a:ext cx="42415" cy="60361"/>
            </a:xfrm>
            <a:custGeom>
              <a:avLst/>
              <a:gdLst>
                <a:gd name="connsiteX0" fmla="*/ 137136 w 178621"/>
                <a:gd name="connsiteY0" fmla="*/ 78505 h 254195"/>
                <a:gd name="connsiteX1" fmla="*/ 94057 w 178621"/>
                <a:gd name="connsiteY1" fmla="*/ 66675 h 254195"/>
                <a:gd name="connsiteX2" fmla="*/ 59952 w 178621"/>
                <a:gd name="connsiteY2" fmla="*/ 74741 h 254195"/>
                <a:gd name="connsiteX3" fmla="*/ 36079 w 178621"/>
                <a:gd name="connsiteY3" fmla="*/ 96249 h 254195"/>
                <a:gd name="connsiteX4" fmla="*/ 30874 w 178621"/>
                <a:gd name="connsiteY4" fmla="*/ 104628 h 254195"/>
                <a:gd name="connsiteX5" fmla="*/ 30874 w 178621"/>
                <a:gd name="connsiteY5" fmla="*/ 0 h 254195"/>
                <a:gd name="connsiteX6" fmla="*/ 0 w 178621"/>
                <a:gd name="connsiteY6" fmla="*/ 0 h 254195"/>
                <a:gd name="connsiteX7" fmla="*/ 0 w 178621"/>
                <a:gd name="connsiteY7" fmla="*/ 250929 h 254195"/>
                <a:gd name="connsiteX8" fmla="*/ 30874 w 178621"/>
                <a:gd name="connsiteY8" fmla="*/ 250929 h 254195"/>
                <a:gd name="connsiteX9" fmla="*/ 30874 w 178621"/>
                <a:gd name="connsiteY9" fmla="*/ 216337 h 254195"/>
                <a:gd name="connsiteX10" fmla="*/ 35900 w 178621"/>
                <a:gd name="connsiteY10" fmla="*/ 224582 h 254195"/>
                <a:gd name="connsiteX11" fmla="*/ 94236 w 178621"/>
                <a:gd name="connsiteY11" fmla="*/ 254156 h 254195"/>
                <a:gd name="connsiteX12" fmla="*/ 127444 w 178621"/>
                <a:gd name="connsiteY12" fmla="*/ 247345 h 254195"/>
                <a:gd name="connsiteX13" fmla="*/ 154368 w 178621"/>
                <a:gd name="connsiteY13" fmla="*/ 227987 h 254195"/>
                <a:gd name="connsiteX14" fmla="*/ 172318 w 178621"/>
                <a:gd name="connsiteY14" fmla="*/ 198234 h 254195"/>
                <a:gd name="connsiteX15" fmla="*/ 178600 w 178621"/>
                <a:gd name="connsiteY15" fmla="*/ 160236 h 254195"/>
                <a:gd name="connsiteX16" fmla="*/ 167651 w 178621"/>
                <a:gd name="connsiteY16" fmla="*/ 111484 h 254195"/>
                <a:gd name="connsiteX17" fmla="*/ 137136 w 178621"/>
                <a:gd name="connsiteY17" fmla="*/ 78505 h 254195"/>
                <a:gd name="connsiteX18" fmla="*/ 142701 w 178621"/>
                <a:gd name="connsiteY18" fmla="*/ 188018 h 254195"/>
                <a:gd name="connsiteX19" fmla="*/ 130675 w 178621"/>
                <a:gd name="connsiteY19" fmla="*/ 208809 h 254195"/>
                <a:gd name="connsiteX20" fmla="*/ 112007 w 178621"/>
                <a:gd name="connsiteY20" fmla="*/ 221714 h 254195"/>
                <a:gd name="connsiteX21" fmla="*/ 88672 w 178621"/>
                <a:gd name="connsiteY21" fmla="*/ 226195 h 254195"/>
                <a:gd name="connsiteX22" fmla="*/ 46490 w 178621"/>
                <a:gd name="connsiteY22" fmla="*/ 208809 h 254195"/>
                <a:gd name="connsiteX23" fmla="*/ 30156 w 178621"/>
                <a:gd name="connsiteY23" fmla="*/ 160236 h 254195"/>
                <a:gd name="connsiteX24" fmla="*/ 34643 w 178621"/>
                <a:gd name="connsiteY24" fmla="*/ 132813 h 254195"/>
                <a:gd name="connsiteX25" fmla="*/ 46849 w 178621"/>
                <a:gd name="connsiteY25" fmla="*/ 112022 h 254195"/>
                <a:gd name="connsiteX26" fmla="*/ 65337 w 178621"/>
                <a:gd name="connsiteY26" fmla="*/ 98938 h 254195"/>
                <a:gd name="connsiteX27" fmla="*/ 88851 w 178621"/>
                <a:gd name="connsiteY27" fmla="*/ 94457 h 254195"/>
                <a:gd name="connsiteX28" fmla="*/ 130675 w 178621"/>
                <a:gd name="connsiteY28" fmla="*/ 111843 h 254195"/>
                <a:gd name="connsiteX29" fmla="*/ 147009 w 178621"/>
                <a:gd name="connsiteY29" fmla="*/ 160057 h 254195"/>
                <a:gd name="connsiteX30" fmla="*/ 142701 w 178621"/>
                <a:gd name="connsiteY30" fmla="*/ 188018 h 25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8621" h="254195">
                  <a:moveTo>
                    <a:pt x="137136" y="78505"/>
                  </a:moveTo>
                  <a:cubicBezTo>
                    <a:pt x="124195" y="70551"/>
                    <a:pt x="109252" y="66447"/>
                    <a:pt x="94057" y="66675"/>
                  </a:cubicBezTo>
                  <a:cubicBezTo>
                    <a:pt x="82179" y="66357"/>
                    <a:pt x="70426" y="69140"/>
                    <a:pt x="59952" y="74741"/>
                  </a:cubicBezTo>
                  <a:cubicBezTo>
                    <a:pt x="50470" y="80015"/>
                    <a:pt x="42308" y="87368"/>
                    <a:pt x="36079" y="96249"/>
                  </a:cubicBezTo>
                  <a:cubicBezTo>
                    <a:pt x="34176" y="98933"/>
                    <a:pt x="32435" y="101734"/>
                    <a:pt x="30874" y="104628"/>
                  </a:cubicBezTo>
                  <a:lnTo>
                    <a:pt x="30874" y="0"/>
                  </a:lnTo>
                  <a:lnTo>
                    <a:pt x="0" y="0"/>
                  </a:lnTo>
                  <a:lnTo>
                    <a:pt x="0" y="250929"/>
                  </a:lnTo>
                  <a:lnTo>
                    <a:pt x="30874" y="250929"/>
                  </a:lnTo>
                  <a:lnTo>
                    <a:pt x="30874" y="216337"/>
                  </a:lnTo>
                  <a:cubicBezTo>
                    <a:pt x="32395" y="219178"/>
                    <a:pt x="34073" y="221929"/>
                    <a:pt x="35900" y="224582"/>
                  </a:cubicBezTo>
                  <a:cubicBezTo>
                    <a:pt x="48972" y="243787"/>
                    <a:pt x="70996" y="254953"/>
                    <a:pt x="94236" y="254156"/>
                  </a:cubicBezTo>
                  <a:cubicBezTo>
                    <a:pt x="105661" y="254259"/>
                    <a:pt x="116983" y="251933"/>
                    <a:pt x="127444" y="247345"/>
                  </a:cubicBezTo>
                  <a:cubicBezTo>
                    <a:pt x="137648" y="242801"/>
                    <a:pt x="146816" y="236210"/>
                    <a:pt x="154368" y="227987"/>
                  </a:cubicBezTo>
                  <a:cubicBezTo>
                    <a:pt x="162239" y="219335"/>
                    <a:pt x="168333" y="209226"/>
                    <a:pt x="172318" y="198234"/>
                  </a:cubicBezTo>
                  <a:cubicBezTo>
                    <a:pt x="176622" y="186033"/>
                    <a:pt x="178749" y="173173"/>
                    <a:pt x="178600" y="160236"/>
                  </a:cubicBezTo>
                  <a:cubicBezTo>
                    <a:pt x="178937" y="143343"/>
                    <a:pt x="175181" y="126616"/>
                    <a:pt x="167651" y="111484"/>
                  </a:cubicBezTo>
                  <a:cubicBezTo>
                    <a:pt x="160714" y="97894"/>
                    <a:pt x="150155" y="86481"/>
                    <a:pt x="137136" y="78505"/>
                  </a:cubicBezTo>
                  <a:close/>
                  <a:moveTo>
                    <a:pt x="142701" y="188018"/>
                  </a:moveTo>
                  <a:cubicBezTo>
                    <a:pt x="140228" y="195729"/>
                    <a:pt x="136127" y="202818"/>
                    <a:pt x="130675" y="208809"/>
                  </a:cubicBezTo>
                  <a:cubicBezTo>
                    <a:pt x="125438" y="214383"/>
                    <a:pt x="119075" y="218779"/>
                    <a:pt x="112007" y="221714"/>
                  </a:cubicBezTo>
                  <a:cubicBezTo>
                    <a:pt x="104598" y="224730"/>
                    <a:pt x="96669" y="226249"/>
                    <a:pt x="88672" y="226195"/>
                  </a:cubicBezTo>
                  <a:cubicBezTo>
                    <a:pt x="72759" y="226737"/>
                    <a:pt x="57385" y="220401"/>
                    <a:pt x="46490" y="208809"/>
                  </a:cubicBezTo>
                  <a:cubicBezTo>
                    <a:pt x="35572" y="197217"/>
                    <a:pt x="30124" y="181028"/>
                    <a:pt x="30156" y="160236"/>
                  </a:cubicBezTo>
                  <a:cubicBezTo>
                    <a:pt x="30052" y="150907"/>
                    <a:pt x="31569" y="141627"/>
                    <a:pt x="34643" y="132813"/>
                  </a:cubicBezTo>
                  <a:cubicBezTo>
                    <a:pt x="37291" y="125142"/>
                    <a:pt x="41437" y="118076"/>
                    <a:pt x="46849" y="112022"/>
                  </a:cubicBezTo>
                  <a:cubicBezTo>
                    <a:pt x="51911" y="106287"/>
                    <a:pt x="58243" y="101810"/>
                    <a:pt x="65337" y="98938"/>
                  </a:cubicBezTo>
                  <a:cubicBezTo>
                    <a:pt x="72809" y="95927"/>
                    <a:pt x="80797" y="94408"/>
                    <a:pt x="88851" y="94457"/>
                  </a:cubicBezTo>
                  <a:cubicBezTo>
                    <a:pt x="104652" y="93964"/>
                    <a:pt x="119896" y="100300"/>
                    <a:pt x="130675" y="111843"/>
                  </a:cubicBezTo>
                  <a:cubicBezTo>
                    <a:pt x="141534" y="123403"/>
                    <a:pt x="146977" y="139476"/>
                    <a:pt x="147009" y="160057"/>
                  </a:cubicBezTo>
                  <a:cubicBezTo>
                    <a:pt x="147090" y="169548"/>
                    <a:pt x="145636" y="178989"/>
                    <a:pt x="142701" y="188018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2" name="Forma libre 190">
              <a:extLst>
                <a:ext uri="{FF2B5EF4-FFF2-40B4-BE49-F238E27FC236}">
                  <a16:creationId xmlns:a16="http://schemas.microsoft.com/office/drawing/2014/main" id="{0FF948B0-7056-8FFF-9441-D117BE47A240}"/>
                </a:ext>
              </a:extLst>
            </p:cNvPr>
            <p:cNvSpPr/>
            <p:nvPr/>
          </p:nvSpPr>
          <p:spPr>
            <a:xfrm>
              <a:off x="11124192" y="676422"/>
              <a:ext cx="40248" cy="44572"/>
            </a:xfrm>
            <a:custGeom>
              <a:avLst/>
              <a:gdLst>
                <a:gd name="connsiteX0" fmla="*/ 129442 w 169496"/>
                <a:gd name="connsiteY0" fmla="*/ 11305 h 187705"/>
                <a:gd name="connsiteX1" fmla="*/ 86722 w 169496"/>
                <a:gd name="connsiteY1" fmla="*/ 13 h 187705"/>
                <a:gd name="connsiteX2" fmla="*/ 51899 w 169496"/>
                <a:gd name="connsiteY2" fmla="*/ 6645 h 187705"/>
                <a:gd name="connsiteX3" fmla="*/ 24436 w 169496"/>
                <a:gd name="connsiteY3" fmla="*/ 25465 h 187705"/>
                <a:gd name="connsiteX4" fmla="*/ 6486 w 169496"/>
                <a:gd name="connsiteY4" fmla="*/ 54859 h 187705"/>
                <a:gd name="connsiteX5" fmla="*/ 24 w 169496"/>
                <a:gd name="connsiteY5" fmla="*/ 93574 h 187705"/>
                <a:gd name="connsiteX6" fmla="*/ 11512 w 169496"/>
                <a:gd name="connsiteY6" fmla="*/ 142864 h 187705"/>
                <a:gd name="connsiteX7" fmla="*/ 87799 w 169496"/>
                <a:gd name="connsiteY7" fmla="*/ 187673 h 187705"/>
                <a:gd name="connsiteX8" fmla="*/ 117775 w 169496"/>
                <a:gd name="connsiteY8" fmla="*/ 183192 h 187705"/>
                <a:gd name="connsiteX9" fmla="*/ 144699 w 169496"/>
                <a:gd name="connsiteY9" fmla="*/ 169032 h 187705"/>
                <a:gd name="connsiteX10" fmla="*/ 166239 w 169496"/>
                <a:gd name="connsiteY10" fmla="*/ 142506 h 187705"/>
                <a:gd name="connsiteX11" fmla="*/ 142905 w 169496"/>
                <a:gd name="connsiteY11" fmla="*/ 128167 h 187705"/>
                <a:gd name="connsiteX12" fmla="*/ 128186 w 169496"/>
                <a:gd name="connsiteY12" fmla="*/ 146449 h 187705"/>
                <a:gd name="connsiteX13" fmla="*/ 109697 w 169496"/>
                <a:gd name="connsiteY13" fmla="*/ 156844 h 187705"/>
                <a:gd name="connsiteX14" fmla="*/ 88337 w 169496"/>
                <a:gd name="connsiteY14" fmla="*/ 160071 h 187705"/>
                <a:gd name="connsiteX15" fmla="*/ 58899 w 169496"/>
                <a:gd name="connsiteY15" fmla="*/ 152543 h 187705"/>
                <a:gd name="connsiteX16" fmla="*/ 38616 w 169496"/>
                <a:gd name="connsiteY16" fmla="*/ 130138 h 187705"/>
                <a:gd name="connsiteX17" fmla="*/ 31212 w 169496"/>
                <a:gd name="connsiteY17" fmla="*/ 100564 h 187705"/>
                <a:gd name="connsiteX18" fmla="*/ 169111 w 169496"/>
                <a:gd name="connsiteY18" fmla="*/ 100564 h 187705"/>
                <a:gd name="connsiteX19" fmla="*/ 169470 w 169496"/>
                <a:gd name="connsiteY19" fmla="*/ 96084 h 187705"/>
                <a:gd name="connsiteX20" fmla="*/ 169470 w 169496"/>
                <a:gd name="connsiteY20" fmla="*/ 91603 h 187705"/>
                <a:gd name="connsiteX21" fmla="*/ 158700 w 169496"/>
                <a:gd name="connsiteY21" fmla="*/ 43209 h 187705"/>
                <a:gd name="connsiteX22" fmla="*/ 129442 w 169496"/>
                <a:gd name="connsiteY22" fmla="*/ 11305 h 187705"/>
                <a:gd name="connsiteX23" fmla="*/ 46155 w 169496"/>
                <a:gd name="connsiteY23" fmla="*/ 44285 h 187705"/>
                <a:gd name="connsiteX24" fmla="*/ 63566 w 169496"/>
                <a:gd name="connsiteY24" fmla="*/ 30842 h 187705"/>
                <a:gd name="connsiteX25" fmla="*/ 86363 w 169496"/>
                <a:gd name="connsiteY25" fmla="*/ 26361 h 187705"/>
                <a:gd name="connsiteX26" fmla="*/ 123698 w 169496"/>
                <a:gd name="connsiteY26" fmla="*/ 42671 h 187705"/>
                <a:gd name="connsiteX27" fmla="*/ 137475 w 169496"/>
                <a:gd name="connsiteY27" fmla="*/ 76905 h 187705"/>
                <a:gd name="connsiteX28" fmla="*/ 32334 w 169496"/>
                <a:gd name="connsiteY28" fmla="*/ 76905 h 187705"/>
                <a:gd name="connsiteX29" fmla="*/ 35026 w 169496"/>
                <a:gd name="connsiteY29" fmla="*/ 65255 h 187705"/>
                <a:gd name="connsiteX30" fmla="*/ 46155 w 169496"/>
                <a:gd name="connsiteY30" fmla="*/ 44285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496" h="187705">
                  <a:moveTo>
                    <a:pt x="129442" y="11305"/>
                  </a:moveTo>
                  <a:cubicBezTo>
                    <a:pt x="116532" y="3647"/>
                    <a:pt x="101737" y="-260"/>
                    <a:pt x="86722" y="13"/>
                  </a:cubicBezTo>
                  <a:cubicBezTo>
                    <a:pt x="74785" y="-143"/>
                    <a:pt x="62938" y="2115"/>
                    <a:pt x="51899" y="6645"/>
                  </a:cubicBezTo>
                  <a:cubicBezTo>
                    <a:pt x="41524" y="10920"/>
                    <a:pt x="32163" y="17337"/>
                    <a:pt x="24436" y="25465"/>
                  </a:cubicBezTo>
                  <a:cubicBezTo>
                    <a:pt x="16502" y="33934"/>
                    <a:pt x="10390" y="43940"/>
                    <a:pt x="6486" y="54859"/>
                  </a:cubicBezTo>
                  <a:cubicBezTo>
                    <a:pt x="2017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59" y="186167"/>
                    <a:pt x="117775" y="183192"/>
                  </a:cubicBezTo>
                  <a:cubicBezTo>
                    <a:pt x="127522" y="180114"/>
                    <a:pt x="136640" y="175314"/>
                    <a:pt x="144699" y="169032"/>
                  </a:cubicBezTo>
                  <a:cubicBezTo>
                    <a:pt x="153670" y="161805"/>
                    <a:pt x="161011" y="152767"/>
                    <a:pt x="166239" y="142506"/>
                  </a:cubicBezTo>
                  <a:lnTo>
                    <a:pt x="142905" y="128167"/>
                  </a:lnTo>
                  <a:cubicBezTo>
                    <a:pt x="139023" y="135018"/>
                    <a:pt x="134051" y="141193"/>
                    <a:pt x="128186" y="146449"/>
                  </a:cubicBezTo>
                  <a:cubicBezTo>
                    <a:pt x="122801" y="151140"/>
                    <a:pt x="116509" y="154680"/>
                    <a:pt x="109697" y="156844"/>
                  </a:cubicBezTo>
                  <a:cubicBezTo>
                    <a:pt x="102787" y="159009"/>
                    <a:pt x="95580" y="160097"/>
                    <a:pt x="88337" y="160071"/>
                  </a:cubicBezTo>
                  <a:cubicBezTo>
                    <a:pt x="78016" y="160317"/>
                    <a:pt x="67829" y="157714"/>
                    <a:pt x="58899" y="152543"/>
                  </a:cubicBezTo>
                  <a:cubicBezTo>
                    <a:pt x="50153" y="147139"/>
                    <a:pt x="43121" y="139373"/>
                    <a:pt x="38616" y="130138"/>
                  </a:cubicBezTo>
                  <a:cubicBezTo>
                    <a:pt x="34106" y="120908"/>
                    <a:pt x="31584" y="110830"/>
                    <a:pt x="31212" y="100564"/>
                  </a:cubicBezTo>
                  <a:lnTo>
                    <a:pt x="169111" y="100564"/>
                  </a:lnTo>
                  <a:cubicBezTo>
                    <a:pt x="169371" y="99086"/>
                    <a:pt x="169493" y="97585"/>
                    <a:pt x="169470" y="96084"/>
                  </a:cubicBezTo>
                  <a:lnTo>
                    <a:pt x="169470" y="91603"/>
                  </a:lnTo>
                  <a:cubicBezTo>
                    <a:pt x="169847" y="74840"/>
                    <a:pt x="166149" y="58234"/>
                    <a:pt x="158700" y="43209"/>
                  </a:cubicBezTo>
                  <a:cubicBezTo>
                    <a:pt x="152117" y="30058"/>
                    <a:pt x="141985" y="19008"/>
                    <a:pt x="129442" y="11305"/>
                  </a:cubicBezTo>
                  <a:close/>
                  <a:moveTo>
                    <a:pt x="46155" y="44285"/>
                  </a:moveTo>
                  <a:cubicBezTo>
                    <a:pt x="50768" y="38446"/>
                    <a:pt x="56745" y="33831"/>
                    <a:pt x="63566" y="30842"/>
                  </a:cubicBezTo>
                  <a:cubicBezTo>
                    <a:pt x="70769" y="27768"/>
                    <a:pt x="78532" y="26245"/>
                    <a:pt x="86363" y="26361"/>
                  </a:cubicBezTo>
                  <a:cubicBezTo>
                    <a:pt x="100615" y="25994"/>
                    <a:pt x="114297" y="31971"/>
                    <a:pt x="123698" y="42671"/>
                  </a:cubicBezTo>
                  <a:cubicBezTo>
                    <a:pt x="131695" y="52404"/>
                    <a:pt x="136505" y="64354"/>
                    <a:pt x="137475" y="76905"/>
                  </a:cubicBezTo>
                  <a:lnTo>
                    <a:pt x="32334" y="76905"/>
                  </a:lnTo>
                  <a:cubicBezTo>
                    <a:pt x="32922" y="72958"/>
                    <a:pt x="33819" y="69059"/>
                    <a:pt x="35026" y="65255"/>
                  </a:cubicBezTo>
                  <a:cubicBezTo>
                    <a:pt x="37364" y="57620"/>
                    <a:pt x="41143" y="50504"/>
                    <a:pt x="46155" y="44285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3" name="Forma libre 191">
              <a:extLst>
                <a:ext uri="{FF2B5EF4-FFF2-40B4-BE49-F238E27FC236}">
                  <a16:creationId xmlns:a16="http://schemas.microsoft.com/office/drawing/2014/main" id="{C40643E7-ECEB-5BEC-2C1D-0C73C897D6EC}"/>
                </a:ext>
              </a:extLst>
            </p:cNvPr>
            <p:cNvSpPr/>
            <p:nvPr/>
          </p:nvSpPr>
          <p:spPr>
            <a:xfrm>
              <a:off x="11171669" y="676424"/>
              <a:ext cx="21908" cy="43668"/>
            </a:xfrm>
            <a:custGeom>
              <a:avLst/>
              <a:gdLst>
                <a:gd name="connsiteX0" fmla="*/ 51965 w 92261"/>
                <a:gd name="connsiteY0" fmla="*/ 8607 h 183899"/>
                <a:gd name="connsiteX1" fmla="*/ 30964 w 92261"/>
                <a:gd name="connsiteY1" fmla="*/ 34238 h 183899"/>
                <a:gd name="connsiteX2" fmla="*/ 30964 w 92261"/>
                <a:gd name="connsiteY2" fmla="*/ 2872 h 183899"/>
                <a:gd name="connsiteX3" fmla="*/ 0 w 92261"/>
                <a:gd name="connsiteY3" fmla="*/ 2872 h 183899"/>
                <a:gd name="connsiteX4" fmla="*/ 0 w 92261"/>
                <a:gd name="connsiteY4" fmla="*/ 183899 h 183899"/>
                <a:gd name="connsiteX5" fmla="*/ 30874 w 92261"/>
                <a:gd name="connsiteY5" fmla="*/ 183899 h 183899"/>
                <a:gd name="connsiteX6" fmla="*/ 30874 w 92261"/>
                <a:gd name="connsiteY6" fmla="*/ 87112 h 183899"/>
                <a:gd name="connsiteX7" fmla="*/ 43259 w 92261"/>
                <a:gd name="connsiteY7" fmla="*/ 47501 h 183899"/>
                <a:gd name="connsiteX8" fmla="*/ 75030 w 92261"/>
                <a:gd name="connsiteY8" fmla="*/ 32625 h 183899"/>
                <a:gd name="connsiteX9" fmla="*/ 92262 w 92261"/>
                <a:gd name="connsiteY9" fmla="*/ 32625 h 183899"/>
                <a:gd name="connsiteX10" fmla="*/ 92262 w 92261"/>
                <a:gd name="connsiteY10" fmla="*/ 4 h 183899"/>
                <a:gd name="connsiteX11" fmla="*/ 81492 w 92261"/>
                <a:gd name="connsiteY11" fmla="*/ 4 h 183899"/>
                <a:gd name="connsiteX12" fmla="*/ 51965 w 92261"/>
                <a:gd name="connsiteY12" fmla="*/ 8607 h 183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261" h="183899">
                  <a:moveTo>
                    <a:pt x="51965" y="8607"/>
                  </a:moveTo>
                  <a:cubicBezTo>
                    <a:pt x="42667" y="14983"/>
                    <a:pt x="35384" y="23874"/>
                    <a:pt x="30964" y="34238"/>
                  </a:cubicBezTo>
                  <a:lnTo>
                    <a:pt x="30964" y="2872"/>
                  </a:lnTo>
                  <a:lnTo>
                    <a:pt x="0" y="2872"/>
                  </a:lnTo>
                  <a:lnTo>
                    <a:pt x="0" y="183899"/>
                  </a:lnTo>
                  <a:lnTo>
                    <a:pt x="30874" y="183899"/>
                  </a:lnTo>
                  <a:lnTo>
                    <a:pt x="30874" y="87112"/>
                  </a:lnTo>
                  <a:cubicBezTo>
                    <a:pt x="30147" y="72858"/>
                    <a:pt x="34540" y="58811"/>
                    <a:pt x="43259" y="47501"/>
                  </a:cubicBezTo>
                  <a:cubicBezTo>
                    <a:pt x="50928" y="37840"/>
                    <a:pt x="62690" y="32333"/>
                    <a:pt x="75030" y="32625"/>
                  </a:cubicBezTo>
                  <a:lnTo>
                    <a:pt x="92262" y="32625"/>
                  </a:lnTo>
                  <a:lnTo>
                    <a:pt x="92262" y="4"/>
                  </a:lnTo>
                  <a:lnTo>
                    <a:pt x="81492" y="4"/>
                  </a:lnTo>
                  <a:cubicBezTo>
                    <a:pt x="71014" y="-122"/>
                    <a:pt x="60733" y="2876"/>
                    <a:pt x="51965" y="8607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4" name="Forma libre 192">
              <a:extLst>
                <a:ext uri="{FF2B5EF4-FFF2-40B4-BE49-F238E27FC236}">
                  <a16:creationId xmlns:a16="http://schemas.microsoft.com/office/drawing/2014/main" id="{13524F6B-C5D1-D146-043D-3B935B1E34F1}"/>
                </a:ext>
              </a:extLst>
            </p:cNvPr>
            <p:cNvSpPr/>
            <p:nvPr/>
          </p:nvSpPr>
          <p:spPr>
            <a:xfrm>
              <a:off x="11195191" y="660635"/>
              <a:ext cx="42331" cy="60361"/>
            </a:xfrm>
            <a:custGeom>
              <a:avLst/>
              <a:gdLst>
                <a:gd name="connsiteX0" fmla="*/ 147755 w 178269"/>
                <a:gd name="connsiteY0" fmla="*/ 104270 h 254195"/>
                <a:gd name="connsiteX1" fmla="*/ 142729 w 178269"/>
                <a:gd name="connsiteY1" fmla="*/ 96070 h 254195"/>
                <a:gd name="connsiteX2" fmla="*/ 84392 w 178269"/>
                <a:gd name="connsiteY2" fmla="*/ 66496 h 254195"/>
                <a:gd name="connsiteX3" fmla="*/ 51364 w 178269"/>
                <a:gd name="connsiteY3" fmla="*/ 73128 h 254195"/>
                <a:gd name="connsiteX4" fmla="*/ 24440 w 178269"/>
                <a:gd name="connsiteY4" fmla="*/ 92306 h 254195"/>
                <a:gd name="connsiteX5" fmla="*/ 6490 w 178269"/>
                <a:gd name="connsiteY5" fmla="*/ 122059 h 254195"/>
                <a:gd name="connsiteX6" fmla="*/ 28 w 178269"/>
                <a:gd name="connsiteY6" fmla="*/ 160057 h 254195"/>
                <a:gd name="connsiteX7" fmla="*/ 11336 w 178269"/>
                <a:gd name="connsiteY7" fmla="*/ 209347 h 254195"/>
                <a:gd name="connsiteX8" fmla="*/ 41492 w 178269"/>
                <a:gd name="connsiteY8" fmla="*/ 242326 h 254195"/>
                <a:gd name="connsiteX9" fmla="*/ 84033 w 178269"/>
                <a:gd name="connsiteY9" fmla="*/ 254156 h 254195"/>
                <a:gd name="connsiteX10" fmla="*/ 142370 w 178269"/>
                <a:gd name="connsiteY10" fmla="*/ 224582 h 254195"/>
                <a:gd name="connsiteX11" fmla="*/ 147396 w 178269"/>
                <a:gd name="connsiteY11" fmla="*/ 216382 h 254195"/>
                <a:gd name="connsiteX12" fmla="*/ 147396 w 178269"/>
                <a:gd name="connsiteY12" fmla="*/ 250929 h 254195"/>
                <a:gd name="connsiteX13" fmla="*/ 178269 w 178269"/>
                <a:gd name="connsiteY13" fmla="*/ 250929 h 254195"/>
                <a:gd name="connsiteX14" fmla="*/ 178269 w 178269"/>
                <a:gd name="connsiteY14" fmla="*/ 0 h 254195"/>
                <a:gd name="connsiteX15" fmla="*/ 147755 w 178269"/>
                <a:gd name="connsiteY15" fmla="*/ 0 h 254195"/>
                <a:gd name="connsiteX16" fmla="*/ 132318 w 178269"/>
                <a:gd name="connsiteY16" fmla="*/ 208630 h 254195"/>
                <a:gd name="connsiteX17" fmla="*/ 113830 w 178269"/>
                <a:gd name="connsiteY17" fmla="*/ 221535 h 254195"/>
                <a:gd name="connsiteX18" fmla="*/ 90315 w 178269"/>
                <a:gd name="connsiteY18" fmla="*/ 226016 h 254195"/>
                <a:gd name="connsiteX19" fmla="*/ 48133 w 178269"/>
                <a:gd name="connsiteY19" fmla="*/ 208630 h 254195"/>
                <a:gd name="connsiteX20" fmla="*/ 31799 w 178269"/>
                <a:gd name="connsiteY20" fmla="*/ 160057 h 254195"/>
                <a:gd name="connsiteX21" fmla="*/ 36286 w 178269"/>
                <a:gd name="connsiteY21" fmla="*/ 132634 h 254195"/>
                <a:gd name="connsiteX22" fmla="*/ 48492 w 178269"/>
                <a:gd name="connsiteY22" fmla="*/ 111843 h 254195"/>
                <a:gd name="connsiteX23" fmla="*/ 66981 w 178269"/>
                <a:gd name="connsiteY23" fmla="*/ 98759 h 254195"/>
                <a:gd name="connsiteX24" fmla="*/ 90495 w 178269"/>
                <a:gd name="connsiteY24" fmla="*/ 94278 h 254195"/>
                <a:gd name="connsiteX25" fmla="*/ 132318 w 178269"/>
                <a:gd name="connsiteY25" fmla="*/ 111664 h 254195"/>
                <a:gd name="connsiteX26" fmla="*/ 148652 w 178269"/>
                <a:gd name="connsiteY26" fmla="*/ 159878 h 254195"/>
                <a:gd name="connsiteX27" fmla="*/ 144524 w 178269"/>
                <a:gd name="connsiteY27" fmla="*/ 187659 h 254195"/>
                <a:gd name="connsiteX28" fmla="*/ 132094 w 178269"/>
                <a:gd name="connsiteY28" fmla="*/ 208630 h 25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8269" h="254195">
                  <a:moveTo>
                    <a:pt x="147755" y="104270"/>
                  </a:moveTo>
                  <a:cubicBezTo>
                    <a:pt x="146229" y="101447"/>
                    <a:pt x="144551" y="98709"/>
                    <a:pt x="142729" y="96070"/>
                  </a:cubicBezTo>
                  <a:cubicBezTo>
                    <a:pt x="129657" y="76865"/>
                    <a:pt x="107633" y="65699"/>
                    <a:pt x="84392" y="66496"/>
                  </a:cubicBezTo>
                  <a:cubicBezTo>
                    <a:pt x="73043" y="66411"/>
                    <a:pt x="61797" y="68670"/>
                    <a:pt x="51364" y="73128"/>
                  </a:cubicBezTo>
                  <a:cubicBezTo>
                    <a:pt x="41084" y="77457"/>
                    <a:pt x="31884" y="84008"/>
                    <a:pt x="24440" y="92306"/>
                  </a:cubicBezTo>
                  <a:cubicBezTo>
                    <a:pt x="16623" y="100999"/>
                    <a:pt x="10528" y="111094"/>
                    <a:pt x="6490" y="122059"/>
                  </a:cubicBezTo>
                  <a:cubicBezTo>
                    <a:pt x="2061" y="134234"/>
                    <a:pt x="-129" y="147107"/>
                    <a:pt x="28" y="160057"/>
                  </a:cubicBezTo>
                  <a:cubicBezTo>
                    <a:pt x="-371" y="177170"/>
                    <a:pt x="3515" y="194116"/>
                    <a:pt x="11336" y="209347"/>
                  </a:cubicBezTo>
                  <a:cubicBezTo>
                    <a:pt x="18301" y="222803"/>
                    <a:pt x="28703" y="234180"/>
                    <a:pt x="41492" y="242326"/>
                  </a:cubicBezTo>
                  <a:cubicBezTo>
                    <a:pt x="54241" y="250266"/>
                    <a:pt x="69009" y="254371"/>
                    <a:pt x="84033" y="254156"/>
                  </a:cubicBezTo>
                  <a:cubicBezTo>
                    <a:pt x="107273" y="254953"/>
                    <a:pt x="129298" y="243787"/>
                    <a:pt x="142370" y="224582"/>
                  </a:cubicBezTo>
                  <a:cubicBezTo>
                    <a:pt x="144183" y="221934"/>
                    <a:pt x="145861" y="219196"/>
                    <a:pt x="147396" y="216382"/>
                  </a:cubicBezTo>
                  <a:lnTo>
                    <a:pt x="147396" y="250929"/>
                  </a:lnTo>
                  <a:lnTo>
                    <a:pt x="178269" y="250929"/>
                  </a:lnTo>
                  <a:lnTo>
                    <a:pt x="178269" y="0"/>
                  </a:lnTo>
                  <a:lnTo>
                    <a:pt x="147755" y="0"/>
                  </a:lnTo>
                  <a:close/>
                  <a:moveTo>
                    <a:pt x="132318" y="208630"/>
                  </a:moveTo>
                  <a:cubicBezTo>
                    <a:pt x="127121" y="214168"/>
                    <a:pt x="120826" y="218564"/>
                    <a:pt x="113830" y="221535"/>
                  </a:cubicBezTo>
                  <a:cubicBezTo>
                    <a:pt x="106372" y="224586"/>
                    <a:pt x="98375" y="226110"/>
                    <a:pt x="90315" y="226016"/>
                  </a:cubicBezTo>
                  <a:cubicBezTo>
                    <a:pt x="74407" y="226544"/>
                    <a:pt x="59038" y="220208"/>
                    <a:pt x="48133" y="208630"/>
                  </a:cubicBezTo>
                  <a:cubicBezTo>
                    <a:pt x="37242" y="197038"/>
                    <a:pt x="31799" y="180848"/>
                    <a:pt x="31799" y="160057"/>
                  </a:cubicBezTo>
                  <a:cubicBezTo>
                    <a:pt x="31696" y="150728"/>
                    <a:pt x="33212" y="141448"/>
                    <a:pt x="36286" y="132634"/>
                  </a:cubicBezTo>
                  <a:cubicBezTo>
                    <a:pt x="38952" y="124972"/>
                    <a:pt x="43098" y="117906"/>
                    <a:pt x="48492" y="111843"/>
                  </a:cubicBezTo>
                  <a:cubicBezTo>
                    <a:pt x="53554" y="106107"/>
                    <a:pt x="59886" y="101631"/>
                    <a:pt x="66981" y="98759"/>
                  </a:cubicBezTo>
                  <a:cubicBezTo>
                    <a:pt x="74452" y="95748"/>
                    <a:pt x="82440" y="94229"/>
                    <a:pt x="90495" y="94278"/>
                  </a:cubicBezTo>
                  <a:cubicBezTo>
                    <a:pt x="106295" y="93771"/>
                    <a:pt x="121544" y="100112"/>
                    <a:pt x="132318" y="111664"/>
                  </a:cubicBezTo>
                  <a:cubicBezTo>
                    <a:pt x="143209" y="123224"/>
                    <a:pt x="148652" y="139297"/>
                    <a:pt x="148652" y="159878"/>
                  </a:cubicBezTo>
                  <a:cubicBezTo>
                    <a:pt x="148773" y="169301"/>
                    <a:pt x="147378" y="178680"/>
                    <a:pt x="144524" y="187659"/>
                  </a:cubicBezTo>
                  <a:cubicBezTo>
                    <a:pt x="141975" y="195478"/>
                    <a:pt x="137730" y="202639"/>
                    <a:pt x="132094" y="208630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5" name="Forma libre 193">
              <a:extLst>
                <a:ext uri="{FF2B5EF4-FFF2-40B4-BE49-F238E27FC236}">
                  <a16:creationId xmlns:a16="http://schemas.microsoft.com/office/drawing/2014/main" id="{DFC953A6-16F6-B098-1989-A2CC235D36FD}"/>
                </a:ext>
              </a:extLst>
            </p:cNvPr>
            <p:cNvSpPr/>
            <p:nvPr/>
          </p:nvSpPr>
          <p:spPr>
            <a:xfrm>
              <a:off x="11246974" y="676424"/>
              <a:ext cx="21908" cy="43711"/>
            </a:xfrm>
            <a:custGeom>
              <a:avLst/>
              <a:gdLst>
                <a:gd name="connsiteX0" fmla="*/ 51875 w 92261"/>
                <a:gd name="connsiteY0" fmla="*/ 8609 h 184079"/>
                <a:gd name="connsiteX1" fmla="*/ 30874 w 92261"/>
                <a:gd name="connsiteY1" fmla="*/ 34418 h 184079"/>
                <a:gd name="connsiteX2" fmla="*/ 30874 w 92261"/>
                <a:gd name="connsiteY2" fmla="*/ 3052 h 184079"/>
                <a:gd name="connsiteX3" fmla="*/ 0 w 92261"/>
                <a:gd name="connsiteY3" fmla="*/ 3052 h 184079"/>
                <a:gd name="connsiteX4" fmla="*/ 0 w 92261"/>
                <a:gd name="connsiteY4" fmla="*/ 184080 h 184079"/>
                <a:gd name="connsiteX5" fmla="*/ 30874 w 92261"/>
                <a:gd name="connsiteY5" fmla="*/ 184080 h 184079"/>
                <a:gd name="connsiteX6" fmla="*/ 30874 w 92261"/>
                <a:gd name="connsiteY6" fmla="*/ 87114 h 184079"/>
                <a:gd name="connsiteX7" fmla="*/ 43259 w 92261"/>
                <a:gd name="connsiteY7" fmla="*/ 47503 h 184079"/>
                <a:gd name="connsiteX8" fmla="*/ 75030 w 92261"/>
                <a:gd name="connsiteY8" fmla="*/ 32626 h 184079"/>
                <a:gd name="connsiteX9" fmla="*/ 92262 w 92261"/>
                <a:gd name="connsiteY9" fmla="*/ 32626 h 184079"/>
                <a:gd name="connsiteX10" fmla="*/ 92262 w 92261"/>
                <a:gd name="connsiteY10" fmla="*/ 5 h 184079"/>
                <a:gd name="connsiteX11" fmla="*/ 81492 w 92261"/>
                <a:gd name="connsiteY11" fmla="*/ 5 h 184079"/>
                <a:gd name="connsiteX12" fmla="*/ 51875 w 92261"/>
                <a:gd name="connsiteY12" fmla="*/ 8609 h 18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261" h="184079">
                  <a:moveTo>
                    <a:pt x="51875" y="8609"/>
                  </a:moveTo>
                  <a:cubicBezTo>
                    <a:pt x="42550" y="15034"/>
                    <a:pt x="35263" y="23991"/>
                    <a:pt x="30874" y="34418"/>
                  </a:cubicBezTo>
                  <a:lnTo>
                    <a:pt x="30874" y="3052"/>
                  </a:lnTo>
                  <a:lnTo>
                    <a:pt x="0" y="3052"/>
                  </a:lnTo>
                  <a:lnTo>
                    <a:pt x="0" y="184080"/>
                  </a:lnTo>
                  <a:lnTo>
                    <a:pt x="30874" y="184080"/>
                  </a:lnTo>
                  <a:lnTo>
                    <a:pt x="30874" y="87114"/>
                  </a:lnTo>
                  <a:cubicBezTo>
                    <a:pt x="30147" y="72860"/>
                    <a:pt x="34540" y="58812"/>
                    <a:pt x="43259" y="47503"/>
                  </a:cubicBezTo>
                  <a:cubicBezTo>
                    <a:pt x="50928" y="37842"/>
                    <a:pt x="62690" y="32335"/>
                    <a:pt x="75030" y="32626"/>
                  </a:cubicBezTo>
                  <a:lnTo>
                    <a:pt x="92262" y="32626"/>
                  </a:lnTo>
                  <a:lnTo>
                    <a:pt x="92262" y="5"/>
                  </a:lnTo>
                  <a:lnTo>
                    <a:pt x="81492" y="5"/>
                  </a:lnTo>
                  <a:cubicBezTo>
                    <a:pt x="70982" y="-143"/>
                    <a:pt x="60666" y="2855"/>
                    <a:pt x="51875" y="8609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6" name="Forma libre 194">
              <a:extLst>
                <a:ext uri="{FF2B5EF4-FFF2-40B4-BE49-F238E27FC236}">
                  <a16:creationId xmlns:a16="http://schemas.microsoft.com/office/drawing/2014/main" id="{9901C5CB-E85B-6B72-D5D8-EB0C87ECF31A}"/>
                </a:ext>
              </a:extLst>
            </p:cNvPr>
            <p:cNvSpPr/>
            <p:nvPr/>
          </p:nvSpPr>
          <p:spPr>
            <a:xfrm>
              <a:off x="11270401" y="676422"/>
              <a:ext cx="43316" cy="44610"/>
            </a:xfrm>
            <a:custGeom>
              <a:avLst/>
              <a:gdLst>
                <a:gd name="connsiteX0" fmla="*/ 137876 w 182416"/>
                <a:gd name="connsiteY0" fmla="*/ 11842 h 187864"/>
                <a:gd name="connsiteX1" fmla="*/ 91027 w 182416"/>
                <a:gd name="connsiteY1" fmla="*/ 13 h 187864"/>
                <a:gd name="connsiteX2" fmla="*/ 55127 w 182416"/>
                <a:gd name="connsiteY2" fmla="*/ 6645 h 187864"/>
                <a:gd name="connsiteX3" fmla="*/ 26049 w 182416"/>
                <a:gd name="connsiteY3" fmla="*/ 25823 h 187864"/>
                <a:gd name="connsiteX4" fmla="*/ 6842 w 182416"/>
                <a:gd name="connsiteY4" fmla="*/ 55755 h 187864"/>
                <a:gd name="connsiteX5" fmla="*/ 21 w 182416"/>
                <a:gd name="connsiteY5" fmla="*/ 93574 h 187864"/>
                <a:gd name="connsiteX6" fmla="*/ 11868 w 182416"/>
                <a:gd name="connsiteY6" fmla="*/ 142863 h 187864"/>
                <a:gd name="connsiteX7" fmla="*/ 44357 w 182416"/>
                <a:gd name="connsiteY7" fmla="*/ 176022 h 187864"/>
                <a:gd name="connsiteX8" fmla="*/ 91206 w 182416"/>
                <a:gd name="connsiteY8" fmla="*/ 187851 h 187864"/>
                <a:gd name="connsiteX9" fmla="*/ 127644 w 182416"/>
                <a:gd name="connsiteY9" fmla="*/ 181041 h 187864"/>
                <a:gd name="connsiteX10" fmla="*/ 156544 w 182416"/>
                <a:gd name="connsiteY10" fmla="*/ 161683 h 187864"/>
                <a:gd name="connsiteX11" fmla="*/ 175571 w 182416"/>
                <a:gd name="connsiteY11" fmla="*/ 131930 h 187864"/>
                <a:gd name="connsiteX12" fmla="*/ 182391 w 182416"/>
                <a:gd name="connsiteY12" fmla="*/ 93574 h 187864"/>
                <a:gd name="connsiteX13" fmla="*/ 170544 w 182416"/>
                <a:gd name="connsiteY13" fmla="*/ 44643 h 187864"/>
                <a:gd name="connsiteX14" fmla="*/ 137876 w 182416"/>
                <a:gd name="connsiteY14" fmla="*/ 11842 h 187864"/>
                <a:gd name="connsiteX15" fmla="*/ 146492 w 182416"/>
                <a:gd name="connsiteY15" fmla="*/ 121355 h 187864"/>
                <a:gd name="connsiteX16" fmla="*/ 133927 w 182416"/>
                <a:gd name="connsiteY16" fmla="*/ 142326 h 187864"/>
                <a:gd name="connsiteX17" fmla="*/ 114900 w 182416"/>
                <a:gd name="connsiteY17" fmla="*/ 155410 h 187864"/>
                <a:gd name="connsiteX18" fmla="*/ 91027 w 182416"/>
                <a:gd name="connsiteY18" fmla="*/ 159891 h 187864"/>
                <a:gd name="connsiteX19" fmla="*/ 60512 w 182416"/>
                <a:gd name="connsiteY19" fmla="*/ 152004 h 187864"/>
                <a:gd name="connsiteX20" fmla="*/ 39152 w 182416"/>
                <a:gd name="connsiteY20" fmla="*/ 129242 h 187864"/>
                <a:gd name="connsiteX21" fmla="*/ 31433 w 182416"/>
                <a:gd name="connsiteY21" fmla="*/ 93395 h 187864"/>
                <a:gd name="connsiteX22" fmla="*/ 35921 w 182416"/>
                <a:gd name="connsiteY22" fmla="*/ 65792 h 187864"/>
                <a:gd name="connsiteX23" fmla="*/ 48486 w 182416"/>
                <a:gd name="connsiteY23" fmla="*/ 45001 h 187864"/>
                <a:gd name="connsiteX24" fmla="*/ 67513 w 182416"/>
                <a:gd name="connsiteY24" fmla="*/ 32096 h 187864"/>
                <a:gd name="connsiteX25" fmla="*/ 91027 w 182416"/>
                <a:gd name="connsiteY25" fmla="*/ 27615 h 187864"/>
                <a:gd name="connsiteX26" fmla="*/ 121721 w 182416"/>
                <a:gd name="connsiteY26" fmla="*/ 35502 h 187864"/>
                <a:gd name="connsiteX27" fmla="*/ 143081 w 182416"/>
                <a:gd name="connsiteY27" fmla="*/ 57906 h 187864"/>
                <a:gd name="connsiteX28" fmla="*/ 150979 w 182416"/>
                <a:gd name="connsiteY28" fmla="*/ 93036 h 187864"/>
                <a:gd name="connsiteX29" fmla="*/ 146492 w 182416"/>
                <a:gd name="connsiteY29" fmla="*/ 121355 h 18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2416" h="187864">
                  <a:moveTo>
                    <a:pt x="137876" y="11842"/>
                  </a:moveTo>
                  <a:cubicBezTo>
                    <a:pt x="123583" y="3822"/>
                    <a:pt x="107415" y="-260"/>
                    <a:pt x="91027" y="13"/>
                  </a:cubicBezTo>
                  <a:cubicBezTo>
                    <a:pt x="78745" y="-81"/>
                    <a:pt x="66561" y="2173"/>
                    <a:pt x="55127" y="6645"/>
                  </a:cubicBezTo>
                  <a:cubicBezTo>
                    <a:pt x="44187" y="10919"/>
                    <a:pt x="34279" y="17453"/>
                    <a:pt x="26049" y="25823"/>
                  </a:cubicBezTo>
                  <a:cubicBezTo>
                    <a:pt x="17648" y="34372"/>
                    <a:pt x="11110" y="44562"/>
                    <a:pt x="6842" y="55755"/>
                  </a:cubicBezTo>
                  <a:cubicBezTo>
                    <a:pt x="2216" y="67822"/>
                    <a:pt x="-100" y="80651"/>
                    <a:pt x="21" y="93574"/>
                  </a:cubicBezTo>
                  <a:cubicBezTo>
                    <a:pt x="-333" y="110749"/>
                    <a:pt x="3746" y="127723"/>
                    <a:pt x="11868" y="142863"/>
                  </a:cubicBezTo>
                  <a:cubicBezTo>
                    <a:pt x="19403" y="156714"/>
                    <a:pt x="30653" y="168198"/>
                    <a:pt x="44357" y="176022"/>
                  </a:cubicBezTo>
                  <a:cubicBezTo>
                    <a:pt x="58650" y="184043"/>
                    <a:pt x="74818" y="188125"/>
                    <a:pt x="91206" y="187851"/>
                  </a:cubicBezTo>
                  <a:cubicBezTo>
                    <a:pt x="103682" y="187973"/>
                    <a:pt x="116058" y="185660"/>
                    <a:pt x="127644" y="181041"/>
                  </a:cubicBezTo>
                  <a:cubicBezTo>
                    <a:pt x="138513" y="176649"/>
                    <a:pt x="148354" y="170058"/>
                    <a:pt x="156544" y="161683"/>
                  </a:cubicBezTo>
                  <a:cubicBezTo>
                    <a:pt x="164801" y="153125"/>
                    <a:pt x="171267" y="143011"/>
                    <a:pt x="175571" y="131930"/>
                  </a:cubicBezTo>
                  <a:cubicBezTo>
                    <a:pt x="180246" y="119688"/>
                    <a:pt x="182562" y="106676"/>
                    <a:pt x="182391" y="93574"/>
                  </a:cubicBezTo>
                  <a:cubicBezTo>
                    <a:pt x="182782" y="76511"/>
                    <a:pt x="178698" y="59645"/>
                    <a:pt x="170544" y="44643"/>
                  </a:cubicBezTo>
                  <a:cubicBezTo>
                    <a:pt x="162884" y="30918"/>
                    <a:pt x="151581" y="19567"/>
                    <a:pt x="137876" y="11842"/>
                  </a:cubicBezTo>
                  <a:close/>
                  <a:moveTo>
                    <a:pt x="146492" y="121355"/>
                  </a:moveTo>
                  <a:cubicBezTo>
                    <a:pt x="143777" y="129125"/>
                    <a:pt x="139500" y="136263"/>
                    <a:pt x="133927" y="142326"/>
                  </a:cubicBezTo>
                  <a:cubicBezTo>
                    <a:pt x="128609" y="148012"/>
                    <a:pt x="122116" y="152475"/>
                    <a:pt x="114900" y="155410"/>
                  </a:cubicBezTo>
                  <a:cubicBezTo>
                    <a:pt x="107312" y="158439"/>
                    <a:pt x="99203" y="159962"/>
                    <a:pt x="91027" y="159891"/>
                  </a:cubicBezTo>
                  <a:cubicBezTo>
                    <a:pt x="80333" y="160025"/>
                    <a:pt x="69797" y="157305"/>
                    <a:pt x="60512" y="152004"/>
                  </a:cubicBezTo>
                  <a:cubicBezTo>
                    <a:pt x="51335" y="146641"/>
                    <a:pt x="43918" y="138732"/>
                    <a:pt x="39152" y="129242"/>
                  </a:cubicBezTo>
                  <a:cubicBezTo>
                    <a:pt x="33713" y="118093"/>
                    <a:pt x="31061" y="105793"/>
                    <a:pt x="31433" y="93395"/>
                  </a:cubicBezTo>
                  <a:cubicBezTo>
                    <a:pt x="31276" y="84003"/>
                    <a:pt x="32793" y="74655"/>
                    <a:pt x="35921" y="65792"/>
                  </a:cubicBezTo>
                  <a:cubicBezTo>
                    <a:pt x="38658" y="58085"/>
                    <a:pt x="42930" y="51010"/>
                    <a:pt x="48486" y="45001"/>
                  </a:cubicBezTo>
                  <a:cubicBezTo>
                    <a:pt x="53776" y="39324"/>
                    <a:pt x="60279" y="34914"/>
                    <a:pt x="67513" y="32096"/>
                  </a:cubicBezTo>
                  <a:cubicBezTo>
                    <a:pt x="74998" y="29130"/>
                    <a:pt x="82976" y="27611"/>
                    <a:pt x="91027" y="27615"/>
                  </a:cubicBezTo>
                  <a:cubicBezTo>
                    <a:pt x="101788" y="27409"/>
                    <a:pt x="112396" y="30138"/>
                    <a:pt x="121721" y="35502"/>
                  </a:cubicBezTo>
                  <a:cubicBezTo>
                    <a:pt x="130804" y="40825"/>
                    <a:pt x="138203" y="48590"/>
                    <a:pt x="143081" y="57906"/>
                  </a:cubicBezTo>
                  <a:cubicBezTo>
                    <a:pt x="148596" y="68781"/>
                    <a:pt x="151307" y="80853"/>
                    <a:pt x="150979" y="93036"/>
                  </a:cubicBezTo>
                  <a:cubicBezTo>
                    <a:pt x="151190" y="102666"/>
                    <a:pt x="149669" y="112259"/>
                    <a:pt x="146492" y="121355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7" name="Forma libre 195">
              <a:extLst>
                <a:ext uri="{FF2B5EF4-FFF2-40B4-BE49-F238E27FC236}">
                  <a16:creationId xmlns:a16="http://schemas.microsoft.com/office/drawing/2014/main" id="{D0C9A3BF-369C-EEAB-05CB-1E5BF5333563}"/>
                </a:ext>
              </a:extLst>
            </p:cNvPr>
            <p:cNvSpPr/>
            <p:nvPr/>
          </p:nvSpPr>
          <p:spPr>
            <a:xfrm>
              <a:off x="11320849" y="660550"/>
              <a:ext cx="15772" cy="59591"/>
            </a:xfrm>
            <a:custGeom>
              <a:avLst/>
              <a:gdLst>
                <a:gd name="connsiteX0" fmla="*/ 35907 w 66422"/>
                <a:gd name="connsiteY0" fmla="*/ 217592 h 250952"/>
                <a:gd name="connsiteX1" fmla="*/ 31420 w 66422"/>
                <a:gd name="connsiteY1" fmla="*/ 200743 h 250952"/>
                <a:gd name="connsiteX2" fmla="*/ 31420 w 66422"/>
                <a:gd name="connsiteY2" fmla="*/ 0 h 250952"/>
                <a:gd name="connsiteX3" fmla="*/ 8 w 66422"/>
                <a:gd name="connsiteY3" fmla="*/ 0 h 250952"/>
                <a:gd name="connsiteX4" fmla="*/ 8 w 66422"/>
                <a:gd name="connsiteY4" fmla="*/ 202536 h 250952"/>
                <a:gd name="connsiteX5" fmla="*/ 5034 w 66422"/>
                <a:gd name="connsiteY5" fmla="*/ 227450 h 250952"/>
                <a:gd name="connsiteX6" fmla="*/ 20830 w 66422"/>
                <a:gd name="connsiteY6" fmla="*/ 244656 h 250952"/>
                <a:gd name="connsiteX7" fmla="*/ 47036 w 66422"/>
                <a:gd name="connsiteY7" fmla="*/ 250929 h 250952"/>
                <a:gd name="connsiteX8" fmla="*/ 66422 w 66422"/>
                <a:gd name="connsiteY8" fmla="*/ 250929 h 250952"/>
                <a:gd name="connsiteX9" fmla="*/ 66422 w 66422"/>
                <a:gd name="connsiteY9" fmla="*/ 223865 h 250952"/>
                <a:gd name="connsiteX10" fmla="*/ 51344 w 66422"/>
                <a:gd name="connsiteY10" fmla="*/ 223865 h 250952"/>
                <a:gd name="connsiteX11" fmla="*/ 35907 w 66422"/>
                <a:gd name="connsiteY11" fmla="*/ 217592 h 250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422" h="250952">
                  <a:moveTo>
                    <a:pt x="35907" y="217592"/>
                  </a:moveTo>
                  <a:cubicBezTo>
                    <a:pt x="32609" y="212618"/>
                    <a:pt x="31030" y="206699"/>
                    <a:pt x="31420" y="200743"/>
                  </a:cubicBezTo>
                  <a:lnTo>
                    <a:pt x="31420" y="0"/>
                  </a:lnTo>
                  <a:lnTo>
                    <a:pt x="8" y="0"/>
                  </a:lnTo>
                  <a:lnTo>
                    <a:pt x="8" y="202536"/>
                  </a:lnTo>
                  <a:cubicBezTo>
                    <a:pt x="-131" y="211103"/>
                    <a:pt x="1583" y="219604"/>
                    <a:pt x="5034" y="227450"/>
                  </a:cubicBezTo>
                  <a:cubicBezTo>
                    <a:pt x="8373" y="234691"/>
                    <a:pt x="13896" y="240704"/>
                    <a:pt x="20830" y="244656"/>
                  </a:cubicBezTo>
                  <a:cubicBezTo>
                    <a:pt x="28849" y="249038"/>
                    <a:pt x="37895" y="251203"/>
                    <a:pt x="47036" y="250929"/>
                  </a:cubicBezTo>
                  <a:lnTo>
                    <a:pt x="66422" y="250929"/>
                  </a:lnTo>
                  <a:lnTo>
                    <a:pt x="66422" y="223865"/>
                  </a:lnTo>
                  <a:lnTo>
                    <a:pt x="51344" y="223865"/>
                  </a:lnTo>
                  <a:cubicBezTo>
                    <a:pt x="45502" y="224290"/>
                    <a:pt x="39794" y="221969"/>
                    <a:pt x="35907" y="217592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8" name="Forma libre 196">
              <a:extLst>
                <a:ext uri="{FF2B5EF4-FFF2-40B4-BE49-F238E27FC236}">
                  <a16:creationId xmlns:a16="http://schemas.microsoft.com/office/drawing/2014/main" id="{19AC7364-13B1-0B59-E665-3519226DF684}"/>
                </a:ext>
              </a:extLst>
            </p:cNvPr>
            <p:cNvSpPr/>
            <p:nvPr/>
          </p:nvSpPr>
          <p:spPr>
            <a:xfrm>
              <a:off x="11339877" y="676379"/>
              <a:ext cx="37776" cy="44683"/>
            </a:xfrm>
            <a:custGeom>
              <a:avLst/>
              <a:gdLst>
                <a:gd name="connsiteX0" fmla="*/ 134285 w 159083"/>
                <a:gd name="connsiteY0" fmla="*/ 16505 h 188171"/>
                <a:gd name="connsiteX1" fmla="*/ 108797 w 159083"/>
                <a:gd name="connsiteY1" fmla="*/ 3958 h 188171"/>
                <a:gd name="connsiteX2" fmla="*/ 79179 w 159083"/>
                <a:gd name="connsiteY2" fmla="*/ 15 h 188171"/>
                <a:gd name="connsiteX3" fmla="*/ 35023 w 159083"/>
                <a:gd name="connsiteY3" fmla="*/ 11127 h 188171"/>
                <a:gd name="connsiteX4" fmla="*/ 6662 w 159083"/>
                <a:gd name="connsiteY4" fmla="*/ 44107 h 188171"/>
                <a:gd name="connsiteX5" fmla="*/ 31074 w 159083"/>
                <a:gd name="connsiteY5" fmla="*/ 57549 h 188171"/>
                <a:gd name="connsiteX6" fmla="*/ 49024 w 159083"/>
                <a:gd name="connsiteY6" fmla="*/ 35862 h 188171"/>
                <a:gd name="connsiteX7" fmla="*/ 78820 w 159083"/>
                <a:gd name="connsiteY7" fmla="*/ 27796 h 188171"/>
                <a:gd name="connsiteX8" fmla="*/ 103232 w 159083"/>
                <a:gd name="connsiteY8" fmla="*/ 32277 h 188171"/>
                <a:gd name="connsiteX9" fmla="*/ 121182 w 159083"/>
                <a:gd name="connsiteY9" fmla="*/ 46975 h 188171"/>
                <a:gd name="connsiteX10" fmla="*/ 128182 w 159083"/>
                <a:gd name="connsiteY10" fmla="*/ 74398 h 188171"/>
                <a:gd name="connsiteX11" fmla="*/ 128182 w 159083"/>
                <a:gd name="connsiteY11" fmla="*/ 96802 h 188171"/>
                <a:gd name="connsiteX12" fmla="*/ 122797 w 159083"/>
                <a:gd name="connsiteY12" fmla="*/ 91380 h 188171"/>
                <a:gd name="connsiteX13" fmla="*/ 73435 w 159083"/>
                <a:gd name="connsiteY13" fmla="*/ 76683 h 188171"/>
                <a:gd name="connsiteX14" fmla="*/ 36997 w 159083"/>
                <a:gd name="connsiteY14" fmla="*/ 83135 h 188171"/>
                <a:gd name="connsiteX15" fmla="*/ 10073 w 159083"/>
                <a:gd name="connsiteY15" fmla="*/ 101955 h 188171"/>
                <a:gd name="connsiteX16" fmla="*/ 21 w 159083"/>
                <a:gd name="connsiteY16" fmla="*/ 132246 h 188171"/>
                <a:gd name="connsiteX17" fmla="*/ 9893 w 159083"/>
                <a:gd name="connsiteY17" fmla="*/ 162716 h 188171"/>
                <a:gd name="connsiteX18" fmla="*/ 36279 w 159083"/>
                <a:gd name="connsiteY18" fmla="*/ 181715 h 188171"/>
                <a:gd name="connsiteX19" fmla="*/ 72179 w 159083"/>
                <a:gd name="connsiteY19" fmla="*/ 188167 h 188171"/>
                <a:gd name="connsiteX20" fmla="*/ 122439 w 159083"/>
                <a:gd name="connsiteY20" fmla="*/ 173111 h 188171"/>
                <a:gd name="connsiteX21" fmla="*/ 128900 w 159083"/>
                <a:gd name="connsiteY21" fmla="*/ 166300 h 188171"/>
                <a:gd name="connsiteX22" fmla="*/ 128900 w 159083"/>
                <a:gd name="connsiteY22" fmla="*/ 184582 h 188171"/>
                <a:gd name="connsiteX23" fmla="*/ 159056 w 159083"/>
                <a:gd name="connsiteY23" fmla="*/ 184582 h 188171"/>
                <a:gd name="connsiteX24" fmla="*/ 159056 w 159083"/>
                <a:gd name="connsiteY24" fmla="*/ 71171 h 188171"/>
                <a:gd name="connsiteX25" fmla="*/ 152235 w 159083"/>
                <a:gd name="connsiteY25" fmla="*/ 38730 h 188171"/>
                <a:gd name="connsiteX26" fmla="*/ 134285 w 159083"/>
                <a:gd name="connsiteY26" fmla="*/ 16505 h 188171"/>
                <a:gd name="connsiteX27" fmla="*/ 115258 w 159083"/>
                <a:gd name="connsiteY27" fmla="*/ 155412 h 188171"/>
                <a:gd name="connsiteX28" fmla="*/ 80975 w 159083"/>
                <a:gd name="connsiteY28" fmla="*/ 163477 h 188171"/>
                <a:gd name="connsiteX29" fmla="*/ 45972 w 159083"/>
                <a:gd name="connsiteY29" fmla="*/ 155591 h 188171"/>
                <a:gd name="connsiteX30" fmla="*/ 34808 w 159083"/>
                <a:gd name="connsiteY30" fmla="*/ 119242 h 188171"/>
                <a:gd name="connsiteX31" fmla="*/ 45972 w 159083"/>
                <a:gd name="connsiteY31" fmla="*/ 108094 h 188171"/>
                <a:gd name="connsiteX32" fmla="*/ 80975 w 159083"/>
                <a:gd name="connsiteY32" fmla="*/ 100387 h 188171"/>
                <a:gd name="connsiteX33" fmla="*/ 115258 w 159083"/>
                <a:gd name="connsiteY33" fmla="*/ 108452 h 188171"/>
                <a:gd name="connsiteX34" fmla="*/ 125656 w 159083"/>
                <a:gd name="connsiteY34" fmla="*/ 145030 h 188171"/>
                <a:gd name="connsiteX35" fmla="*/ 115258 w 159083"/>
                <a:gd name="connsiteY35" fmla="*/ 155412 h 18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9083" h="188171">
                  <a:moveTo>
                    <a:pt x="134285" y="16505"/>
                  </a:moveTo>
                  <a:cubicBezTo>
                    <a:pt x="126679" y="10715"/>
                    <a:pt x="118023" y="6458"/>
                    <a:pt x="108797" y="3958"/>
                  </a:cubicBezTo>
                  <a:cubicBezTo>
                    <a:pt x="99153" y="1296"/>
                    <a:pt x="89186" y="-30"/>
                    <a:pt x="79179" y="15"/>
                  </a:cubicBezTo>
                  <a:cubicBezTo>
                    <a:pt x="63734" y="-272"/>
                    <a:pt x="48490" y="3564"/>
                    <a:pt x="35023" y="11127"/>
                  </a:cubicBezTo>
                  <a:cubicBezTo>
                    <a:pt x="22059" y="18548"/>
                    <a:pt x="12047" y="30189"/>
                    <a:pt x="6662" y="44107"/>
                  </a:cubicBezTo>
                  <a:lnTo>
                    <a:pt x="31074" y="57549"/>
                  </a:lnTo>
                  <a:cubicBezTo>
                    <a:pt x="34570" y="48583"/>
                    <a:pt x="40865" y="40979"/>
                    <a:pt x="49024" y="35862"/>
                  </a:cubicBezTo>
                  <a:cubicBezTo>
                    <a:pt x="57954" y="30328"/>
                    <a:pt x="68311" y="27523"/>
                    <a:pt x="78820" y="27796"/>
                  </a:cubicBezTo>
                  <a:cubicBezTo>
                    <a:pt x="87172" y="27693"/>
                    <a:pt x="95465" y="29217"/>
                    <a:pt x="103232" y="32277"/>
                  </a:cubicBezTo>
                  <a:cubicBezTo>
                    <a:pt x="110556" y="35266"/>
                    <a:pt x="116811" y="40388"/>
                    <a:pt x="121182" y="46975"/>
                  </a:cubicBezTo>
                  <a:cubicBezTo>
                    <a:pt x="126235" y="55201"/>
                    <a:pt x="128676" y="64759"/>
                    <a:pt x="128182" y="74398"/>
                  </a:cubicBezTo>
                  <a:lnTo>
                    <a:pt x="128182" y="96802"/>
                  </a:lnTo>
                  <a:cubicBezTo>
                    <a:pt x="126535" y="94853"/>
                    <a:pt x="124736" y="93038"/>
                    <a:pt x="122797" y="91380"/>
                  </a:cubicBezTo>
                  <a:cubicBezTo>
                    <a:pt x="111309" y="81554"/>
                    <a:pt x="94854" y="76651"/>
                    <a:pt x="73435" y="76683"/>
                  </a:cubicBezTo>
                  <a:cubicBezTo>
                    <a:pt x="60992" y="76553"/>
                    <a:pt x="48638" y="78744"/>
                    <a:pt x="36997" y="83135"/>
                  </a:cubicBezTo>
                  <a:cubicBezTo>
                    <a:pt x="26510" y="86913"/>
                    <a:pt x="17217" y="93405"/>
                    <a:pt x="10073" y="101955"/>
                  </a:cubicBezTo>
                  <a:cubicBezTo>
                    <a:pt x="3252" y="110554"/>
                    <a:pt x="-307" y="121281"/>
                    <a:pt x="21" y="132246"/>
                  </a:cubicBezTo>
                  <a:cubicBezTo>
                    <a:pt x="-293" y="143233"/>
                    <a:pt x="3194" y="153996"/>
                    <a:pt x="9893" y="162716"/>
                  </a:cubicBezTo>
                  <a:cubicBezTo>
                    <a:pt x="16817" y="171301"/>
                    <a:pt x="25931" y="177866"/>
                    <a:pt x="36279" y="181715"/>
                  </a:cubicBezTo>
                  <a:cubicBezTo>
                    <a:pt x="47731" y="186097"/>
                    <a:pt x="59915" y="188288"/>
                    <a:pt x="72179" y="188167"/>
                  </a:cubicBezTo>
                  <a:cubicBezTo>
                    <a:pt x="93957" y="188167"/>
                    <a:pt x="110713" y="183149"/>
                    <a:pt x="122439" y="173111"/>
                  </a:cubicBezTo>
                  <a:cubicBezTo>
                    <a:pt x="124794" y="171041"/>
                    <a:pt x="126957" y="168765"/>
                    <a:pt x="128900" y="166300"/>
                  </a:cubicBezTo>
                  <a:lnTo>
                    <a:pt x="128900" y="184582"/>
                  </a:lnTo>
                  <a:lnTo>
                    <a:pt x="159056" y="184582"/>
                  </a:lnTo>
                  <a:lnTo>
                    <a:pt x="159056" y="71171"/>
                  </a:lnTo>
                  <a:cubicBezTo>
                    <a:pt x="159370" y="59974"/>
                    <a:pt x="157032" y="48857"/>
                    <a:pt x="152235" y="38730"/>
                  </a:cubicBezTo>
                  <a:cubicBezTo>
                    <a:pt x="148044" y="30041"/>
                    <a:pt x="141901" y="22437"/>
                    <a:pt x="134285" y="16505"/>
                  </a:cubicBezTo>
                  <a:close/>
                  <a:moveTo>
                    <a:pt x="115258" y="155412"/>
                  </a:moveTo>
                  <a:cubicBezTo>
                    <a:pt x="104758" y="161107"/>
                    <a:pt x="92920" y="163894"/>
                    <a:pt x="80975" y="163477"/>
                  </a:cubicBezTo>
                  <a:cubicBezTo>
                    <a:pt x="68822" y="163872"/>
                    <a:pt x="56774" y="161156"/>
                    <a:pt x="45972" y="155591"/>
                  </a:cubicBezTo>
                  <a:cubicBezTo>
                    <a:pt x="32837" y="148632"/>
                    <a:pt x="27839" y="132358"/>
                    <a:pt x="34808" y="119242"/>
                  </a:cubicBezTo>
                  <a:cubicBezTo>
                    <a:pt x="37330" y="114493"/>
                    <a:pt x="41220" y="110612"/>
                    <a:pt x="45972" y="108094"/>
                  </a:cubicBezTo>
                  <a:cubicBezTo>
                    <a:pt x="56810" y="102632"/>
                    <a:pt x="68845" y="99983"/>
                    <a:pt x="80975" y="100387"/>
                  </a:cubicBezTo>
                  <a:cubicBezTo>
                    <a:pt x="92920" y="99970"/>
                    <a:pt x="104758" y="102757"/>
                    <a:pt x="115258" y="108452"/>
                  </a:cubicBezTo>
                  <a:cubicBezTo>
                    <a:pt x="128245" y="115684"/>
                    <a:pt x="132899" y="132062"/>
                    <a:pt x="125656" y="145030"/>
                  </a:cubicBezTo>
                  <a:cubicBezTo>
                    <a:pt x="123224" y="149385"/>
                    <a:pt x="119620" y="152983"/>
                    <a:pt x="115258" y="155412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9" name="Forma libre 197">
              <a:extLst>
                <a:ext uri="{FF2B5EF4-FFF2-40B4-BE49-F238E27FC236}">
                  <a16:creationId xmlns:a16="http://schemas.microsoft.com/office/drawing/2014/main" id="{FBE48767-1469-B755-0792-42DE016F663D}"/>
                </a:ext>
              </a:extLst>
            </p:cNvPr>
            <p:cNvSpPr/>
            <p:nvPr/>
          </p:nvSpPr>
          <p:spPr>
            <a:xfrm>
              <a:off x="11404928" y="659740"/>
              <a:ext cx="57295" cy="61209"/>
            </a:xfrm>
            <a:custGeom>
              <a:avLst/>
              <a:gdLst>
                <a:gd name="connsiteX0" fmla="*/ 240337 w 241285"/>
                <a:gd name="connsiteY0" fmla="*/ 122425 h 257768"/>
                <a:gd name="connsiteX1" fmla="*/ 122586 w 241285"/>
                <a:gd name="connsiteY1" fmla="*/ 122425 h 257768"/>
                <a:gd name="connsiteX2" fmla="*/ 122586 w 241285"/>
                <a:gd name="connsiteY2" fmla="*/ 150744 h 257768"/>
                <a:gd name="connsiteX3" fmla="*/ 206456 w 241285"/>
                <a:gd name="connsiteY3" fmla="*/ 150744 h 257768"/>
                <a:gd name="connsiteX4" fmla="*/ 196180 w 241285"/>
                <a:gd name="connsiteY4" fmla="*/ 186591 h 257768"/>
                <a:gd name="connsiteX5" fmla="*/ 166922 w 241285"/>
                <a:gd name="connsiteY5" fmla="*/ 217061 h 257768"/>
                <a:gd name="connsiteX6" fmla="*/ 122586 w 241285"/>
                <a:gd name="connsiteY6" fmla="*/ 227636 h 257768"/>
                <a:gd name="connsiteX7" fmla="*/ 77711 w 241285"/>
                <a:gd name="connsiteY7" fmla="*/ 215807 h 257768"/>
                <a:gd name="connsiteX8" fmla="*/ 45402 w 241285"/>
                <a:gd name="connsiteY8" fmla="*/ 181931 h 257768"/>
                <a:gd name="connsiteX9" fmla="*/ 33375 w 241285"/>
                <a:gd name="connsiteY9" fmla="*/ 129057 h 257768"/>
                <a:gd name="connsiteX10" fmla="*/ 40196 w 241285"/>
                <a:gd name="connsiteY10" fmla="*/ 87474 h 257768"/>
                <a:gd name="connsiteX11" fmla="*/ 59223 w 241285"/>
                <a:gd name="connsiteY11" fmla="*/ 56467 h 257768"/>
                <a:gd name="connsiteX12" fmla="*/ 87763 w 241285"/>
                <a:gd name="connsiteY12" fmla="*/ 37109 h 257768"/>
                <a:gd name="connsiteX13" fmla="*/ 123663 w 241285"/>
                <a:gd name="connsiteY13" fmla="*/ 30478 h 257768"/>
                <a:gd name="connsiteX14" fmla="*/ 171050 w 241285"/>
                <a:gd name="connsiteY14" fmla="*/ 43382 h 257768"/>
                <a:gd name="connsiteX15" fmla="*/ 204796 w 241285"/>
                <a:gd name="connsiteY15" fmla="*/ 82456 h 257768"/>
                <a:gd name="connsiteX16" fmla="*/ 231721 w 241285"/>
                <a:gd name="connsiteY16" fmla="*/ 66325 h 257768"/>
                <a:gd name="connsiteX17" fmla="*/ 204078 w 241285"/>
                <a:gd name="connsiteY17" fmla="*/ 29044 h 257768"/>
                <a:gd name="connsiteX18" fmla="*/ 166563 w 241285"/>
                <a:gd name="connsiteY18" fmla="*/ 7177 h 257768"/>
                <a:gd name="connsiteX19" fmla="*/ 124022 w 241285"/>
                <a:gd name="connsiteY19" fmla="*/ 7 h 257768"/>
                <a:gd name="connsiteX20" fmla="*/ 74660 w 241285"/>
                <a:gd name="connsiteY20" fmla="*/ 8969 h 257768"/>
                <a:gd name="connsiteX21" fmla="*/ 35350 w 241285"/>
                <a:gd name="connsiteY21" fmla="*/ 34958 h 257768"/>
                <a:gd name="connsiteX22" fmla="*/ 9323 w 241285"/>
                <a:gd name="connsiteY22" fmla="*/ 75824 h 257768"/>
                <a:gd name="connsiteX23" fmla="*/ 9323 w 241285"/>
                <a:gd name="connsiteY23" fmla="*/ 182290 h 257768"/>
                <a:gd name="connsiteX24" fmla="*/ 74660 w 241285"/>
                <a:gd name="connsiteY24" fmla="*/ 248786 h 257768"/>
                <a:gd name="connsiteX25" fmla="*/ 123124 w 241285"/>
                <a:gd name="connsiteY25" fmla="*/ 257748 h 257768"/>
                <a:gd name="connsiteX26" fmla="*/ 184333 w 241285"/>
                <a:gd name="connsiteY26" fmla="*/ 242871 h 257768"/>
                <a:gd name="connsiteX27" fmla="*/ 226156 w 241285"/>
                <a:gd name="connsiteY27" fmla="*/ 200213 h 257768"/>
                <a:gd name="connsiteX28" fmla="*/ 241234 w 241285"/>
                <a:gd name="connsiteY28" fmla="*/ 133717 h 257768"/>
                <a:gd name="connsiteX29" fmla="*/ 241234 w 241285"/>
                <a:gd name="connsiteY29" fmla="*/ 127981 h 257768"/>
                <a:gd name="connsiteX30" fmla="*/ 240337 w 241285"/>
                <a:gd name="connsiteY30" fmla="*/ 122425 h 25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41285" h="257768">
                  <a:moveTo>
                    <a:pt x="240337" y="122425"/>
                  </a:moveTo>
                  <a:lnTo>
                    <a:pt x="122586" y="122425"/>
                  </a:lnTo>
                  <a:lnTo>
                    <a:pt x="122586" y="150744"/>
                  </a:lnTo>
                  <a:lnTo>
                    <a:pt x="206456" y="150744"/>
                  </a:lnTo>
                  <a:cubicBezTo>
                    <a:pt x="205290" y="163228"/>
                    <a:pt x="201807" y="175385"/>
                    <a:pt x="196180" y="186591"/>
                  </a:cubicBezTo>
                  <a:cubicBezTo>
                    <a:pt x="189651" y="199407"/>
                    <a:pt x="179469" y="210008"/>
                    <a:pt x="166922" y="217061"/>
                  </a:cubicBezTo>
                  <a:cubicBezTo>
                    <a:pt x="153307" y="224361"/>
                    <a:pt x="138032" y="228004"/>
                    <a:pt x="122586" y="227636"/>
                  </a:cubicBezTo>
                  <a:cubicBezTo>
                    <a:pt x="106835" y="227793"/>
                    <a:pt x="91331" y="223707"/>
                    <a:pt x="77711" y="215807"/>
                  </a:cubicBezTo>
                  <a:cubicBezTo>
                    <a:pt x="63984" y="207750"/>
                    <a:pt x="52793" y="196015"/>
                    <a:pt x="45402" y="181931"/>
                  </a:cubicBezTo>
                  <a:cubicBezTo>
                    <a:pt x="36997" y="165599"/>
                    <a:pt x="32859" y="147411"/>
                    <a:pt x="33375" y="129057"/>
                  </a:cubicBezTo>
                  <a:cubicBezTo>
                    <a:pt x="33128" y="114897"/>
                    <a:pt x="35440" y="100814"/>
                    <a:pt x="40196" y="87474"/>
                  </a:cubicBezTo>
                  <a:cubicBezTo>
                    <a:pt x="44320" y="75932"/>
                    <a:pt x="50796" y="65375"/>
                    <a:pt x="59223" y="56467"/>
                  </a:cubicBezTo>
                  <a:cubicBezTo>
                    <a:pt x="67229" y="48038"/>
                    <a:pt x="76967" y="41433"/>
                    <a:pt x="87763" y="37109"/>
                  </a:cubicBezTo>
                  <a:cubicBezTo>
                    <a:pt x="99179" y="32566"/>
                    <a:pt x="111376" y="30312"/>
                    <a:pt x="123663" y="30478"/>
                  </a:cubicBezTo>
                  <a:cubicBezTo>
                    <a:pt x="140365" y="30209"/>
                    <a:pt x="156798" y="34685"/>
                    <a:pt x="171050" y="43382"/>
                  </a:cubicBezTo>
                  <a:cubicBezTo>
                    <a:pt x="185783" y="52949"/>
                    <a:pt x="197486" y="66499"/>
                    <a:pt x="204796" y="82456"/>
                  </a:cubicBezTo>
                  <a:lnTo>
                    <a:pt x="231721" y="66325"/>
                  </a:lnTo>
                  <a:cubicBezTo>
                    <a:pt x="225348" y="52026"/>
                    <a:pt x="215912" y="39300"/>
                    <a:pt x="204078" y="29044"/>
                  </a:cubicBezTo>
                  <a:cubicBezTo>
                    <a:pt x="193043" y="19490"/>
                    <a:pt x="180321" y="12074"/>
                    <a:pt x="166563" y="7177"/>
                  </a:cubicBezTo>
                  <a:cubicBezTo>
                    <a:pt x="152899" y="2369"/>
                    <a:pt x="138507" y="-55"/>
                    <a:pt x="124022" y="7"/>
                  </a:cubicBezTo>
                  <a:cubicBezTo>
                    <a:pt x="107145" y="-172"/>
                    <a:pt x="90393" y="2871"/>
                    <a:pt x="74660" y="8969"/>
                  </a:cubicBezTo>
                  <a:cubicBezTo>
                    <a:pt x="59856" y="14741"/>
                    <a:pt x="46452" y="23599"/>
                    <a:pt x="35350" y="34958"/>
                  </a:cubicBezTo>
                  <a:cubicBezTo>
                    <a:pt x="23970" y="46662"/>
                    <a:pt x="15112" y="60571"/>
                    <a:pt x="9323" y="75824"/>
                  </a:cubicBezTo>
                  <a:cubicBezTo>
                    <a:pt x="-3108" y="110228"/>
                    <a:pt x="-3108" y="147886"/>
                    <a:pt x="9323" y="182290"/>
                  </a:cubicBezTo>
                  <a:cubicBezTo>
                    <a:pt x="20775" y="212639"/>
                    <a:pt x="44491" y="236773"/>
                    <a:pt x="74660" y="248786"/>
                  </a:cubicBezTo>
                  <a:cubicBezTo>
                    <a:pt x="90083" y="254867"/>
                    <a:pt x="106543" y="257914"/>
                    <a:pt x="123124" y="257748"/>
                  </a:cubicBezTo>
                  <a:cubicBezTo>
                    <a:pt x="144471" y="258138"/>
                    <a:pt x="165553" y="253012"/>
                    <a:pt x="184333" y="242871"/>
                  </a:cubicBezTo>
                  <a:cubicBezTo>
                    <a:pt x="202108" y="232982"/>
                    <a:pt x="216634" y="218168"/>
                    <a:pt x="226156" y="200213"/>
                  </a:cubicBezTo>
                  <a:cubicBezTo>
                    <a:pt x="236684" y="179660"/>
                    <a:pt x="241867" y="156794"/>
                    <a:pt x="241234" y="133717"/>
                  </a:cubicBezTo>
                  <a:cubicBezTo>
                    <a:pt x="241234" y="131790"/>
                    <a:pt x="241234" y="129863"/>
                    <a:pt x="241234" y="127981"/>
                  </a:cubicBezTo>
                  <a:cubicBezTo>
                    <a:pt x="241234" y="126100"/>
                    <a:pt x="240337" y="124128"/>
                    <a:pt x="240337" y="122425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0" name="Forma libre 198">
              <a:extLst>
                <a:ext uri="{FF2B5EF4-FFF2-40B4-BE49-F238E27FC236}">
                  <a16:creationId xmlns:a16="http://schemas.microsoft.com/office/drawing/2014/main" id="{95FE947C-202D-974A-262B-7BC22147AFC6}"/>
                </a:ext>
              </a:extLst>
            </p:cNvPr>
            <p:cNvSpPr/>
            <p:nvPr/>
          </p:nvSpPr>
          <p:spPr>
            <a:xfrm>
              <a:off x="11469819" y="676423"/>
              <a:ext cx="21908" cy="43712"/>
            </a:xfrm>
            <a:custGeom>
              <a:avLst/>
              <a:gdLst>
                <a:gd name="connsiteX0" fmla="*/ 51875 w 92261"/>
                <a:gd name="connsiteY0" fmla="*/ 8611 h 184082"/>
                <a:gd name="connsiteX1" fmla="*/ 30874 w 92261"/>
                <a:gd name="connsiteY1" fmla="*/ 34421 h 184082"/>
                <a:gd name="connsiteX2" fmla="*/ 30874 w 92261"/>
                <a:gd name="connsiteY2" fmla="*/ 3055 h 184082"/>
                <a:gd name="connsiteX3" fmla="*/ 0 w 92261"/>
                <a:gd name="connsiteY3" fmla="*/ 3055 h 184082"/>
                <a:gd name="connsiteX4" fmla="*/ 0 w 92261"/>
                <a:gd name="connsiteY4" fmla="*/ 184082 h 184082"/>
                <a:gd name="connsiteX5" fmla="*/ 30874 w 92261"/>
                <a:gd name="connsiteY5" fmla="*/ 184082 h 184082"/>
                <a:gd name="connsiteX6" fmla="*/ 30874 w 92261"/>
                <a:gd name="connsiteY6" fmla="*/ 87116 h 184082"/>
                <a:gd name="connsiteX7" fmla="*/ 43259 w 92261"/>
                <a:gd name="connsiteY7" fmla="*/ 47505 h 184082"/>
                <a:gd name="connsiteX8" fmla="*/ 75030 w 92261"/>
                <a:gd name="connsiteY8" fmla="*/ 32629 h 184082"/>
                <a:gd name="connsiteX9" fmla="*/ 92262 w 92261"/>
                <a:gd name="connsiteY9" fmla="*/ 32629 h 184082"/>
                <a:gd name="connsiteX10" fmla="*/ 92262 w 92261"/>
                <a:gd name="connsiteY10" fmla="*/ 8 h 184082"/>
                <a:gd name="connsiteX11" fmla="*/ 81672 w 92261"/>
                <a:gd name="connsiteY11" fmla="*/ 8 h 184082"/>
                <a:gd name="connsiteX12" fmla="*/ 51875 w 92261"/>
                <a:gd name="connsiteY12" fmla="*/ 8611 h 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261" h="184082">
                  <a:moveTo>
                    <a:pt x="51875" y="8611"/>
                  </a:moveTo>
                  <a:cubicBezTo>
                    <a:pt x="42550" y="15036"/>
                    <a:pt x="35263" y="23994"/>
                    <a:pt x="30874" y="34421"/>
                  </a:cubicBezTo>
                  <a:lnTo>
                    <a:pt x="30874" y="3055"/>
                  </a:lnTo>
                  <a:lnTo>
                    <a:pt x="0" y="3055"/>
                  </a:lnTo>
                  <a:lnTo>
                    <a:pt x="0" y="184082"/>
                  </a:lnTo>
                  <a:lnTo>
                    <a:pt x="30874" y="184082"/>
                  </a:lnTo>
                  <a:lnTo>
                    <a:pt x="30874" y="87116"/>
                  </a:lnTo>
                  <a:cubicBezTo>
                    <a:pt x="30147" y="72862"/>
                    <a:pt x="34540" y="58815"/>
                    <a:pt x="43259" y="47505"/>
                  </a:cubicBezTo>
                  <a:cubicBezTo>
                    <a:pt x="50928" y="37844"/>
                    <a:pt x="62690" y="32337"/>
                    <a:pt x="75030" y="32629"/>
                  </a:cubicBezTo>
                  <a:lnTo>
                    <a:pt x="92262" y="32629"/>
                  </a:lnTo>
                  <a:lnTo>
                    <a:pt x="92262" y="8"/>
                  </a:lnTo>
                  <a:lnTo>
                    <a:pt x="81672" y="8"/>
                  </a:lnTo>
                  <a:cubicBezTo>
                    <a:pt x="71099" y="-172"/>
                    <a:pt x="60720" y="2826"/>
                    <a:pt x="51875" y="8611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1" name="Forma libre 199">
              <a:extLst>
                <a:ext uri="{FF2B5EF4-FFF2-40B4-BE49-F238E27FC236}">
                  <a16:creationId xmlns:a16="http://schemas.microsoft.com/office/drawing/2014/main" id="{5CFAB2B7-E503-7381-54C4-37C3080B6431}"/>
                </a:ext>
              </a:extLst>
            </p:cNvPr>
            <p:cNvSpPr/>
            <p:nvPr/>
          </p:nvSpPr>
          <p:spPr>
            <a:xfrm>
              <a:off x="11493246" y="676422"/>
              <a:ext cx="43316" cy="44610"/>
            </a:xfrm>
            <a:custGeom>
              <a:avLst/>
              <a:gdLst>
                <a:gd name="connsiteX0" fmla="*/ 137876 w 182416"/>
                <a:gd name="connsiteY0" fmla="*/ 11843 h 187865"/>
                <a:gd name="connsiteX1" fmla="*/ 91027 w 182416"/>
                <a:gd name="connsiteY1" fmla="*/ 14 h 187865"/>
                <a:gd name="connsiteX2" fmla="*/ 55127 w 182416"/>
                <a:gd name="connsiteY2" fmla="*/ 6645 h 187865"/>
                <a:gd name="connsiteX3" fmla="*/ 26049 w 182416"/>
                <a:gd name="connsiteY3" fmla="*/ 25824 h 187865"/>
                <a:gd name="connsiteX4" fmla="*/ 6842 w 182416"/>
                <a:gd name="connsiteY4" fmla="*/ 55756 h 187865"/>
                <a:gd name="connsiteX5" fmla="*/ 21 w 182416"/>
                <a:gd name="connsiteY5" fmla="*/ 93575 h 187865"/>
                <a:gd name="connsiteX6" fmla="*/ 11868 w 182416"/>
                <a:gd name="connsiteY6" fmla="*/ 142864 h 187865"/>
                <a:gd name="connsiteX7" fmla="*/ 44357 w 182416"/>
                <a:gd name="connsiteY7" fmla="*/ 176023 h 187865"/>
                <a:gd name="connsiteX8" fmla="*/ 91206 w 182416"/>
                <a:gd name="connsiteY8" fmla="*/ 187852 h 187865"/>
                <a:gd name="connsiteX9" fmla="*/ 127644 w 182416"/>
                <a:gd name="connsiteY9" fmla="*/ 181041 h 187865"/>
                <a:gd name="connsiteX10" fmla="*/ 156544 w 182416"/>
                <a:gd name="connsiteY10" fmla="*/ 161684 h 187865"/>
                <a:gd name="connsiteX11" fmla="*/ 175570 w 182416"/>
                <a:gd name="connsiteY11" fmla="*/ 131931 h 187865"/>
                <a:gd name="connsiteX12" fmla="*/ 182391 w 182416"/>
                <a:gd name="connsiteY12" fmla="*/ 93575 h 187865"/>
                <a:gd name="connsiteX13" fmla="*/ 170544 w 182416"/>
                <a:gd name="connsiteY13" fmla="*/ 44643 h 187865"/>
                <a:gd name="connsiteX14" fmla="*/ 137876 w 182416"/>
                <a:gd name="connsiteY14" fmla="*/ 11843 h 187865"/>
                <a:gd name="connsiteX15" fmla="*/ 146492 w 182416"/>
                <a:gd name="connsiteY15" fmla="*/ 121356 h 187865"/>
                <a:gd name="connsiteX16" fmla="*/ 133927 w 182416"/>
                <a:gd name="connsiteY16" fmla="*/ 142327 h 187865"/>
                <a:gd name="connsiteX17" fmla="*/ 114900 w 182416"/>
                <a:gd name="connsiteY17" fmla="*/ 155411 h 187865"/>
                <a:gd name="connsiteX18" fmla="*/ 91027 w 182416"/>
                <a:gd name="connsiteY18" fmla="*/ 159892 h 187865"/>
                <a:gd name="connsiteX19" fmla="*/ 60512 w 182416"/>
                <a:gd name="connsiteY19" fmla="*/ 152005 h 187865"/>
                <a:gd name="connsiteX20" fmla="*/ 39152 w 182416"/>
                <a:gd name="connsiteY20" fmla="*/ 129242 h 187865"/>
                <a:gd name="connsiteX21" fmla="*/ 31433 w 182416"/>
                <a:gd name="connsiteY21" fmla="*/ 93395 h 187865"/>
                <a:gd name="connsiteX22" fmla="*/ 35921 w 182416"/>
                <a:gd name="connsiteY22" fmla="*/ 65793 h 187865"/>
                <a:gd name="connsiteX23" fmla="*/ 48486 w 182416"/>
                <a:gd name="connsiteY23" fmla="*/ 45002 h 187865"/>
                <a:gd name="connsiteX24" fmla="*/ 67513 w 182416"/>
                <a:gd name="connsiteY24" fmla="*/ 32097 h 187865"/>
                <a:gd name="connsiteX25" fmla="*/ 91027 w 182416"/>
                <a:gd name="connsiteY25" fmla="*/ 27616 h 187865"/>
                <a:gd name="connsiteX26" fmla="*/ 121721 w 182416"/>
                <a:gd name="connsiteY26" fmla="*/ 35502 h 187865"/>
                <a:gd name="connsiteX27" fmla="*/ 143081 w 182416"/>
                <a:gd name="connsiteY27" fmla="*/ 57907 h 187865"/>
                <a:gd name="connsiteX28" fmla="*/ 150979 w 182416"/>
                <a:gd name="connsiteY28" fmla="*/ 93037 h 187865"/>
                <a:gd name="connsiteX29" fmla="*/ 146492 w 182416"/>
                <a:gd name="connsiteY29" fmla="*/ 121356 h 187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2416" h="187865">
                  <a:moveTo>
                    <a:pt x="137876" y="11843"/>
                  </a:moveTo>
                  <a:cubicBezTo>
                    <a:pt x="123588" y="3814"/>
                    <a:pt x="107420" y="-269"/>
                    <a:pt x="91027" y="14"/>
                  </a:cubicBezTo>
                  <a:cubicBezTo>
                    <a:pt x="78745" y="-80"/>
                    <a:pt x="66561" y="2174"/>
                    <a:pt x="55127" y="6645"/>
                  </a:cubicBezTo>
                  <a:cubicBezTo>
                    <a:pt x="44187" y="10920"/>
                    <a:pt x="34279" y="17453"/>
                    <a:pt x="26049" y="25824"/>
                  </a:cubicBezTo>
                  <a:cubicBezTo>
                    <a:pt x="17666" y="34387"/>
                    <a:pt x="11128" y="44572"/>
                    <a:pt x="6842" y="55756"/>
                  </a:cubicBezTo>
                  <a:cubicBezTo>
                    <a:pt x="2216" y="67823"/>
                    <a:pt x="-100" y="80652"/>
                    <a:pt x="21" y="93575"/>
                  </a:cubicBezTo>
                  <a:cubicBezTo>
                    <a:pt x="-333" y="110750"/>
                    <a:pt x="3746" y="127723"/>
                    <a:pt x="11868" y="142864"/>
                  </a:cubicBezTo>
                  <a:cubicBezTo>
                    <a:pt x="19416" y="156706"/>
                    <a:pt x="30662" y="168186"/>
                    <a:pt x="44357" y="176023"/>
                  </a:cubicBezTo>
                  <a:cubicBezTo>
                    <a:pt x="58650" y="184044"/>
                    <a:pt x="74818" y="188126"/>
                    <a:pt x="91206" y="187852"/>
                  </a:cubicBezTo>
                  <a:cubicBezTo>
                    <a:pt x="103682" y="187978"/>
                    <a:pt x="116058" y="185666"/>
                    <a:pt x="127644" y="181041"/>
                  </a:cubicBezTo>
                  <a:cubicBezTo>
                    <a:pt x="138513" y="176650"/>
                    <a:pt x="148354" y="170059"/>
                    <a:pt x="156544" y="161684"/>
                  </a:cubicBezTo>
                  <a:cubicBezTo>
                    <a:pt x="164814" y="153139"/>
                    <a:pt x="171285" y="143021"/>
                    <a:pt x="175570" y="131931"/>
                  </a:cubicBezTo>
                  <a:cubicBezTo>
                    <a:pt x="180264" y="119694"/>
                    <a:pt x="182580" y="106677"/>
                    <a:pt x="182391" y="93575"/>
                  </a:cubicBezTo>
                  <a:cubicBezTo>
                    <a:pt x="182782" y="76511"/>
                    <a:pt x="178698" y="59645"/>
                    <a:pt x="170544" y="44643"/>
                  </a:cubicBezTo>
                  <a:cubicBezTo>
                    <a:pt x="162884" y="30918"/>
                    <a:pt x="151581" y="19568"/>
                    <a:pt x="137876" y="11843"/>
                  </a:cubicBezTo>
                  <a:close/>
                  <a:moveTo>
                    <a:pt x="146492" y="121356"/>
                  </a:moveTo>
                  <a:cubicBezTo>
                    <a:pt x="143795" y="129135"/>
                    <a:pt x="139518" y="136277"/>
                    <a:pt x="133927" y="142327"/>
                  </a:cubicBezTo>
                  <a:cubicBezTo>
                    <a:pt x="128609" y="148013"/>
                    <a:pt x="122116" y="152476"/>
                    <a:pt x="114900" y="155411"/>
                  </a:cubicBezTo>
                  <a:cubicBezTo>
                    <a:pt x="107312" y="158440"/>
                    <a:pt x="99203" y="159963"/>
                    <a:pt x="91027" y="159892"/>
                  </a:cubicBezTo>
                  <a:cubicBezTo>
                    <a:pt x="80333" y="160022"/>
                    <a:pt x="69797" y="157302"/>
                    <a:pt x="60512" y="152005"/>
                  </a:cubicBezTo>
                  <a:cubicBezTo>
                    <a:pt x="51349" y="146628"/>
                    <a:pt x="43931" y="138724"/>
                    <a:pt x="39152" y="129242"/>
                  </a:cubicBezTo>
                  <a:cubicBezTo>
                    <a:pt x="33731" y="118085"/>
                    <a:pt x="31083" y="105789"/>
                    <a:pt x="31433" y="93395"/>
                  </a:cubicBezTo>
                  <a:cubicBezTo>
                    <a:pt x="31299" y="84003"/>
                    <a:pt x="32816" y="74661"/>
                    <a:pt x="35921" y="65793"/>
                  </a:cubicBezTo>
                  <a:cubicBezTo>
                    <a:pt x="38658" y="58086"/>
                    <a:pt x="42930" y="51011"/>
                    <a:pt x="48486" y="45002"/>
                  </a:cubicBezTo>
                  <a:cubicBezTo>
                    <a:pt x="53786" y="39334"/>
                    <a:pt x="60283" y="34924"/>
                    <a:pt x="67513" y="32097"/>
                  </a:cubicBezTo>
                  <a:cubicBezTo>
                    <a:pt x="74998" y="29135"/>
                    <a:pt x="82976" y="27616"/>
                    <a:pt x="91027" y="27616"/>
                  </a:cubicBezTo>
                  <a:cubicBezTo>
                    <a:pt x="101788" y="27410"/>
                    <a:pt x="112396" y="30139"/>
                    <a:pt x="121721" y="35502"/>
                  </a:cubicBezTo>
                  <a:cubicBezTo>
                    <a:pt x="130804" y="40826"/>
                    <a:pt x="138203" y="48591"/>
                    <a:pt x="143081" y="57907"/>
                  </a:cubicBezTo>
                  <a:cubicBezTo>
                    <a:pt x="148614" y="68773"/>
                    <a:pt x="151329" y="80853"/>
                    <a:pt x="150979" y="93037"/>
                  </a:cubicBezTo>
                  <a:cubicBezTo>
                    <a:pt x="151190" y="102666"/>
                    <a:pt x="149669" y="112260"/>
                    <a:pt x="146492" y="121356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2" name="Forma libre 200">
              <a:extLst>
                <a:ext uri="{FF2B5EF4-FFF2-40B4-BE49-F238E27FC236}">
                  <a16:creationId xmlns:a16="http://schemas.microsoft.com/office/drawing/2014/main" id="{19C9BD8F-1350-A325-9F3F-1E52FEDD706F}"/>
                </a:ext>
              </a:extLst>
            </p:cNvPr>
            <p:cNvSpPr/>
            <p:nvPr/>
          </p:nvSpPr>
          <p:spPr>
            <a:xfrm>
              <a:off x="11543133" y="677191"/>
              <a:ext cx="36588" cy="43797"/>
            </a:xfrm>
            <a:custGeom>
              <a:avLst/>
              <a:gdLst>
                <a:gd name="connsiteX0" fmla="*/ 123174 w 154081"/>
                <a:gd name="connsiteY0" fmla="*/ 105390 h 184441"/>
                <a:gd name="connsiteX1" fmla="*/ 110429 w 154081"/>
                <a:gd name="connsiteY1" fmla="*/ 143567 h 184441"/>
                <a:gd name="connsiteX2" fmla="*/ 77222 w 154081"/>
                <a:gd name="connsiteY2" fmla="*/ 156293 h 184441"/>
                <a:gd name="connsiteX3" fmla="*/ 44015 w 154081"/>
                <a:gd name="connsiteY3" fmla="*/ 143567 h 184441"/>
                <a:gd name="connsiteX4" fmla="*/ 30912 w 154081"/>
                <a:gd name="connsiteY4" fmla="*/ 105390 h 184441"/>
                <a:gd name="connsiteX5" fmla="*/ 30912 w 154081"/>
                <a:gd name="connsiteY5" fmla="*/ 0 h 184441"/>
                <a:gd name="connsiteX6" fmla="*/ 38 w 154081"/>
                <a:gd name="connsiteY6" fmla="*/ 0 h 184441"/>
                <a:gd name="connsiteX7" fmla="*/ 38 w 154081"/>
                <a:gd name="connsiteY7" fmla="*/ 107900 h 184441"/>
                <a:gd name="connsiteX8" fmla="*/ 10090 w 154081"/>
                <a:gd name="connsiteY8" fmla="*/ 149482 h 184441"/>
                <a:gd name="connsiteX9" fmla="*/ 37733 w 154081"/>
                <a:gd name="connsiteY9" fmla="*/ 175471 h 184441"/>
                <a:gd name="connsiteX10" fmla="*/ 77222 w 154081"/>
                <a:gd name="connsiteY10" fmla="*/ 184433 h 184441"/>
                <a:gd name="connsiteX11" fmla="*/ 116712 w 154081"/>
                <a:gd name="connsiteY11" fmla="*/ 175471 h 184441"/>
                <a:gd name="connsiteX12" fmla="*/ 143995 w 154081"/>
                <a:gd name="connsiteY12" fmla="*/ 149482 h 184441"/>
                <a:gd name="connsiteX13" fmla="*/ 154047 w 154081"/>
                <a:gd name="connsiteY13" fmla="*/ 107900 h 184441"/>
                <a:gd name="connsiteX14" fmla="*/ 154047 w 154081"/>
                <a:gd name="connsiteY14" fmla="*/ 0 h 184441"/>
                <a:gd name="connsiteX15" fmla="*/ 123174 w 154081"/>
                <a:gd name="connsiteY15" fmla="*/ 0 h 18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081" h="184441">
                  <a:moveTo>
                    <a:pt x="123174" y="105390"/>
                  </a:moveTo>
                  <a:cubicBezTo>
                    <a:pt x="123174" y="122328"/>
                    <a:pt x="118924" y="135054"/>
                    <a:pt x="110429" y="143567"/>
                  </a:cubicBezTo>
                  <a:cubicBezTo>
                    <a:pt x="101589" y="152198"/>
                    <a:pt x="89576" y="156800"/>
                    <a:pt x="77222" y="156293"/>
                  </a:cubicBezTo>
                  <a:cubicBezTo>
                    <a:pt x="64886" y="156705"/>
                    <a:pt x="52909" y="152113"/>
                    <a:pt x="44015" y="143567"/>
                  </a:cubicBezTo>
                  <a:cubicBezTo>
                    <a:pt x="35278" y="135054"/>
                    <a:pt x="30912" y="122328"/>
                    <a:pt x="30912" y="105390"/>
                  </a:cubicBezTo>
                  <a:lnTo>
                    <a:pt x="30912" y="0"/>
                  </a:lnTo>
                  <a:lnTo>
                    <a:pt x="38" y="0"/>
                  </a:lnTo>
                  <a:lnTo>
                    <a:pt x="38" y="107900"/>
                  </a:lnTo>
                  <a:cubicBezTo>
                    <a:pt x="-406" y="122409"/>
                    <a:pt x="3067" y="136770"/>
                    <a:pt x="10090" y="149482"/>
                  </a:cubicBezTo>
                  <a:cubicBezTo>
                    <a:pt x="16507" y="160698"/>
                    <a:pt x="26132" y="169749"/>
                    <a:pt x="37733" y="175471"/>
                  </a:cubicBezTo>
                  <a:cubicBezTo>
                    <a:pt x="50010" y="181507"/>
                    <a:pt x="63535" y="184577"/>
                    <a:pt x="77222" y="184433"/>
                  </a:cubicBezTo>
                  <a:cubicBezTo>
                    <a:pt x="90913" y="184621"/>
                    <a:pt x="104447" y="181552"/>
                    <a:pt x="116712" y="175471"/>
                  </a:cubicBezTo>
                  <a:cubicBezTo>
                    <a:pt x="128146" y="169646"/>
                    <a:pt x="137628" y="160613"/>
                    <a:pt x="143995" y="149482"/>
                  </a:cubicBezTo>
                  <a:cubicBezTo>
                    <a:pt x="150996" y="136765"/>
                    <a:pt x="154469" y="122409"/>
                    <a:pt x="154047" y="107900"/>
                  </a:cubicBezTo>
                  <a:lnTo>
                    <a:pt x="154047" y="0"/>
                  </a:lnTo>
                  <a:lnTo>
                    <a:pt x="123174" y="0"/>
                  </a:ln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3" name="Forma libre 201">
              <a:extLst>
                <a:ext uri="{FF2B5EF4-FFF2-40B4-BE49-F238E27FC236}">
                  <a16:creationId xmlns:a16="http://schemas.microsoft.com/office/drawing/2014/main" id="{C91BC748-7AAC-F451-EF31-7CD3A6D24209}"/>
                </a:ext>
              </a:extLst>
            </p:cNvPr>
            <p:cNvSpPr/>
            <p:nvPr/>
          </p:nvSpPr>
          <p:spPr>
            <a:xfrm>
              <a:off x="11588738" y="676416"/>
              <a:ext cx="42330" cy="57807"/>
            </a:xfrm>
            <a:custGeom>
              <a:avLst/>
              <a:gdLst>
                <a:gd name="connsiteX0" fmla="*/ 137316 w 178264"/>
                <a:gd name="connsiteY0" fmla="*/ 11870 h 243441"/>
                <a:gd name="connsiteX1" fmla="*/ 94236 w 178264"/>
                <a:gd name="connsiteY1" fmla="*/ 40 h 243441"/>
                <a:gd name="connsiteX2" fmla="*/ 35900 w 178264"/>
                <a:gd name="connsiteY2" fmla="*/ 29614 h 243441"/>
                <a:gd name="connsiteX3" fmla="*/ 30874 w 178264"/>
                <a:gd name="connsiteY3" fmla="*/ 37814 h 243441"/>
                <a:gd name="connsiteX4" fmla="*/ 30874 w 178264"/>
                <a:gd name="connsiteY4" fmla="*/ 3266 h 243441"/>
                <a:gd name="connsiteX5" fmla="*/ 0 w 178264"/>
                <a:gd name="connsiteY5" fmla="*/ 3266 h 243441"/>
                <a:gd name="connsiteX6" fmla="*/ 0 w 178264"/>
                <a:gd name="connsiteY6" fmla="*/ 243442 h 243441"/>
                <a:gd name="connsiteX7" fmla="*/ 30874 w 178264"/>
                <a:gd name="connsiteY7" fmla="*/ 243442 h 243441"/>
                <a:gd name="connsiteX8" fmla="*/ 30874 w 178264"/>
                <a:gd name="connsiteY8" fmla="*/ 149343 h 243441"/>
                <a:gd name="connsiteX9" fmla="*/ 36079 w 178264"/>
                <a:gd name="connsiteY9" fmla="*/ 157767 h 243441"/>
                <a:gd name="connsiteX10" fmla="*/ 59952 w 178264"/>
                <a:gd name="connsiteY10" fmla="*/ 179275 h 243441"/>
                <a:gd name="connsiteX11" fmla="*/ 94057 w 178264"/>
                <a:gd name="connsiteY11" fmla="*/ 187341 h 243441"/>
                <a:gd name="connsiteX12" fmla="*/ 154009 w 178264"/>
                <a:gd name="connsiteY12" fmla="*/ 161173 h 243441"/>
                <a:gd name="connsiteX13" fmla="*/ 171959 w 178264"/>
                <a:gd name="connsiteY13" fmla="*/ 131419 h 243441"/>
                <a:gd name="connsiteX14" fmla="*/ 178241 w 178264"/>
                <a:gd name="connsiteY14" fmla="*/ 93422 h 243441"/>
                <a:gd name="connsiteX15" fmla="*/ 167292 w 178264"/>
                <a:gd name="connsiteY15" fmla="*/ 44670 h 243441"/>
                <a:gd name="connsiteX16" fmla="*/ 137316 w 178264"/>
                <a:gd name="connsiteY16" fmla="*/ 11870 h 243441"/>
                <a:gd name="connsiteX17" fmla="*/ 142880 w 178264"/>
                <a:gd name="connsiteY17" fmla="*/ 121562 h 243441"/>
                <a:gd name="connsiteX18" fmla="*/ 130854 w 178264"/>
                <a:gd name="connsiteY18" fmla="*/ 142353 h 243441"/>
                <a:gd name="connsiteX19" fmla="*/ 112186 w 178264"/>
                <a:gd name="connsiteY19" fmla="*/ 155258 h 243441"/>
                <a:gd name="connsiteX20" fmla="*/ 88851 w 178264"/>
                <a:gd name="connsiteY20" fmla="*/ 159739 h 243441"/>
                <a:gd name="connsiteX21" fmla="*/ 46669 w 178264"/>
                <a:gd name="connsiteY21" fmla="*/ 142353 h 243441"/>
                <a:gd name="connsiteX22" fmla="*/ 30335 w 178264"/>
                <a:gd name="connsiteY22" fmla="*/ 94139 h 243441"/>
                <a:gd name="connsiteX23" fmla="*/ 34822 w 178264"/>
                <a:gd name="connsiteY23" fmla="*/ 66536 h 243441"/>
                <a:gd name="connsiteX24" fmla="*/ 47028 w 178264"/>
                <a:gd name="connsiteY24" fmla="*/ 45745 h 243441"/>
                <a:gd name="connsiteX25" fmla="*/ 65517 w 178264"/>
                <a:gd name="connsiteY25" fmla="*/ 32661 h 243441"/>
                <a:gd name="connsiteX26" fmla="*/ 89031 w 178264"/>
                <a:gd name="connsiteY26" fmla="*/ 28180 h 243441"/>
                <a:gd name="connsiteX27" fmla="*/ 130854 w 178264"/>
                <a:gd name="connsiteY27" fmla="*/ 45745 h 243441"/>
                <a:gd name="connsiteX28" fmla="*/ 147188 w 178264"/>
                <a:gd name="connsiteY28" fmla="*/ 94139 h 243441"/>
                <a:gd name="connsiteX29" fmla="*/ 142656 w 178264"/>
                <a:gd name="connsiteY29" fmla="*/ 121562 h 24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264" h="243441">
                  <a:moveTo>
                    <a:pt x="137316" y="11870"/>
                  </a:moveTo>
                  <a:cubicBezTo>
                    <a:pt x="124374" y="3916"/>
                    <a:pt x="109431" y="-188"/>
                    <a:pt x="94236" y="40"/>
                  </a:cubicBezTo>
                  <a:cubicBezTo>
                    <a:pt x="70996" y="-757"/>
                    <a:pt x="48971" y="10409"/>
                    <a:pt x="35900" y="29614"/>
                  </a:cubicBezTo>
                  <a:cubicBezTo>
                    <a:pt x="34078" y="32253"/>
                    <a:pt x="32399" y="34991"/>
                    <a:pt x="30874" y="37814"/>
                  </a:cubicBezTo>
                  <a:lnTo>
                    <a:pt x="30874" y="3266"/>
                  </a:lnTo>
                  <a:lnTo>
                    <a:pt x="0" y="3266"/>
                  </a:lnTo>
                  <a:lnTo>
                    <a:pt x="0" y="243442"/>
                  </a:lnTo>
                  <a:lnTo>
                    <a:pt x="30874" y="243442"/>
                  </a:lnTo>
                  <a:lnTo>
                    <a:pt x="30874" y="149343"/>
                  </a:lnTo>
                  <a:cubicBezTo>
                    <a:pt x="32462" y="152242"/>
                    <a:pt x="34199" y="155052"/>
                    <a:pt x="36079" y="157767"/>
                  </a:cubicBezTo>
                  <a:cubicBezTo>
                    <a:pt x="42317" y="166635"/>
                    <a:pt x="50479" y="173988"/>
                    <a:pt x="59952" y="179275"/>
                  </a:cubicBezTo>
                  <a:cubicBezTo>
                    <a:pt x="70426" y="184872"/>
                    <a:pt x="82179" y="187650"/>
                    <a:pt x="94057" y="187341"/>
                  </a:cubicBezTo>
                  <a:cubicBezTo>
                    <a:pt x="116880" y="187623"/>
                    <a:pt x="138716" y="178092"/>
                    <a:pt x="154009" y="161173"/>
                  </a:cubicBezTo>
                  <a:cubicBezTo>
                    <a:pt x="161912" y="152542"/>
                    <a:pt x="168015" y="142429"/>
                    <a:pt x="171959" y="131419"/>
                  </a:cubicBezTo>
                  <a:cubicBezTo>
                    <a:pt x="176263" y="119218"/>
                    <a:pt x="178390" y="106358"/>
                    <a:pt x="178241" y="93422"/>
                  </a:cubicBezTo>
                  <a:cubicBezTo>
                    <a:pt x="178600" y="76524"/>
                    <a:pt x="174840" y="59797"/>
                    <a:pt x="167292" y="44670"/>
                  </a:cubicBezTo>
                  <a:cubicBezTo>
                    <a:pt x="160493" y="31205"/>
                    <a:pt x="150123" y="19859"/>
                    <a:pt x="137316" y="11870"/>
                  </a:cubicBezTo>
                  <a:close/>
                  <a:moveTo>
                    <a:pt x="142880" y="121562"/>
                  </a:moveTo>
                  <a:cubicBezTo>
                    <a:pt x="140376" y="129255"/>
                    <a:pt x="136275" y="136340"/>
                    <a:pt x="130854" y="142353"/>
                  </a:cubicBezTo>
                  <a:cubicBezTo>
                    <a:pt x="125698" y="148021"/>
                    <a:pt x="119312" y="152435"/>
                    <a:pt x="112186" y="155258"/>
                  </a:cubicBezTo>
                  <a:cubicBezTo>
                    <a:pt x="104768" y="158233"/>
                    <a:pt x="96848" y="159757"/>
                    <a:pt x="88851" y="159739"/>
                  </a:cubicBezTo>
                  <a:cubicBezTo>
                    <a:pt x="72944" y="160267"/>
                    <a:pt x="57574" y="153932"/>
                    <a:pt x="46669" y="142353"/>
                  </a:cubicBezTo>
                  <a:cubicBezTo>
                    <a:pt x="35778" y="130761"/>
                    <a:pt x="30335" y="114692"/>
                    <a:pt x="30335" y="94139"/>
                  </a:cubicBezTo>
                  <a:cubicBezTo>
                    <a:pt x="30245" y="84751"/>
                    <a:pt x="31762" y="75413"/>
                    <a:pt x="34822" y="66536"/>
                  </a:cubicBezTo>
                  <a:cubicBezTo>
                    <a:pt x="37434" y="58852"/>
                    <a:pt x="41585" y="51776"/>
                    <a:pt x="47028" y="45745"/>
                  </a:cubicBezTo>
                  <a:cubicBezTo>
                    <a:pt x="52162" y="40090"/>
                    <a:pt x="58471" y="35623"/>
                    <a:pt x="65517" y="32661"/>
                  </a:cubicBezTo>
                  <a:cubicBezTo>
                    <a:pt x="72970" y="29587"/>
                    <a:pt x="80967" y="28064"/>
                    <a:pt x="89031" y="28180"/>
                  </a:cubicBezTo>
                  <a:cubicBezTo>
                    <a:pt x="104867" y="27678"/>
                    <a:pt x="120138" y="34090"/>
                    <a:pt x="130854" y="45745"/>
                  </a:cubicBezTo>
                  <a:cubicBezTo>
                    <a:pt x="141745" y="57454"/>
                    <a:pt x="147188" y="73585"/>
                    <a:pt x="147188" y="94139"/>
                  </a:cubicBezTo>
                  <a:cubicBezTo>
                    <a:pt x="147166" y="103463"/>
                    <a:pt x="145636" y="112725"/>
                    <a:pt x="142656" y="121562"/>
                  </a:cubicBezTo>
                  <a:close/>
                </a:path>
              </a:pathLst>
            </a:custGeom>
            <a:solidFill>
              <a:srgbClr val="00A443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2291183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ymbol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1876BB3C-AA57-D420-4861-FBD3D021574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6491" y="2622552"/>
            <a:ext cx="1706064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2354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44A5684A-99D4-90FA-C12A-589CFF68A16B}"/>
              </a:ext>
            </a:extLst>
          </p:cNvPr>
          <p:cNvGrpSpPr/>
          <p:nvPr/>
        </p:nvGrpSpPr>
        <p:grpSpPr>
          <a:xfrm>
            <a:off x="4496068" y="3036081"/>
            <a:ext cx="3199864" cy="1278273"/>
            <a:chOff x="10709665" y="301762"/>
            <a:chExt cx="1082567" cy="432461"/>
          </a:xfrm>
          <a:solidFill>
            <a:schemeClr val="bg1"/>
          </a:solidFill>
        </p:grpSpPr>
        <p:sp>
          <p:nvSpPr>
            <p:cNvPr id="16" name="Forma libre 163">
              <a:extLst>
                <a:ext uri="{FF2B5EF4-FFF2-40B4-BE49-F238E27FC236}">
                  <a16:creationId xmlns:a16="http://schemas.microsoft.com/office/drawing/2014/main" id="{20EE8F42-D2FD-240A-68E7-B75F4BD92081}"/>
                </a:ext>
              </a:extLst>
            </p:cNvPr>
            <p:cNvSpPr/>
            <p:nvPr/>
          </p:nvSpPr>
          <p:spPr>
            <a:xfrm>
              <a:off x="11039633" y="364114"/>
              <a:ext cx="132622" cy="141132"/>
            </a:xfrm>
            <a:custGeom>
              <a:avLst/>
              <a:gdLst>
                <a:gd name="connsiteX0" fmla="*/ 236399 w 558508"/>
                <a:gd name="connsiteY0" fmla="*/ 0 h 594344"/>
                <a:gd name="connsiteX1" fmla="*/ 0 w 558508"/>
                <a:gd name="connsiteY1" fmla="*/ 594344 h 594344"/>
                <a:gd name="connsiteX2" fmla="*/ 90961 w 558508"/>
                <a:gd name="connsiteY2" fmla="*/ 594344 h 594344"/>
                <a:gd name="connsiteX3" fmla="*/ 156074 w 558508"/>
                <a:gd name="connsiteY3" fmla="*/ 424519 h 594344"/>
                <a:gd name="connsiteX4" fmla="*/ 399518 w 558508"/>
                <a:gd name="connsiteY4" fmla="*/ 424519 h 594344"/>
                <a:gd name="connsiteX5" fmla="*/ 464272 w 558508"/>
                <a:gd name="connsiteY5" fmla="*/ 594344 h 594344"/>
                <a:gd name="connsiteX6" fmla="*/ 558508 w 558508"/>
                <a:gd name="connsiteY6" fmla="*/ 594344 h 594344"/>
                <a:gd name="connsiteX7" fmla="*/ 321391 w 558508"/>
                <a:gd name="connsiteY7" fmla="*/ 0 h 594344"/>
                <a:gd name="connsiteX8" fmla="*/ 184703 w 558508"/>
                <a:gd name="connsiteY8" fmla="*/ 349822 h 594344"/>
                <a:gd name="connsiteX9" fmla="*/ 253361 w 558508"/>
                <a:gd name="connsiteY9" fmla="*/ 170587 h 594344"/>
                <a:gd name="connsiteX10" fmla="*/ 278042 w 558508"/>
                <a:gd name="connsiteY10" fmla="*/ 106914 h 594344"/>
                <a:gd name="connsiteX11" fmla="*/ 302723 w 558508"/>
                <a:gd name="connsiteY11" fmla="*/ 170587 h 594344"/>
                <a:gd name="connsiteX12" fmla="*/ 371022 w 558508"/>
                <a:gd name="connsiteY12" fmla="*/ 349822 h 5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508" h="594344">
                  <a:moveTo>
                    <a:pt x="236399" y="0"/>
                  </a:moveTo>
                  <a:lnTo>
                    <a:pt x="0" y="594344"/>
                  </a:lnTo>
                  <a:lnTo>
                    <a:pt x="90961" y="594344"/>
                  </a:lnTo>
                  <a:lnTo>
                    <a:pt x="156074" y="424519"/>
                  </a:lnTo>
                  <a:lnTo>
                    <a:pt x="399518" y="424519"/>
                  </a:lnTo>
                  <a:lnTo>
                    <a:pt x="464272" y="594344"/>
                  </a:lnTo>
                  <a:lnTo>
                    <a:pt x="558508" y="594344"/>
                  </a:lnTo>
                  <a:lnTo>
                    <a:pt x="321391" y="0"/>
                  </a:lnTo>
                  <a:close/>
                  <a:moveTo>
                    <a:pt x="184703" y="349822"/>
                  </a:moveTo>
                  <a:lnTo>
                    <a:pt x="253361" y="170587"/>
                  </a:lnTo>
                  <a:cubicBezTo>
                    <a:pt x="259586" y="154725"/>
                    <a:pt x="267811" y="133499"/>
                    <a:pt x="278042" y="106914"/>
                  </a:cubicBezTo>
                  <a:cubicBezTo>
                    <a:pt x="288215" y="133530"/>
                    <a:pt x="296441" y="154756"/>
                    <a:pt x="302723" y="170587"/>
                  </a:cubicBezTo>
                  <a:lnTo>
                    <a:pt x="371022" y="349822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7" name="Forma libre 164">
              <a:extLst>
                <a:ext uri="{FF2B5EF4-FFF2-40B4-BE49-F238E27FC236}">
                  <a16:creationId xmlns:a16="http://schemas.microsoft.com/office/drawing/2014/main" id="{EC4F375F-AAAB-0A84-48DB-BDABE4A3FFF1}"/>
                </a:ext>
              </a:extLst>
            </p:cNvPr>
            <p:cNvSpPr/>
            <p:nvPr/>
          </p:nvSpPr>
          <p:spPr>
            <a:xfrm>
              <a:off x="11159160" y="402802"/>
              <a:ext cx="100548" cy="102625"/>
            </a:xfrm>
            <a:custGeom>
              <a:avLst/>
              <a:gdLst>
                <a:gd name="connsiteX0" fmla="*/ 235501 w 423435"/>
                <a:gd name="connsiteY0" fmla="*/ 259891 h 432180"/>
                <a:gd name="connsiteX1" fmla="*/ 225315 w 423435"/>
                <a:gd name="connsiteY1" fmla="*/ 287493 h 432180"/>
                <a:gd name="connsiteX2" fmla="*/ 212571 w 423435"/>
                <a:gd name="connsiteY2" fmla="*/ 316798 h 432180"/>
                <a:gd name="connsiteX3" fmla="*/ 201935 w 423435"/>
                <a:gd name="connsiteY3" fmla="*/ 287493 h 432180"/>
                <a:gd name="connsiteX4" fmla="*/ 191300 w 423435"/>
                <a:gd name="connsiteY4" fmla="*/ 259891 h 432180"/>
                <a:gd name="connsiteX5" fmla="*/ 90961 w 423435"/>
                <a:gd name="connsiteY5" fmla="*/ 0 h 432180"/>
                <a:gd name="connsiteX6" fmla="*/ 0 w 423435"/>
                <a:gd name="connsiteY6" fmla="*/ 0 h 432180"/>
                <a:gd name="connsiteX7" fmla="*/ 173440 w 423435"/>
                <a:gd name="connsiteY7" fmla="*/ 432181 h 432180"/>
                <a:gd name="connsiteX8" fmla="*/ 250848 w 423435"/>
                <a:gd name="connsiteY8" fmla="*/ 432181 h 432180"/>
                <a:gd name="connsiteX9" fmla="*/ 423436 w 423435"/>
                <a:gd name="connsiteY9" fmla="*/ 0 h 432180"/>
                <a:gd name="connsiteX10" fmla="*/ 334988 w 423435"/>
                <a:gd name="connsiteY10" fmla="*/ 0 h 432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3435" h="432180">
                  <a:moveTo>
                    <a:pt x="235501" y="259891"/>
                  </a:moveTo>
                  <a:cubicBezTo>
                    <a:pt x="232136" y="269525"/>
                    <a:pt x="228725" y="278756"/>
                    <a:pt x="225315" y="287493"/>
                  </a:cubicBezTo>
                  <a:cubicBezTo>
                    <a:pt x="221904" y="296231"/>
                    <a:pt x="217686" y="306044"/>
                    <a:pt x="212571" y="316798"/>
                  </a:cubicBezTo>
                  <a:cubicBezTo>
                    <a:pt x="208590" y="306044"/>
                    <a:pt x="205045" y="296276"/>
                    <a:pt x="201935" y="287493"/>
                  </a:cubicBezTo>
                  <a:cubicBezTo>
                    <a:pt x="198794" y="278532"/>
                    <a:pt x="195249" y="269570"/>
                    <a:pt x="191300" y="259891"/>
                  </a:cubicBezTo>
                  <a:lnTo>
                    <a:pt x="90961" y="0"/>
                  </a:lnTo>
                  <a:lnTo>
                    <a:pt x="0" y="0"/>
                  </a:lnTo>
                  <a:lnTo>
                    <a:pt x="173440" y="432181"/>
                  </a:lnTo>
                  <a:lnTo>
                    <a:pt x="250848" y="432181"/>
                  </a:lnTo>
                  <a:lnTo>
                    <a:pt x="423436" y="0"/>
                  </a:lnTo>
                  <a:lnTo>
                    <a:pt x="334988" y="0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8" name="Forma libre 165">
              <a:extLst>
                <a:ext uri="{FF2B5EF4-FFF2-40B4-BE49-F238E27FC236}">
                  <a16:creationId xmlns:a16="http://schemas.microsoft.com/office/drawing/2014/main" id="{868A3B11-7FA3-C870-FC67-95D010EDE42E}"/>
                </a:ext>
              </a:extLst>
            </p:cNvPr>
            <p:cNvSpPr/>
            <p:nvPr/>
          </p:nvSpPr>
          <p:spPr>
            <a:xfrm>
              <a:off x="11260890" y="400806"/>
              <a:ext cx="90878" cy="106690"/>
            </a:xfrm>
            <a:custGeom>
              <a:avLst/>
              <a:gdLst>
                <a:gd name="connsiteX0" fmla="*/ 323640 w 382711"/>
                <a:gd name="connsiteY0" fmla="*/ 40354 h 449300"/>
                <a:gd name="connsiteX1" fmla="*/ 262431 w 382711"/>
                <a:gd name="connsiteY1" fmla="*/ 9794 h 449300"/>
                <a:gd name="connsiteX2" fmla="*/ 189734 w 382711"/>
                <a:gd name="connsiteY2" fmla="*/ 26 h 449300"/>
                <a:gd name="connsiteX3" fmla="*/ 84279 w 382711"/>
                <a:gd name="connsiteY3" fmla="*/ 25925 h 449300"/>
                <a:gd name="connsiteX4" fmla="*/ 14679 w 382711"/>
                <a:gd name="connsiteY4" fmla="*/ 104430 h 449300"/>
                <a:gd name="connsiteX5" fmla="*/ 80016 w 382711"/>
                <a:gd name="connsiteY5" fmla="*/ 141935 h 449300"/>
                <a:gd name="connsiteX6" fmla="*/ 120403 w 382711"/>
                <a:gd name="connsiteY6" fmla="*/ 92645 h 449300"/>
                <a:gd name="connsiteX7" fmla="*/ 188029 w 382711"/>
                <a:gd name="connsiteY7" fmla="*/ 74722 h 449300"/>
                <a:gd name="connsiteX8" fmla="*/ 243539 w 382711"/>
                <a:gd name="connsiteY8" fmla="*/ 84938 h 449300"/>
                <a:gd name="connsiteX9" fmla="*/ 283926 w 382711"/>
                <a:gd name="connsiteY9" fmla="*/ 118052 h 449300"/>
                <a:gd name="connsiteX10" fmla="*/ 299228 w 382711"/>
                <a:gd name="connsiteY10" fmla="*/ 178320 h 449300"/>
                <a:gd name="connsiteX11" fmla="*/ 299228 w 382711"/>
                <a:gd name="connsiteY11" fmla="*/ 226445 h 449300"/>
                <a:gd name="connsiteX12" fmla="*/ 289894 w 382711"/>
                <a:gd name="connsiteY12" fmla="*/ 217483 h 449300"/>
                <a:gd name="connsiteX13" fmla="*/ 174253 w 382711"/>
                <a:gd name="connsiteY13" fmla="*/ 182711 h 449300"/>
                <a:gd name="connsiteX14" fmla="*/ 85805 w 382711"/>
                <a:gd name="connsiteY14" fmla="*/ 197991 h 449300"/>
                <a:gd name="connsiteX15" fmla="*/ 22981 w 382711"/>
                <a:gd name="connsiteY15" fmla="*/ 243427 h 449300"/>
                <a:gd name="connsiteX16" fmla="*/ 22577 w 382711"/>
                <a:gd name="connsiteY16" fmla="*/ 388160 h 449300"/>
                <a:gd name="connsiteX17" fmla="*/ 83786 w 382711"/>
                <a:gd name="connsiteY17" fmla="*/ 433596 h 449300"/>
                <a:gd name="connsiteX18" fmla="*/ 170079 w 382711"/>
                <a:gd name="connsiteY18" fmla="*/ 449279 h 449300"/>
                <a:gd name="connsiteX19" fmla="*/ 288234 w 382711"/>
                <a:gd name="connsiteY19" fmla="*/ 413208 h 449300"/>
                <a:gd name="connsiteX20" fmla="*/ 303581 w 382711"/>
                <a:gd name="connsiteY20" fmla="*/ 397077 h 449300"/>
                <a:gd name="connsiteX21" fmla="*/ 303581 w 382711"/>
                <a:gd name="connsiteY21" fmla="*/ 439959 h 449300"/>
                <a:gd name="connsiteX22" fmla="*/ 382650 w 382711"/>
                <a:gd name="connsiteY22" fmla="*/ 439959 h 449300"/>
                <a:gd name="connsiteX23" fmla="*/ 382650 w 382711"/>
                <a:gd name="connsiteY23" fmla="*/ 170658 h 449300"/>
                <a:gd name="connsiteX24" fmla="*/ 366495 w 382711"/>
                <a:gd name="connsiteY24" fmla="*/ 93407 h 449300"/>
                <a:gd name="connsiteX25" fmla="*/ 323640 w 382711"/>
                <a:gd name="connsiteY25" fmla="*/ 40354 h 449300"/>
                <a:gd name="connsiteX26" fmla="*/ 271361 w 382711"/>
                <a:gd name="connsiteY26" fmla="*/ 366786 h 449300"/>
                <a:gd name="connsiteX27" fmla="*/ 194805 w 382711"/>
                <a:gd name="connsiteY27" fmla="*/ 384709 h 449300"/>
                <a:gd name="connsiteX28" fmla="*/ 117038 w 382711"/>
                <a:gd name="connsiteY28" fmla="*/ 366786 h 449300"/>
                <a:gd name="connsiteX29" fmla="*/ 85985 w 382711"/>
                <a:gd name="connsiteY29" fmla="*/ 315032 h 449300"/>
                <a:gd name="connsiteX30" fmla="*/ 117038 w 382711"/>
                <a:gd name="connsiteY30" fmla="*/ 261933 h 449300"/>
                <a:gd name="connsiteX31" fmla="*/ 194805 w 382711"/>
                <a:gd name="connsiteY31" fmla="*/ 244547 h 449300"/>
                <a:gd name="connsiteX32" fmla="*/ 271361 w 382711"/>
                <a:gd name="connsiteY32" fmla="*/ 262471 h 449300"/>
                <a:gd name="connsiteX33" fmla="*/ 301876 w 382711"/>
                <a:gd name="connsiteY33" fmla="*/ 315032 h 449300"/>
                <a:gd name="connsiteX34" fmla="*/ 271361 w 382711"/>
                <a:gd name="connsiteY34" fmla="*/ 366786 h 44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82711" h="449300">
                  <a:moveTo>
                    <a:pt x="323640" y="40354"/>
                  </a:moveTo>
                  <a:cubicBezTo>
                    <a:pt x="305407" y="26310"/>
                    <a:pt x="284622" y="15933"/>
                    <a:pt x="262431" y="9794"/>
                  </a:cubicBezTo>
                  <a:cubicBezTo>
                    <a:pt x="238769" y="3194"/>
                    <a:pt x="214303" y="-91"/>
                    <a:pt x="189734" y="26"/>
                  </a:cubicBezTo>
                  <a:cubicBezTo>
                    <a:pt x="152937" y="-543"/>
                    <a:pt x="116616" y="8378"/>
                    <a:pt x="84279" y="25925"/>
                  </a:cubicBezTo>
                  <a:cubicBezTo>
                    <a:pt x="52872" y="43499"/>
                    <a:pt x="28339" y="71169"/>
                    <a:pt x="14679" y="104430"/>
                  </a:cubicBezTo>
                  <a:lnTo>
                    <a:pt x="80016" y="141935"/>
                  </a:lnTo>
                  <a:cubicBezTo>
                    <a:pt x="87959" y="121677"/>
                    <a:pt x="102090" y="104430"/>
                    <a:pt x="120403" y="92645"/>
                  </a:cubicBezTo>
                  <a:cubicBezTo>
                    <a:pt x="138833" y="80695"/>
                    <a:pt x="161374" y="74722"/>
                    <a:pt x="188029" y="74722"/>
                  </a:cubicBezTo>
                  <a:cubicBezTo>
                    <a:pt x="207020" y="74498"/>
                    <a:pt x="225876" y="77966"/>
                    <a:pt x="243539" y="84938"/>
                  </a:cubicBezTo>
                  <a:cubicBezTo>
                    <a:pt x="260075" y="91592"/>
                    <a:pt x="274175" y="103149"/>
                    <a:pt x="283926" y="118052"/>
                  </a:cubicBezTo>
                  <a:cubicBezTo>
                    <a:pt x="294099" y="133345"/>
                    <a:pt x="299197" y="153438"/>
                    <a:pt x="299228" y="178320"/>
                  </a:cubicBezTo>
                  <a:lnTo>
                    <a:pt x="299228" y="226445"/>
                  </a:lnTo>
                  <a:cubicBezTo>
                    <a:pt x="296280" y="223290"/>
                    <a:pt x="293166" y="220301"/>
                    <a:pt x="289894" y="217483"/>
                  </a:cubicBezTo>
                  <a:cubicBezTo>
                    <a:pt x="263239" y="194303"/>
                    <a:pt x="224692" y="182711"/>
                    <a:pt x="174253" y="182711"/>
                  </a:cubicBezTo>
                  <a:cubicBezTo>
                    <a:pt x="144079" y="182317"/>
                    <a:pt x="114094" y="187497"/>
                    <a:pt x="85805" y="197991"/>
                  </a:cubicBezTo>
                  <a:cubicBezTo>
                    <a:pt x="60971" y="206881"/>
                    <a:pt x="39185" y="222640"/>
                    <a:pt x="22981" y="243427"/>
                  </a:cubicBezTo>
                  <a:cubicBezTo>
                    <a:pt x="-7511" y="286820"/>
                    <a:pt x="-7673" y="344596"/>
                    <a:pt x="22577" y="388160"/>
                  </a:cubicBezTo>
                  <a:cubicBezTo>
                    <a:pt x="38431" y="408610"/>
                    <a:pt x="59603" y="424329"/>
                    <a:pt x="83786" y="433596"/>
                  </a:cubicBezTo>
                  <a:cubicBezTo>
                    <a:pt x="111258" y="444363"/>
                    <a:pt x="140570" y="449687"/>
                    <a:pt x="170079" y="449279"/>
                  </a:cubicBezTo>
                  <a:cubicBezTo>
                    <a:pt x="221088" y="449279"/>
                    <a:pt x="260470" y="437257"/>
                    <a:pt x="288234" y="413208"/>
                  </a:cubicBezTo>
                  <a:cubicBezTo>
                    <a:pt x="293857" y="408337"/>
                    <a:pt x="298995" y="402933"/>
                    <a:pt x="303581" y="397077"/>
                  </a:cubicBezTo>
                  <a:lnTo>
                    <a:pt x="303581" y="439959"/>
                  </a:lnTo>
                  <a:lnTo>
                    <a:pt x="382650" y="439959"/>
                  </a:lnTo>
                  <a:lnTo>
                    <a:pt x="382650" y="170658"/>
                  </a:lnTo>
                  <a:cubicBezTo>
                    <a:pt x="383368" y="144001"/>
                    <a:pt x="377835" y="117550"/>
                    <a:pt x="366495" y="93407"/>
                  </a:cubicBezTo>
                  <a:cubicBezTo>
                    <a:pt x="356407" y="72719"/>
                    <a:pt x="341756" y="54580"/>
                    <a:pt x="323640" y="40354"/>
                  </a:cubicBezTo>
                  <a:close/>
                  <a:moveTo>
                    <a:pt x="271361" y="366786"/>
                  </a:moveTo>
                  <a:cubicBezTo>
                    <a:pt x="250930" y="378736"/>
                    <a:pt x="225410" y="384709"/>
                    <a:pt x="194805" y="384709"/>
                  </a:cubicBezTo>
                  <a:cubicBezTo>
                    <a:pt x="163662" y="384709"/>
                    <a:pt x="137738" y="378736"/>
                    <a:pt x="117038" y="366786"/>
                  </a:cubicBezTo>
                  <a:cubicBezTo>
                    <a:pt x="96337" y="354835"/>
                    <a:pt x="85985" y="337584"/>
                    <a:pt x="85985" y="315032"/>
                  </a:cubicBezTo>
                  <a:cubicBezTo>
                    <a:pt x="85056" y="292793"/>
                    <a:pt x="97185" y="272051"/>
                    <a:pt x="117038" y="261933"/>
                  </a:cubicBezTo>
                  <a:cubicBezTo>
                    <a:pt x="137711" y="250372"/>
                    <a:pt x="163631" y="244579"/>
                    <a:pt x="194805" y="244547"/>
                  </a:cubicBezTo>
                  <a:cubicBezTo>
                    <a:pt x="225468" y="244547"/>
                    <a:pt x="250988" y="250520"/>
                    <a:pt x="271361" y="262471"/>
                  </a:cubicBezTo>
                  <a:cubicBezTo>
                    <a:pt x="290747" y="272741"/>
                    <a:pt x="302585" y="293133"/>
                    <a:pt x="301876" y="315032"/>
                  </a:cubicBezTo>
                  <a:cubicBezTo>
                    <a:pt x="301876" y="337673"/>
                    <a:pt x="291703" y="354925"/>
                    <a:pt x="271361" y="366786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19" name="Forma libre 166">
              <a:extLst>
                <a:ext uri="{FF2B5EF4-FFF2-40B4-BE49-F238E27FC236}">
                  <a16:creationId xmlns:a16="http://schemas.microsoft.com/office/drawing/2014/main" id="{995CC614-F00B-8FD7-8356-3D1BAD0AF233}"/>
                </a:ext>
              </a:extLst>
            </p:cNvPr>
            <p:cNvSpPr/>
            <p:nvPr/>
          </p:nvSpPr>
          <p:spPr>
            <a:xfrm>
              <a:off x="11371157" y="400803"/>
              <a:ext cx="88040" cy="104474"/>
            </a:xfrm>
            <a:custGeom>
              <a:avLst/>
              <a:gdLst>
                <a:gd name="connsiteX0" fmla="*/ 293300 w 370759"/>
                <a:gd name="connsiteY0" fmla="*/ 20424 h 439968"/>
                <a:gd name="connsiteX1" fmla="*/ 210865 w 370759"/>
                <a:gd name="connsiteY1" fmla="*/ 36 h 439968"/>
                <a:gd name="connsiteX2" fmla="*/ 127937 w 370759"/>
                <a:gd name="connsiteY2" fmla="*/ 23381 h 439968"/>
                <a:gd name="connsiteX3" fmla="*/ 83062 w 370759"/>
                <a:gd name="connsiteY3" fmla="*/ 72313 h 439968"/>
                <a:gd name="connsiteX4" fmla="*/ 83062 w 370759"/>
                <a:gd name="connsiteY4" fmla="*/ 8505 h 439968"/>
                <a:gd name="connsiteX5" fmla="*/ 0 w 370759"/>
                <a:gd name="connsiteY5" fmla="*/ 8505 h 439968"/>
                <a:gd name="connsiteX6" fmla="*/ 0 w 370759"/>
                <a:gd name="connsiteY6" fmla="*/ 439835 h 439968"/>
                <a:gd name="connsiteX7" fmla="*/ 83287 w 370759"/>
                <a:gd name="connsiteY7" fmla="*/ 439835 h 439968"/>
                <a:gd name="connsiteX8" fmla="*/ 83287 w 370759"/>
                <a:gd name="connsiteY8" fmla="*/ 184424 h 439968"/>
                <a:gd name="connsiteX9" fmla="*/ 113488 w 370759"/>
                <a:gd name="connsiteY9" fmla="*/ 103320 h 439968"/>
                <a:gd name="connsiteX10" fmla="*/ 191300 w 370759"/>
                <a:gd name="connsiteY10" fmla="*/ 74015 h 439968"/>
                <a:gd name="connsiteX11" fmla="*/ 260182 w 370759"/>
                <a:gd name="connsiteY11" fmla="*/ 102917 h 439968"/>
                <a:gd name="connsiteX12" fmla="*/ 286524 w 370759"/>
                <a:gd name="connsiteY12" fmla="*/ 181019 h 439968"/>
                <a:gd name="connsiteX13" fmla="*/ 286524 w 370759"/>
                <a:gd name="connsiteY13" fmla="*/ 439969 h 439968"/>
                <a:gd name="connsiteX14" fmla="*/ 370708 w 370759"/>
                <a:gd name="connsiteY14" fmla="*/ 439969 h 439968"/>
                <a:gd name="connsiteX15" fmla="*/ 370708 w 370759"/>
                <a:gd name="connsiteY15" fmla="*/ 167307 h 439968"/>
                <a:gd name="connsiteX16" fmla="*/ 349886 w 370759"/>
                <a:gd name="connsiteY16" fmla="*/ 78586 h 439968"/>
                <a:gd name="connsiteX17" fmla="*/ 293300 w 370759"/>
                <a:gd name="connsiteY17" fmla="*/ 20424 h 43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0759" h="439968">
                  <a:moveTo>
                    <a:pt x="293300" y="20424"/>
                  </a:moveTo>
                  <a:cubicBezTo>
                    <a:pt x="268111" y="6466"/>
                    <a:pt x="239666" y="-569"/>
                    <a:pt x="210865" y="36"/>
                  </a:cubicBezTo>
                  <a:cubicBezTo>
                    <a:pt x="181589" y="-13"/>
                    <a:pt x="152874" y="8066"/>
                    <a:pt x="127937" y="23381"/>
                  </a:cubicBezTo>
                  <a:cubicBezTo>
                    <a:pt x="108753" y="35256"/>
                    <a:pt x="93227" y="52189"/>
                    <a:pt x="83062" y="72313"/>
                  </a:cubicBezTo>
                  <a:lnTo>
                    <a:pt x="83062" y="8505"/>
                  </a:lnTo>
                  <a:lnTo>
                    <a:pt x="0" y="8505"/>
                  </a:lnTo>
                  <a:lnTo>
                    <a:pt x="0" y="439835"/>
                  </a:lnTo>
                  <a:lnTo>
                    <a:pt x="83287" y="439835"/>
                  </a:lnTo>
                  <a:lnTo>
                    <a:pt x="83287" y="184424"/>
                  </a:lnTo>
                  <a:cubicBezTo>
                    <a:pt x="83287" y="149890"/>
                    <a:pt x="93352" y="122857"/>
                    <a:pt x="113488" y="103320"/>
                  </a:cubicBezTo>
                  <a:cubicBezTo>
                    <a:pt x="133623" y="83784"/>
                    <a:pt x="159560" y="74015"/>
                    <a:pt x="191300" y="74015"/>
                  </a:cubicBezTo>
                  <a:cubicBezTo>
                    <a:pt x="219602" y="74015"/>
                    <a:pt x="242560" y="83649"/>
                    <a:pt x="260182" y="102917"/>
                  </a:cubicBezTo>
                  <a:cubicBezTo>
                    <a:pt x="277805" y="122185"/>
                    <a:pt x="286582" y="148219"/>
                    <a:pt x="286524" y="181019"/>
                  </a:cubicBezTo>
                  <a:lnTo>
                    <a:pt x="286524" y="439969"/>
                  </a:lnTo>
                  <a:lnTo>
                    <a:pt x="370708" y="439969"/>
                  </a:lnTo>
                  <a:lnTo>
                    <a:pt x="370708" y="167307"/>
                  </a:lnTo>
                  <a:cubicBezTo>
                    <a:pt x="371444" y="136447"/>
                    <a:pt x="364278" y="105906"/>
                    <a:pt x="349886" y="78586"/>
                  </a:cubicBezTo>
                  <a:cubicBezTo>
                    <a:pt x="336855" y="54286"/>
                    <a:pt x="317245" y="34135"/>
                    <a:pt x="293300" y="20424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0" name="Forma libre 167">
              <a:extLst>
                <a:ext uri="{FF2B5EF4-FFF2-40B4-BE49-F238E27FC236}">
                  <a16:creationId xmlns:a16="http://schemas.microsoft.com/office/drawing/2014/main" id="{D57AFBD0-848B-A88F-7578-31D129F52898}"/>
                </a:ext>
              </a:extLst>
            </p:cNvPr>
            <p:cNvSpPr/>
            <p:nvPr/>
          </p:nvSpPr>
          <p:spPr>
            <a:xfrm>
              <a:off x="11472902" y="400789"/>
              <a:ext cx="98722" cy="140357"/>
            </a:xfrm>
            <a:custGeom>
              <a:avLst/>
              <a:gdLst>
                <a:gd name="connsiteX0" fmla="*/ 331652 w 415746"/>
                <a:gd name="connsiteY0" fmla="*/ 81022 h 591083"/>
                <a:gd name="connsiteX1" fmla="*/ 322273 w 415746"/>
                <a:gd name="connsiteY1" fmla="*/ 65876 h 591083"/>
                <a:gd name="connsiteX2" fmla="*/ 269994 w 415746"/>
                <a:gd name="connsiteY2" fmla="*/ 17931 h 591083"/>
                <a:gd name="connsiteX3" fmla="*/ 192182 w 415746"/>
                <a:gd name="connsiteY3" fmla="*/ 7 h 591083"/>
                <a:gd name="connsiteX4" fmla="*/ 115895 w 415746"/>
                <a:gd name="connsiteY4" fmla="*/ 15287 h 591083"/>
                <a:gd name="connsiteX5" fmla="*/ 54686 w 415746"/>
                <a:gd name="connsiteY5" fmla="*/ 58169 h 591083"/>
                <a:gd name="connsiteX6" fmla="*/ 14299 w 415746"/>
                <a:gd name="connsiteY6" fmla="*/ 123097 h 591083"/>
                <a:gd name="connsiteX7" fmla="*/ 29 w 415746"/>
                <a:gd name="connsiteY7" fmla="*/ 204739 h 591083"/>
                <a:gd name="connsiteX8" fmla="*/ 25518 w 415746"/>
                <a:gd name="connsiteY8" fmla="*/ 309591 h 591083"/>
                <a:gd name="connsiteX9" fmla="*/ 94400 w 415746"/>
                <a:gd name="connsiteY9" fmla="*/ 382630 h 591083"/>
                <a:gd name="connsiteX10" fmla="*/ 192182 w 415746"/>
                <a:gd name="connsiteY10" fmla="*/ 409515 h 591083"/>
                <a:gd name="connsiteX11" fmla="*/ 269994 w 415746"/>
                <a:gd name="connsiteY11" fmla="*/ 391233 h 591083"/>
                <a:gd name="connsiteX12" fmla="*/ 322273 w 415746"/>
                <a:gd name="connsiteY12" fmla="*/ 343288 h 591083"/>
                <a:gd name="connsiteX13" fmla="*/ 331652 w 415746"/>
                <a:gd name="connsiteY13" fmla="*/ 328366 h 591083"/>
                <a:gd name="connsiteX14" fmla="*/ 331652 w 415746"/>
                <a:gd name="connsiteY14" fmla="*/ 389127 h 591083"/>
                <a:gd name="connsiteX15" fmla="*/ 313702 w 415746"/>
                <a:gd name="connsiteY15" fmla="*/ 460015 h 591083"/>
                <a:gd name="connsiteX16" fmla="*/ 266135 w 415746"/>
                <a:gd name="connsiteY16" fmla="*/ 502717 h 591083"/>
                <a:gd name="connsiteX17" fmla="*/ 200663 w 415746"/>
                <a:gd name="connsiteY17" fmla="*/ 517146 h 591083"/>
                <a:gd name="connsiteX18" fmla="*/ 125812 w 415746"/>
                <a:gd name="connsiteY18" fmla="*/ 497206 h 591083"/>
                <a:gd name="connsiteX19" fmla="*/ 70572 w 415746"/>
                <a:gd name="connsiteY19" fmla="*/ 441598 h 591083"/>
                <a:gd name="connsiteX20" fmla="*/ 11876 w 415746"/>
                <a:gd name="connsiteY20" fmla="*/ 488289 h 591083"/>
                <a:gd name="connsiteX21" fmla="*/ 62046 w 415746"/>
                <a:gd name="connsiteY21" fmla="*/ 546854 h 591083"/>
                <a:gd name="connsiteX22" fmla="*/ 127114 w 415746"/>
                <a:gd name="connsiteY22" fmla="*/ 580416 h 591083"/>
                <a:gd name="connsiteX23" fmla="*/ 199811 w 415746"/>
                <a:gd name="connsiteY23" fmla="*/ 591035 h 591083"/>
                <a:gd name="connsiteX24" fmla="*/ 311189 w 415746"/>
                <a:gd name="connsiteY24" fmla="*/ 567242 h 591083"/>
                <a:gd name="connsiteX25" fmla="*/ 387700 w 415746"/>
                <a:gd name="connsiteY25" fmla="*/ 497206 h 591083"/>
                <a:gd name="connsiteX26" fmla="*/ 415747 w 415746"/>
                <a:gd name="connsiteY26" fmla="*/ 384691 h 591083"/>
                <a:gd name="connsiteX27" fmla="*/ 415747 w 415746"/>
                <a:gd name="connsiteY27" fmla="*/ 8566 h 591083"/>
                <a:gd name="connsiteX28" fmla="*/ 331652 w 415746"/>
                <a:gd name="connsiteY28" fmla="*/ 8566 h 591083"/>
                <a:gd name="connsiteX29" fmla="*/ 317202 w 415746"/>
                <a:gd name="connsiteY29" fmla="*/ 271369 h 591083"/>
                <a:gd name="connsiteX30" fmla="*/ 273405 w 415746"/>
                <a:gd name="connsiteY30" fmla="*/ 317209 h 591083"/>
                <a:gd name="connsiteX31" fmla="*/ 145423 w 415746"/>
                <a:gd name="connsiteY31" fmla="*/ 317209 h 591083"/>
                <a:gd name="connsiteX32" fmla="*/ 101221 w 415746"/>
                <a:gd name="connsiteY32" fmla="*/ 271369 h 591083"/>
                <a:gd name="connsiteX33" fmla="*/ 85067 w 415746"/>
                <a:gd name="connsiteY33" fmla="*/ 204694 h 591083"/>
                <a:gd name="connsiteX34" fmla="*/ 101221 w 415746"/>
                <a:gd name="connsiteY34" fmla="*/ 137212 h 591083"/>
                <a:gd name="connsiteX35" fmla="*/ 145423 w 415746"/>
                <a:gd name="connsiteY35" fmla="*/ 91372 h 591083"/>
                <a:gd name="connsiteX36" fmla="*/ 273405 w 415746"/>
                <a:gd name="connsiteY36" fmla="*/ 91372 h 591083"/>
                <a:gd name="connsiteX37" fmla="*/ 317202 w 415746"/>
                <a:gd name="connsiteY37" fmla="*/ 137212 h 591083"/>
                <a:gd name="connsiteX38" fmla="*/ 333447 w 415746"/>
                <a:gd name="connsiteY38" fmla="*/ 204739 h 591083"/>
                <a:gd name="connsiteX39" fmla="*/ 317202 w 415746"/>
                <a:gd name="connsiteY39" fmla="*/ 271369 h 59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15746" h="591083">
                  <a:moveTo>
                    <a:pt x="331652" y="81022"/>
                  </a:moveTo>
                  <a:cubicBezTo>
                    <a:pt x="328735" y="75869"/>
                    <a:pt x="325594" y="70805"/>
                    <a:pt x="322273" y="65876"/>
                  </a:cubicBezTo>
                  <a:cubicBezTo>
                    <a:pt x="308896" y="45986"/>
                    <a:pt x="290978" y="29554"/>
                    <a:pt x="269994" y="17931"/>
                  </a:cubicBezTo>
                  <a:cubicBezTo>
                    <a:pt x="248724" y="5980"/>
                    <a:pt x="222786" y="7"/>
                    <a:pt x="192182" y="7"/>
                  </a:cubicBezTo>
                  <a:cubicBezTo>
                    <a:pt x="165966" y="-221"/>
                    <a:pt x="139993" y="4981"/>
                    <a:pt x="115895" y="15287"/>
                  </a:cubicBezTo>
                  <a:cubicBezTo>
                    <a:pt x="92749" y="25217"/>
                    <a:pt x="71914" y="39815"/>
                    <a:pt x="54686" y="58169"/>
                  </a:cubicBezTo>
                  <a:cubicBezTo>
                    <a:pt x="37140" y="76998"/>
                    <a:pt x="23423" y="99048"/>
                    <a:pt x="14299" y="123097"/>
                  </a:cubicBezTo>
                  <a:cubicBezTo>
                    <a:pt x="4499" y="149189"/>
                    <a:pt x="-339" y="176877"/>
                    <a:pt x="29" y="204739"/>
                  </a:cubicBezTo>
                  <a:cubicBezTo>
                    <a:pt x="-576" y="241289"/>
                    <a:pt x="8197" y="277387"/>
                    <a:pt x="25518" y="309591"/>
                  </a:cubicBezTo>
                  <a:cubicBezTo>
                    <a:pt x="41668" y="339546"/>
                    <a:pt x="65425" y="364733"/>
                    <a:pt x="94400" y="382630"/>
                  </a:cubicBezTo>
                  <a:cubicBezTo>
                    <a:pt x="123789" y="400647"/>
                    <a:pt x="157696" y="409972"/>
                    <a:pt x="192182" y="409515"/>
                  </a:cubicBezTo>
                  <a:cubicBezTo>
                    <a:pt x="222786" y="409515"/>
                    <a:pt x="248724" y="403421"/>
                    <a:pt x="269994" y="391233"/>
                  </a:cubicBezTo>
                  <a:cubicBezTo>
                    <a:pt x="290856" y="379444"/>
                    <a:pt x="308739" y="363044"/>
                    <a:pt x="322273" y="343288"/>
                  </a:cubicBezTo>
                  <a:cubicBezTo>
                    <a:pt x="325594" y="338448"/>
                    <a:pt x="328735" y="333474"/>
                    <a:pt x="331652" y="328366"/>
                  </a:cubicBezTo>
                  <a:lnTo>
                    <a:pt x="331652" y="389127"/>
                  </a:lnTo>
                  <a:cubicBezTo>
                    <a:pt x="331652" y="417446"/>
                    <a:pt x="325670" y="441074"/>
                    <a:pt x="313702" y="460015"/>
                  </a:cubicBezTo>
                  <a:cubicBezTo>
                    <a:pt x="302232" y="478476"/>
                    <a:pt x="285732" y="493290"/>
                    <a:pt x="266135" y="502717"/>
                  </a:cubicBezTo>
                  <a:cubicBezTo>
                    <a:pt x="245699" y="512450"/>
                    <a:pt x="223303" y="517383"/>
                    <a:pt x="200663" y="517146"/>
                  </a:cubicBezTo>
                  <a:cubicBezTo>
                    <a:pt x="174349" y="517522"/>
                    <a:pt x="148443" y="510622"/>
                    <a:pt x="125812" y="497206"/>
                  </a:cubicBezTo>
                  <a:cubicBezTo>
                    <a:pt x="103196" y="483364"/>
                    <a:pt x="84250" y="464294"/>
                    <a:pt x="70572" y="441598"/>
                  </a:cubicBezTo>
                  <a:lnTo>
                    <a:pt x="11876" y="488289"/>
                  </a:lnTo>
                  <a:cubicBezTo>
                    <a:pt x="24535" y="510944"/>
                    <a:pt x="41592" y="530857"/>
                    <a:pt x="62046" y="546854"/>
                  </a:cubicBezTo>
                  <a:cubicBezTo>
                    <a:pt x="81485" y="561941"/>
                    <a:pt x="103541" y="573318"/>
                    <a:pt x="127114" y="580416"/>
                  </a:cubicBezTo>
                  <a:cubicBezTo>
                    <a:pt x="150696" y="587482"/>
                    <a:pt x="175188" y="591062"/>
                    <a:pt x="199811" y="591035"/>
                  </a:cubicBezTo>
                  <a:cubicBezTo>
                    <a:pt x="238277" y="591788"/>
                    <a:pt x="276398" y="583647"/>
                    <a:pt x="311189" y="567242"/>
                  </a:cubicBezTo>
                  <a:cubicBezTo>
                    <a:pt x="342987" y="551846"/>
                    <a:pt x="369580" y="527501"/>
                    <a:pt x="387700" y="497206"/>
                  </a:cubicBezTo>
                  <a:cubicBezTo>
                    <a:pt x="406399" y="466346"/>
                    <a:pt x="415747" y="428841"/>
                    <a:pt x="415747" y="384691"/>
                  </a:cubicBezTo>
                  <a:lnTo>
                    <a:pt x="415747" y="8566"/>
                  </a:lnTo>
                  <a:lnTo>
                    <a:pt x="331652" y="8566"/>
                  </a:lnTo>
                  <a:close/>
                  <a:moveTo>
                    <a:pt x="317202" y="271369"/>
                  </a:moveTo>
                  <a:cubicBezTo>
                    <a:pt x="306980" y="290292"/>
                    <a:pt x="291853" y="306123"/>
                    <a:pt x="273405" y="317209"/>
                  </a:cubicBezTo>
                  <a:cubicBezTo>
                    <a:pt x="233601" y="339255"/>
                    <a:pt x="185226" y="339255"/>
                    <a:pt x="145423" y="317209"/>
                  </a:cubicBezTo>
                  <a:cubicBezTo>
                    <a:pt x="126773" y="306244"/>
                    <a:pt x="111489" y="290391"/>
                    <a:pt x="101221" y="271369"/>
                  </a:cubicBezTo>
                  <a:cubicBezTo>
                    <a:pt x="90218" y="250887"/>
                    <a:pt x="84654" y="227932"/>
                    <a:pt x="85067" y="204694"/>
                  </a:cubicBezTo>
                  <a:cubicBezTo>
                    <a:pt x="84591" y="181192"/>
                    <a:pt x="90155" y="157958"/>
                    <a:pt x="101221" y="137212"/>
                  </a:cubicBezTo>
                  <a:cubicBezTo>
                    <a:pt x="111489" y="118190"/>
                    <a:pt x="126773" y="102337"/>
                    <a:pt x="145423" y="91372"/>
                  </a:cubicBezTo>
                  <a:cubicBezTo>
                    <a:pt x="185213" y="69268"/>
                    <a:pt x="233615" y="69268"/>
                    <a:pt x="273405" y="91372"/>
                  </a:cubicBezTo>
                  <a:cubicBezTo>
                    <a:pt x="291853" y="102458"/>
                    <a:pt x="306980" y="118289"/>
                    <a:pt x="317202" y="137212"/>
                  </a:cubicBezTo>
                  <a:cubicBezTo>
                    <a:pt x="328291" y="157972"/>
                    <a:pt x="333882" y="181214"/>
                    <a:pt x="333447" y="204739"/>
                  </a:cubicBezTo>
                  <a:cubicBezTo>
                    <a:pt x="333801" y="227968"/>
                    <a:pt x="328210" y="250901"/>
                    <a:pt x="317202" y="271369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1" name="Forma libre 168">
              <a:extLst>
                <a:ext uri="{FF2B5EF4-FFF2-40B4-BE49-F238E27FC236}">
                  <a16:creationId xmlns:a16="http://schemas.microsoft.com/office/drawing/2014/main" id="{D010532F-6D07-9BCF-DFBC-459BA14E2EC2}"/>
                </a:ext>
              </a:extLst>
            </p:cNvPr>
            <p:cNvSpPr/>
            <p:nvPr/>
          </p:nvSpPr>
          <p:spPr>
            <a:xfrm>
              <a:off x="11591573" y="400808"/>
              <a:ext cx="53503" cy="104437"/>
            </a:xfrm>
            <a:custGeom>
              <a:avLst/>
              <a:gdLst>
                <a:gd name="connsiteX0" fmla="*/ 132200 w 225314"/>
                <a:gd name="connsiteY0" fmla="*/ 19551 h 439813"/>
                <a:gd name="connsiteX1" fmla="*/ 83287 w 225314"/>
                <a:gd name="connsiteY1" fmla="*/ 79192 h 439813"/>
                <a:gd name="connsiteX2" fmla="*/ 83287 w 225314"/>
                <a:gd name="connsiteY2" fmla="*/ 8483 h 439813"/>
                <a:gd name="connsiteX3" fmla="*/ 0 w 225314"/>
                <a:gd name="connsiteY3" fmla="*/ 8483 h 439813"/>
                <a:gd name="connsiteX4" fmla="*/ 0 w 225314"/>
                <a:gd name="connsiteY4" fmla="*/ 439813 h 439813"/>
                <a:gd name="connsiteX5" fmla="*/ 83287 w 225314"/>
                <a:gd name="connsiteY5" fmla="*/ 439813 h 439813"/>
                <a:gd name="connsiteX6" fmla="*/ 83287 w 225314"/>
                <a:gd name="connsiteY6" fmla="*/ 209720 h 439813"/>
                <a:gd name="connsiteX7" fmla="*/ 111379 w 225314"/>
                <a:gd name="connsiteY7" fmla="*/ 121402 h 439813"/>
                <a:gd name="connsiteX8" fmla="*/ 182774 w 225314"/>
                <a:gd name="connsiteY8" fmla="*/ 88153 h 439813"/>
                <a:gd name="connsiteX9" fmla="*/ 225315 w 225314"/>
                <a:gd name="connsiteY9" fmla="*/ 88153 h 439813"/>
                <a:gd name="connsiteX10" fmla="*/ 225315 w 225314"/>
                <a:gd name="connsiteY10" fmla="*/ 14 h 439813"/>
                <a:gd name="connsiteX11" fmla="*/ 200634 w 225314"/>
                <a:gd name="connsiteY11" fmla="*/ 14 h 439813"/>
                <a:gd name="connsiteX12" fmla="*/ 132200 w 225314"/>
                <a:gd name="connsiteY12" fmla="*/ 19551 h 439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5314" h="439813">
                  <a:moveTo>
                    <a:pt x="132200" y="19551"/>
                  </a:moveTo>
                  <a:cubicBezTo>
                    <a:pt x="112065" y="32425"/>
                    <a:pt x="95762" y="52306"/>
                    <a:pt x="83287" y="79192"/>
                  </a:cubicBezTo>
                  <a:lnTo>
                    <a:pt x="83287" y="8483"/>
                  </a:lnTo>
                  <a:lnTo>
                    <a:pt x="0" y="8483"/>
                  </a:lnTo>
                  <a:lnTo>
                    <a:pt x="0" y="439813"/>
                  </a:lnTo>
                  <a:lnTo>
                    <a:pt x="83287" y="439813"/>
                  </a:lnTo>
                  <a:lnTo>
                    <a:pt x="83287" y="209720"/>
                  </a:lnTo>
                  <a:cubicBezTo>
                    <a:pt x="83287" y="172945"/>
                    <a:pt x="92652" y="143506"/>
                    <a:pt x="111379" y="121402"/>
                  </a:cubicBezTo>
                  <a:cubicBezTo>
                    <a:pt x="128749" y="99893"/>
                    <a:pt x="155109" y="87616"/>
                    <a:pt x="182774" y="88153"/>
                  </a:cubicBezTo>
                  <a:lnTo>
                    <a:pt x="225315" y="88153"/>
                  </a:lnTo>
                  <a:lnTo>
                    <a:pt x="225315" y="14"/>
                  </a:lnTo>
                  <a:lnTo>
                    <a:pt x="200634" y="14"/>
                  </a:lnTo>
                  <a:cubicBezTo>
                    <a:pt x="176393" y="-357"/>
                    <a:pt x="152582" y="6440"/>
                    <a:pt x="132200" y="19551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2" name="Forma libre 169">
              <a:extLst>
                <a:ext uri="{FF2B5EF4-FFF2-40B4-BE49-F238E27FC236}">
                  <a16:creationId xmlns:a16="http://schemas.microsoft.com/office/drawing/2014/main" id="{2D9C6850-A20C-1144-AFA9-D77C64CE454F}"/>
                </a:ext>
              </a:extLst>
            </p:cNvPr>
            <p:cNvSpPr/>
            <p:nvPr/>
          </p:nvSpPr>
          <p:spPr>
            <a:xfrm>
              <a:off x="11656200" y="402823"/>
              <a:ext cx="19788" cy="102412"/>
            </a:xfrm>
            <a:custGeom>
              <a:avLst/>
              <a:gdLst>
                <a:gd name="connsiteX0" fmla="*/ 0 w 83331"/>
                <a:gd name="connsiteY0" fmla="*/ 0 h 431284"/>
                <a:gd name="connsiteX1" fmla="*/ 83332 w 83331"/>
                <a:gd name="connsiteY1" fmla="*/ 0 h 431284"/>
                <a:gd name="connsiteX2" fmla="*/ 83332 w 83331"/>
                <a:gd name="connsiteY2" fmla="*/ 431285 h 431284"/>
                <a:gd name="connsiteX3" fmla="*/ 0 w 83331"/>
                <a:gd name="connsiteY3" fmla="*/ 431285 h 43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331" h="431284">
                  <a:moveTo>
                    <a:pt x="0" y="0"/>
                  </a:moveTo>
                  <a:lnTo>
                    <a:pt x="83332" y="0"/>
                  </a:lnTo>
                  <a:lnTo>
                    <a:pt x="83332" y="431285"/>
                  </a:lnTo>
                  <a:lnTo>
                    <a:pt x="0" y="431285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3" name="Forma libre 170">
              <a:extLst>
                <a:ext uri="{FF2B5EF4-FFF2-40B4-BE49-F238E27FC236}">
                  <a16:creationId xmlns:a16="http://schemas.microsoft.com/office/drawing/2014/main" id="{7FC7A931-9177-5317-FFAE-E82C48FAC846}"/>
                </a:ext>
              </a:extLst>
            </p:cNvPr>
            <p:cNvSpPr/>
            <p:nvPr/>
          </p:nvSpPr>
          <p:spPr>
            <a:xfrm>
              <a:off x="11652553" y="359481"/>
              <a:ext cx="27284" cy="26014"/>
            </a:xfrm>
            <a:custGeom>
              <a:avLst/>
              <a:gdLst>
                <a:gd name="connsiteX0" fmla="*/ 97841 w 114900"/>
                <a:gd name="connsiteY0" fmla="*/ 14850 h 109551"/>
                <a:gd name="connsiteX1" fmla="*/ 57005 w 114900"/>
                <a:gd name="connsiteY1" fmla="*/ 19 h 109551"/>
                <a:gd name="connsiteX2" fmla="*/ 16618 w 114900"/>
                <a:gd name="connsiteY2" fmla="*/ 14850 h 109551"/>
                <a:gd name="connsiteX3" fmla="*/ 59 w 114900"/>
                <a:gd name="connsiteY3" fmla="*/ 55178 h 109551"/>
                <a:gd name="connsiteX4" fmla="*/ 16618 w 114900"/>
                <a:gd name="connsiteY4" fmla="*/ 94655 h 109551"/>
                <a:gd name="connsiteX5" fmla="*/ 57005 w 114900"/>
                <a:gd name="connsiteY5" fmla="*/ 109531 h 109551"/>
                <a:gd name="connsiteX6" fmla="*/ 97841 w 114900"/>
                <a:gd name="connsiteY6" fmla="*/ 94655 h 109551"/>
                <a:gd name="connsiteX7" fmla="*/ 114848 w 114900"/>
                <a:gd name="connsiteY7" fmla="*/ 55178 h 109551"/>
                <a:gd name="connsiteX8" fmla="*/ 97841 w 114900"/>
                <a:gd name="connsiteY8" fmla="*/ 14850 h 10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900" h="109551">
                  <a:moveTo>
                    <a:pt x="97841" y="14850"/>
                  </a:moveTo>
                  <a:cubicBezTo>
                    <a:pt x="86564" y="4984"/>
                    <a:pt x="71998" y="-308"/>
                    <a:pt x="57005" y="19"/>
                  </a:cubicBezTo>
                  <a:cubicBezTo>
                    <a:pt x="42143" y="-358"/>
                    <a:pt x="27697" y="4948"/>
                    <a:pt x="16618" y="14850"/>
                  </a:cubicBezTo>
                  <a:cubicBezTo>
                    <a:pt x="5390" y="25183"/>
                    <a:pt x="-672" y="39952"/>
                    <a:pt x="59" y="55178"/>
                  </a:cubicBezTo>
                  <a:cubicBezTo>
                    <a:pt x="-560" y="70140"/>
                    <a:pt x="5507" y="84600"/>
                    <a:pt x="16618" y="94655"/>
                  </a:cubicBezTo>
                  <a:cubicBezTo>
                    <a:pt x="27675" y="104598"/>
                    <a:pt x="42129" y="109921"/>
                    <a:pt x="57005" y="109531"/>
                  </a:cubicBezTo>
                  <a:cubicBezTo>
                    <a:pt x="72007" y="109868"/>
                    <a:pt x="86582" y="104558"/>
                    <a:pt x="97841" y="94655"/>
                  </a:cubicBezTo>
                  <a:cubicBezTo>
                    <a:pt x="109181" y="84730"/>
                    <a:pt x="115432" y="70225"/>
                    <a:pt x="114848" y="55178"/>
                  </a:cubicBezTo>
                  <a:cubicBezTo>
                    <a:pt x="115544" y="39867"/>
                    <a:pt x="109297" y="25053"/>
                    <a:pt x="97841" y="14850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4" name="Forma libre 171">
              <a:extLst>
                <a:ext uri="{FF2B5EF4-FFF2-40B4-BE49-F238E27FC236}">
                  <a16:creationId xmlns:a16="http://schemas.microsoft.com/office/drawing/2014/main" id="{C0CEECBA-1626-3297-0334-AD0424541FB5}"/>
                </a:ext>
              </a:extLst>
            </p:cNvPr>
            <p:cNvSpPr/>
            <p:nvPr/>
          </p:nvSpPr>
          <p:spPr>
            <a:xfrm>
              <a:off x="11690901" y="364114"/>
              <a:ext cx="101331" cy="143125"/>
            </a:xfrm>
            <a:custGeom>
              <a:avLst/>
              <a:gdLst>
                <a:gd name="connsiteX0" fmla="*/ 343402 w 426734"/>
                <a:gd name="connsiteY0" fmla="*/ 0 h 602739"/>
                <a:gd name="connsiteX1" fmla="*/ 343402 w 426734"/>
                <a:gd name="connsiteY1" fmla="*/ 240354 h 602739"/>
                <a:gd name="connsiteX2" fmla="*/ 335370 w 426734"/>
                <a:gd name="connsiteY2" fmla="*/ 227136 h 602739"/>
                <a:gd name="connsiteX3" fmla="*/ 279680 w 426734"/>
                <a:gd name="connsiteY3" fmla="*/ 174486 h 602739"/>
                <a:gd name="connsiteX4" fmla="*/ 198009 w 426734"/>
                <a:gd name="connsiteY4" fmla="*/ 154546 h 602739"/>
                <a:gd name="connsiteX5" fmla="*/ 119389 w 426734"/>
                <a:gd name="connsiteY5" fmla="*/ 170677 h 602739"/>
                <a:gd name="connsiteX6" fmla="*/ 56564 w 426734"/>
                <a:gd name="connsiteY6" fmla="*/ 216919 h 602739"/>
                <a:gd name="connsiteX7" fmla="*/ 14876 w 426734"/>
                <a:gd name="connsiteY7" fmla="*/ 287852 h 602739"/>
                <a:gd name="connsiteX8" fmla="*/ 23 w 426734"/>
                <a:gd name="connsiteY8" fmla="*/ 378679 h 602739"/>
                <a:gd name="connsiteX9" fmla="*/ 25960 w 426734"/>
                <a:gd name="connsiteY9" fmla="*/ 495451 h 602739"/>
                <a:gd name="connsiteX10" fmla="*/ 96862 w 426734"/>
                <a:gd name="connsiteY10" fmla="*/ 574270 h 602739"/>
                <a:gd name="connsiteX11" fmla="*/ 198009 w 426734"/>
                <a:gd name="connsiteY11" fmla="*/ 602723 h 602739"/>
                <a:gd name="connsiteX12" fmla="*/ 280084 w 426734"/>
                <a:gd name="connsiteY12" fmla="*/ 582783 h 602739"/>
                <a:gd name="connsiteX13" fmla="*/ 335773 w 426734"/>
                <a:gd name="connsiteY13" fmla="*/ 530133 h 602739"/>
                <a:gd name="connsiteX14" fmla="*/ 343402 w 426734"/>
                <a:gd name="connsiteY14" fmla="*/ 517407 h 602739"/>
                <a:gd name="connsiteX15" fmla="*/ 343402 w 426734"/>
                <a:gd name="connsiteY15" fmla="*/ 594254 h 602739"/>
                <a:gd name="connsiteX16" fmla="*/ 426734 w 426734"/>
                <a:gd name="connsiteY16" fmla="*/ 594254 h 602739"/>
                <a:gd name="connsiteX17" fmla="*/ 426734 w 426734"/>
                <a:gd name="connsiteY17" fmla="*/ 0 h 602739"/>
                <a:gd name="connsiteX18" fmla="*/ 308983 w 426734"/>
                <a:gd name="connsiteY18" fmla="*/ 488416 h 602739"/>
                <a:gd name="connsiteX19" fmla="*/ 267340 w 426734"/>
                <a:gd name="connsiteY19" fmla="*/ 518124 h 602739"/>
                <a:gd name="connsiteX20" fmla="*/ 215061 w 426734"/>
                <a:gd name="connsiteY20" fmla="*/ 528341 h 602739"/>
                <a:gd name="connsiteX21" fmla="*/ 120824 w 426734"/>
                <a:gd name="connsiteY21" fmla="*/ 488864 h 602739"/>
                <a:gd name="connsiteX22" fmla="*/ 84028 w 426734"/>
                <a:gd name="connsiteY22" fmla="*/ 378679 h 602739"/>
                <a:gd name="connsiteX23" fmla="*/ 93765 w 426734"/>
                <a:gd name="connsiteY23" fmla="*/ 315947 h 602739"/>
                <a:gd name="connsiteX24" fmla="*/ 121004 w 426734"/>
                <a:gd name="connsiteY24" fmla="*/ 269256 h 602739"/>
                <a:gd name="connsiteX25" fmla="*/ 162244 w 426734"/>
                <a:gd name="connsiteY25" fmla="*/ 239951 h 602739"/>
                <a:gd name="connsiteX26" fmla="*/ 214972 w 426734"/>
                <a:gd name="connsiteY26" fmla="*/ 230183 h 602739"/>
                <a:gd name="connsiteX27" fmla="*/ 308490 w 426734"/>
                <a:gd name="connsiteY27" fmla="*/ 269256 h 602739"/>
                <a:gd name="connsiteX28" fmla="*/ 345063 w 426734"/>
                <a:gd name="connsiteY28" fmla="*/ 378769 h 602739"/>
                <a:gd name="connsiteX29" fmla="*/ 335684 w 426734"/>
                <a:gd name="connsiteY29" fmla="*/ 441188 h 602739"/>
                <a:gd name="connsiteX30" fmla="*/ 308983 w 426734"/>
                <a:gd name="connsiteY30" fmla="*/ 488192 h 60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26734" h="602739">
                  <a:moveTo>
                    <a:pt x="343402" y="0"/>
                  </a:moveTo>
                  <a:lnTo>
                    <a:pt x="343402" y="240354"/>
                  </a:lnTo>
                  <a:cubicBezTo>
                    <a:pt x="340889" y="235874"/>
                    <a:pt x="338197" y="231393"/>
                    <a:pt x="335370" y="227136"/>
                  </a:cubicBezTo>
                  <a:cubicBezTo>
                    <a:pt x="321099" y="205551"/>
                    <a:pt x="302028" y="187534"/>
                    <a:pt x="279680" y="174486"/>
                  </a:cubicBezTo>
                  <a:cubicBezTo>
                    <a:pt x="256974" y="161222"/>
                    <a:pt x="229735" y="154577"/>
                    <a:pt x="198009" y="154546"/>
                  </a:cubicBezTo>
                  <a:cubicBezTo>
                    <a:pt x="170949" y="154281"/>
                    <a:pt x="144159" y="159779"/>
                    <a:pt x="119389" y="170677"/>
                  </a:cubicBezTo>
                  <a:cubicBezTo>
                    <a:pt x="95381" y="181413"/>
                    <a:pt x="73931" y="197186"/>
                    <a:pt x="56564" y="216919"/>
                  </a:cubicBezTo>
                  <a:cubicBezTo>
                    <a:pt x="38300" y="237711"/>
                    <a:pt x="24165" y="261782"/>
                    <a:pt x="14876" y="287852"/>
                  </a:cubicBezTo>
                  <a:cubicBezTo>
                    <a:pt x="4644" y="317022"/>
                    <a:pt x="-381" y="347770"/>
                    <a:pt x="23" y="378679"/>
                  </a:cubicBezTo>
                  <a:cubicBezTo>
                    <a:pt x="23" y="422829"/>
                    <a:pt x="8683" y="461755"/>
                    <a:pt x="25960" y="495451"/>
                  </a:cubicBezTo>
                  <a:cubicBezTo>
                    <a:pt x="41935" y="527691"/>
                    <a:pt x="66482" y="554948"/>
                    <a:pt x="96862" y="574270"/>
                  </a:cubicBezTo>
                  <a:cubicBezTo>
                    <a:pt x="127107" y="593318"/>
                    <a:pt x="162244" y="603198"/>
                    <a:pt x="198009" y="602723"/>
                  </a:cubicBezTo>
                  <a:cubicBezTo>
                    <a:pt x="229780" y="602723"/>
                    <a:pt x="257153" y="596078"/>
                    <a:pt x="280084" y="582783"/>
                  </a:cubicBezTo>
                  <a:cubicBezTo>
                    <a:pt x="302611" y="569937"/>
                    <a:pt x="321683" y="551879"/>
                    <a:pt x="335773" y="530133"/>
                  </a:cubicBezTo>
                  <a:cubicBezTo>
                    <a:pt x="338466" y="526011"/>
                    <a:pt x="340979" y="521754"/>
                    <a:pt x="343402" y="517407"/>
                  </a:cubicBezTo>
                  <a:lnTo>
                    <a:pt x="343402" y="594254"/>
                  </a:lnTo>
                  <a:lnTo>
                    <a:pt x="426734" y="594254"/>
                  </a:lnTo>
                  <a:lnTo>
                    <a:pt x="426734" y="0"/>
                  </a:lnTo>
                  <a:close/>
                  <a:moveTo>
                    <a:pt x="308983" y="488416"/>
                  </a:moveTo>
                  <a:cubicBezTo>
                    <a:pt x="297540" y="501339"/>
                    <a:pt x="283315" y="511497"/>
                    <a:pt x="267340" y="518124"/>
                  </a:cubicBezTo>
                  <a:cubicBezTo>
                    <a:pt x="250781" y="525011"/>
                    <a:pt x="233011" y="528489"/>
                    <a:pt x="215061" y="528341"/>
                  </a:cubicBezTo>
                  <a:cubicBezTo>
                    <a:pt x="176469" y="528341"/>
                    <a:pt x="145057" y="515180"/>
                    <a:pt x="120824" y="488864"/>
                  </a:cubicBezTo>
                  <a:cubicBezTo>
                    <a:pt x="96593" y="462548"/>
                    <a:pt x="84342" y="425818"/>
                    <a:pt x="84028" y="378679"/>
                  </a:cubicBezTo>
                  <a:cubicBezTo>
                    <a:pt x="83624" y="357364"/>
                    <a:pt x="86944" y="336147"/>
                    <a:pt x="93765" y="315947"/>
                  </a:cubicBezTo>
                  <a:cubicBezTo>
                    <a:pt x="99734" y="298772"/>
                    <a:pt x="108978" y="282914"/>
                    <a:pt x="121004" y="269256"/>
                  </a:cubicBezTo>
                  <a:cubicBezTo>
                    <a:pt x="132313" y="256445"/>
                    <a:pt x="146403" y="246417"/>
                    <a:pt x="162244" y="239951"/>
                  </a:cubicBezTo>
                  <a:cubicBezTo>
                    <a:pt x="179027" y="233275"/>
                    <a:pt x="196932" y="229954"/>
                    <a:pt x="214972" y="230183"/>
                  </a:cubicBezTo>
                  <a:cubicBezTo>
                    <a:pt x="252935" y="230183"/>
                    <a:pt x="284123" y="243209"/>
                    <a:pt x="308490" y="269256"/>
                  </a:cubicBezTo>
                  <a:cubicBezTo>
                    <a:pt x="332856" y="295304"/>
                    <a:pt x="345063" y="331809"/>
                    <a:pt x="345063" y="378769"/>
                  </a:cubicBezTo>
                  <a:cubicBezTo>
                    <a:pt x="345377" y="399946"/>
                    <a:pt x="342191" y="421033"/>
                    <a:pt x="335684" y="441188"/>
                  </a:cubicBezTo>
                  <a:cubicBezTo>
                    <a:pt x="330074" y="458497"/>
                    <a:pt x="320965" y="474489"/>
                    <a:pt x="308983" y="488192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5" name="Forma libre 172">
              <a:extLst>
                <a:ext uri="{FF2B5EF4-FFF2-40B4-BE49-F238E27FC236}">
                  <a16:creationId xmlns:a16="http://schemas.microsoft.com/office/drawing/2014/main" id="{BAAE6168-2EDC-0554-6E85-21F1FE73F996}"/>
                </a:ext>
              </a:extLst>
            </p:cNvPr>
            <p:cNvSpPr/>
            <p:nvPr/>
          </p:nvSpPr>
          <p:spPr>
            <a:xfrm>
              <a:off x="10866114" y="301762"/>
              <a:ext cx="134370" cy="215067"/>
            </a:xfrm>
            <a:custGeom>
              <a:avLst/>
              <a:gdLst>
                <a:gd name="connsiteX0" fmla="*/ 0 w 565867"/>
                <a:gd name="connsiteY0" fmla="*/ 645695 h 905704"/>
                <a:gd name="connsiteX1" fmla="*/ 75165 w 565867"/>
                <a:gd name="connsiteY1" fmla="*/ 828336 h 905704"/>
                <a:gd name="connsiteX2" fmla="*/ 374837 w 565867"/>
                <a:gd name="connsiteY2" fmla="*/ 877357 h 905704"/>
                <a:gd name="connsiteX3" fmla="*/ 464900 w 565867"/>
                <a:gd name="connsiteY3" fmla="*/ 0 h 905704"/>
                <a:gd name="connsiteX4" fmla="*/ 0 w 565867"/>
                <a:gd name="connsiteY4" fmla="*/ 645695 h 90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867" h="905704">
                  <a:moveTo>
                    <a:pt x="0" y="645695"/>
                  </a:moveTo>
                  <a:cubicBezTo>
                    <a:pt x="-58" y="714091"/>
                    <a:pt x="26961" y="779741"/>
                    <a:pt x="75165" y="828336"/>
                  </a:cubicBezTo>
                  <a:cubicBezTo>
                    <a:pt x="168145" y="921180"/>
                    <a:pt x="294377" y="921000"/>
                    <a:pt x="374837" y="877357"/>
                  </a:cubicBezTo>
                  <a:cubicBezTo>
                    <a:pt x="473561" y="823989"/>
                    <a:pt x="694927" y="663932"/>
                    <a:pt x="464900" y="0"/>
                  </a:cubicBezTo>
                  <a:cubicBezTo>
                    <a:pt x="464810" y="313393"/>
                    <a:pt x="0" y="345252"/>
                    <a:pt x="0" y="64569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6" name="Forma libre 173">
              <a:extLst>
                <a:ext uri="{FF2B5EF4-FFF2-40B4-BE49-F238E27FC236}">
                  <a16:creationId xmlns:a16="http://schemas.microsoft.com/office/drawing/2014/main" id="{7F68BA30-4127-BA8F-F195-633B3125BD9C}"/>
                </a:ext>
              </a:extLst>
            </p:cNvPr>
            <p:cNvSpPr/>
            <p:nvPr/>
          </p:nvSpPr>
          <p:spPr>
            <a:xfrm>
              <a:off x="10787879" y="301762"/>
              <a:ext cx="128488" cy="215058"/>
            </a:xfrm>
            <a:custGeom>
              <a:avLst/>
              <a:gdLst>
                <a:gd name="connsiteX0" fmla="*/ 541097 w 541096"/>
                <a:gd name="connsiteY0" fmla="*/ 274364 h 905666"/>
                <a:gd name="connsiteX1" fmla="*/ 464810 w 541096"/>
                <a:gd name="connsiteY1" fmla="*/ 0 h 905666"/>
                <a:gd name="connsiteX2" fmla="*/ 0 w 541096"/>
                <a:gd name="connsiteY2" fmla="*/ 645695 h 905666"/>
                <a:gd name="connsiteX3" fmla="*/ 75075 w 541096"/>
                <a:gd name="connsiteY3" fmla="*/ 828336 h 905666"/>
                <a:gd name="connsiteX4" fmla="*/ 374792 w 541096"/>
                <a:gd name="connsiteY4" fmla="*/ 877357 h 905666"/>
                <a:gd name="connsiteX5" fmla="*/ 541097 w 541096"/>
                <a:gd name="connsiteY5" fmla="*/ 274364 h 90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096" h="905666">
                  <a:moveTo>
                    <a:pt x="541097" y="274364"/>
                  </a:moveTo>
                  <a:cubicBezTo>
                    <a:pt x="525840" y="192230"/>
                    <a:pt x="501383" y="108124"/>
                    <a:pt x="464810" y="0"/>
                  </a:cubicBezTo>
                  <a:cubicBezTo>
                    <a:pt x="464810" y="313393"/>
                    <a:pt x="0" y="345252"/>
                    <a:pt x="0" y="645695"/>
                  </a:cubicBezTo>
                  <a:cubicBezTo>
                    <a:pt x="-81" y="714082"/>
                    <a:pt x="26902" y="779727"/>
                    <a:pt x="75075" y="828336"/>
                  </a:cubicBezTo>
                  <a:cubicBezTo>
                    <a:pt x="168055" y="921180"/>
                    <a:pt x="295274" y="920911"/>
                    <a:pt x="374792" y="877357"/>
                  </a:cubicBezTo>
                  <a:cubicBezTo>
                    <a:pt x="189640" y="680601"/>
                    <a:pt x="254977" y="452838"/>
                    <a:pt x="541097" y="274364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7" name="Forma libre 174">
              <a:extLst>
                <a:ext uri="{FF2B5EF4-FFF2-40B4-BE49-F238E27FC236}">
                  <a16:creationId xmlns:a16="http://schemas.microsoft.com/office/drawing/2014/main" id="{253DE9F6-3CD4-E6DE-5564-AAB39A9FDC59}"/>
                </a:ext>
              </a:extLst>
            </p:cNvPr>
            <p:cNvSpPr/>
            <p:nvPr/>
          </p:nvSpPr>
          <p:spPr>
            <a:xfrm>
              <a:off x="10709665" y="301762"/>
              <a:ext cx="128477" cy="265750"/>
            </a:xfrm>
            <a:custGeom>
              <a:avLst/>
              <a:gdLst>
                <a:gd name="connsiteX0" fmla="*/ 541052 w 541051"/>
                <a:gd name="connsiteY0" fmla="*/ 274364 h 1119144"/>
                <a:gd name="connsiteX1" fmla="*/ 464765 w 541051"/>
                <a:gd name="connsiteY1" fmla="*/ 0 h 1119144"/>
                <a:gd name="connsiteX2" fmla="*/ 0 w 541051"/>
                <a:gd name="connsiteY2" fmla="*/ 645695 h 1119144"/>
                <a:gd name="connsiteX3" fmla="*/ 124975 w 541051"/>
                <a:gd name="connsiteY3" fmla="*/ 867633 h 1119144"/>
                <a:gd name="connsiteX4" fmla="*/ 112949 w 541051"/>
                <a:gd name="connsiteY4" fmla="*/ 1119145 h 1119144"/>
                <a:gd name="connsiteX5" fmla="*/ 172587 w 541051"/>
                <a:gd name="connsiteY5" fmla="*/ 1109242 h 1119144"/>
                <a:gd name="connsiteX6" fmla="*/ 163164 w 541051"/>
                <a:gd name="connsiteY6" fmla="*/ 886901 h 1119144"/>
                <a:gd name="connsiteX7" fmla="*/ 374567 w 541051"/>
                <a:gd name="connsiteY7" fmla="*/ 877446 h 1119144"/>
                <a:gd name="connsiteX8" fmla="*/ 541052 w 541051"/>
                <a:gd name="connsiteY8" fmla="*/ 274364 h 111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1051" h="1119144">
                  <a:moveTo>
                    <a:pt x="541052" y="274364"/>
                  </a:moveTo>
                  <a:cubicBezTo>
                    <a:pt x="525795" y="192230"/>
                    <a:pt x="501293" y="108124"/>
                    <a:pt x="464765" y="0"/>
                  </a:cubicBezTo>
                  <a:cubicBezTo>
                    <a:pt x="464765" y="313393"/>
                    <a:pt x="0" y="345252"/>
                    <a:pt x="0" y="645695"/>
                  </a:cubicBezTo>
                  <a:cubicBezTo>
                    <a:pt x="0" y="799793"/>
                    <a:pt x="124975" y="867633"/>
                    <a:pt x="124975" y="867633"/>
                  </a:cubicBezTo>
                  <a:cubicBezTo>
                    <a:pt x="105536" y="950023"/>
                    <a:pt x="101457" y="1035281"/>
                    <a:pt x="112949" y="1119145"/>
                  </a:cubicBezTo>
                  <a:lnTo>
                    <a:pt x="172587" y="1109242"/>
                  </a:lnTo>
                  <a:cubicBezTo>
                    <a:pt x="143464" y="1007974"/>
                    <a:pt x="161324" y="897700"/>
                    <a:pt x="163164" y="886901"/>
                  </a:cubicBezTo>
                  <a:cubicBezTo>
                    <a:pt x="239450" y="917416"/>
                    <a:pt x="318160" y="908364"/>
                    <a:pt x="374567" y="877446"/>
                  </a:cubicBezTo>
                  <a:cubicBezTo>
                    <a:pt x="189505" y="680601"/>
                    <a:pt x="254842" y="452883"/>
                    <a:pt x="541052" y="274364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8" name="Forma libre 176">
              <a:extLst>
                <a:ext uri="{FF2B5EF4-FFF2-40B4-BE49-F238E27FC236}">
                  <a16:creationId xmlns:a16="http://schemas.microsoft.com/office/drawing/2014/main" id="{75488488-D7B3-D14C-97D0-1497D6092A63}"/>
                </a:ext>
              </a:extLst>
            </p:cNvPr>
            <p:cNvSpPr/>
            <p:nvPr/>
          </p:nvSpPr>
          <p:spPr>
            <a:xfrm>
              <a:off x="11053102" y="570151"/>
              <a:ext cx="55069" cy="59585"/>
            </a:xfrm>
            <a:custGeom>
              <a:avLst/>
              <a:gdLst>
                <a:gd name="connsiteX0" fmla="*/ 62600 w 231911"/>
                <a:gd name="connsiteY0" fmla="*/ 176367 h 250929"/>
                <a:gd name="connsiteX1" fmla="*/ 168593 w 231911"/>
                <a:gd name="connsiteY1" fmla="*/ 176367 h 250929"/>
                <a:gd name="connsiteX2" fmla="*/ 197448 w 231911"/>
                <a:gd name="connsiteY2" fmla="*/ 250929 h 250929"/>
                <a:gd name="connsiteX3" fmla="*/ 231911 w 231911"/>
                <a:gd name="connsiteY3" fmla="*/ 250929 h 250929"/>
                <a:gd name="connsiteX4" fmla="*/ 131393 w 231911"/>
                <a:gd name="connsiteY4" fmla="*/ 0 h 250929"/>
                <a:gd name="connsiteX5" fmla="*/ 100519 w 231911"/>
                <a:gd name="connsiteY5" fmla="*/ 0 h 250929"/>
                <a:gd name="connsiteX6" fmla="*/ 0 w 231911"/>
                <a:gd name="connsiteY6" fmla="*/ 250929 h 250929"/>
                <a:gd name="connsiteX7" fmla="*/ 33746 w 231911"/>
                <a:gd name="connsiteY7" fmla="*/ 250929 h 250929"/>
                <a:gd name="connsiteX8" fmla="*/ 105186 w 231911"/>
                <a:gd name="connsiteY8" fmla="*/ 66317 h 250929"/>
                <a:gd name="connsiteX9" fmla="*/ 115597 w 231911"/>
                <a:gd name="connsiteY9" fmla="*/ 39790 h 250929"/>
                <a:gd name="connsiteX10" fmla="*/ 126008 w 231911"/>
                <a:gd name="connsiteY10" fmla="*/ 66317 h 250929"/>
                <a:gd name="connsiteX11" fmla="*/ 157420 w 231911"/>
                <a:gd name="connsiteY11" fmla="*/ 148048 h 250929"/>
                <a:gd name="connsiteX12" fmla="*/ 73549 w 231911"/>
                <a:gd name="connsiteY12" fmla="*/ 148048 h 2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1911" h="250929">
                  <a:moveTo>
                    <a:pt x="62600" y="176367"/>
                  </a:moveTo>
                  <a:lnTo>
                    <a:pt x="168593" y="176367"/>
                  </a:lnTo>
                  <a:lnTo>
                    <a:pt x="197448" y="250929"/>
                  </a:lnTo>
                  <a:lnTo>
                    <a:pt x="231911" y="250929"/>
                  </a:lnTo>
                  <a:lnTo>
                    <a:pt x="131393" y="0"/>
                  </a:lnTo>
                  <a:lnTo>
                    <a:pt x="100519" y="0"/>
                  </a:lnTo>
                  <a:lnTo>
                    <a:pt x="0" y="250929"/>
                  </a:lnTo>
                  <a:lnTo>
                    <a:pt x="33746" y="250929"/>
                  </a:lnTo>
                  <a:close/>
                  <a:moveTo>
                    <a:pt x="105186" y="66317"/>
                  </a:moveTo>
                  <a:cubicBezTo>
                    <a:pt x="107789" y="59596"/>
                    <a:pt x="111289" y="50768"/>
                    <a:pt x="115597" y="39790"/>
                  </a:cubicBezTo>
                  <a:lnTo>
                    <a:pt x="126008" y="66317"/>
                  </a:lnTo>
                  <a:lnTo>
                    <a:pt x="157420" y="148048"/>
                  </a:lnTo>
                  <a:lnTo>
                    <a:pt x="73549" y="148048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29" name="Forma libre 177">
              <a:extLst>
                <a:ext uri="{FF2B5EF4-FFF2-40B4-BE49-F238E27FC236}">
                  <a16:creationId xmlns:a16="http://schemas.microsoft.com/office/drawing/2014/main" id="{97F8AE7F-7824-9AFD-6E70-9214F5F5B4AB}"/>
                </a:ext>
              </a:extLst>
            </p:cNvPr>
            <p:cNvSpPr/>
            <p:nvPr/>
          </p:nvSpPr>
          <p:spPr>
            <a:xfrm>
              <a:off x="11132978" y="586021"/>
              <a:ext cx="60316" cy="43715"/>
            </a:xfrm>
            <a:custGeom>
              <a:avLst/>
              <a:gdLst>
                <a:gd name="connsiteX0" fmla="*/ 212301 w 254008"/>
                <a:gd name="connsiteY0" fmla="*/ 39454 h 184096"/>
                <a:gd name="connsiteX1" fmla="*/ 223116 w 254008"/>
                <a:gd name="connsiteY1" fmla="*/ 73688 h 184096"/>
                <a:gd name="connsiteX2" fmla="*/ 223116 w 254008"/>
                <a:gd name="connsiteY2" fmla="*/ 184097 h 184096"/>
                <a:gd name="connsiteX3" fmla="*/ 253990 w 254008"/>
                <a:gd name="connsiteY3" fmla="*/ 184097 h 184096"/>
                <a:gd name="connsiteX4" fmla="*/ 253990 w 254008"/>
                <a:gd name="connsiteY4" fmla="*/ 68311 h 184096"/>
                <a:gd name="connsiteX5" fmla="*/ 245733 w 254008"/>
                <a:gd name="connsiteY5" fmla="*/ 32464 h 184096"/>
                <a:gd name="connsiteX6" fmla="*/ 223296 w 254008"/>
                <a:gd name="connsiteY6" fmla="*/ 8625 h 184096"/>
                <a:gd name="connsiteX7" fmla="*/ 190223 w 254008"/>
                <a:gd name="connsiteY7" fmla="*/ 22 h 184096"/>
                <a:gd name="connsiteX8" fmla="*/ 154907 w 254008"/>
                <a:gd name="connsiteY8" fmla="*/ 10418 h 184096"/>
                <a:gd name="connsiteX9" fmla="*/ 135521 w 254008"/>
                <a:gd name="connsiteY9" fmla="*/ 34256 h 184096"/>
                <a:gd name="connsiteX10" fmla="*/ 80774 w 254008"/>
                <a:gd name="connsiteY10" fmla="*/ 22 h 184096"/>
                <a:gd name="connsiteX11" fmla="*/ 48779 w 254008"/>
                <a:gd name="connsiteY11" fmla="*/ 8984 h 184096"/>
                <a:gd name="connsiteX12" fmla="*/ 30829 w 254008"/>
                <a:gd name="connsiteY12" fmla="*/ 29282 h 184096"/>
                <a:gd name="connsiteX13" fmla="*/ 30829 w 254008"/>
                <a:gd name="connsiteY13" fmla="*/ 3069 h 184096"/>
                <a:gd name="connsiteX14" fmla="*/ 0 w 254008"/>
                <a:gd name="connsiteY14" fmla="*/ 3069 h 184096"/>
                <a:gd name="connsiteX15" fmla="*/ 0 w 254008"/>
                <a:gd name="connsiteY15" fmla="*/ 184097 h 184096"/>
                <a:gd name="connsiteX16" fmla="*/ 30829 w 254008"/>
                <a:gd name="connsiteY16" fmla="*/ 184097 h 184096"/>
                <a:gd name="connsiteX17" fmla="*/ 30829 w 254008"/>
                <a:gd name="connsiteY17" fmla="*/ 74046 h 184096"/>
                <a:gd name="connsiteX18" fmla="*/ 36438 w 254008"/>
                <a:gd name="connsiteY18" fmla="*/ 48953 h 184096"/>
                <a:gd name="connsiteX19" fmla="*/ 51516 w 254008"/>
                <a:gd name="connsiteY19" fmla="*/ 33001 h 184096"/>
                <a:gd name="connsiteX20" fmla="*/ 73549 w 254008"/>
                <a:gd name="connsiteY20" fmla="*/ 27445 h 184096"/>
                <a:gd name="connsiteX21" fmla="*/ 101057 w 254008"/>
                <a:gd name="connsiteY21" fmla="*/ 39454 h 184096"/>
                <a:gd name="connsiteX22" fmla="*/ 111603 w 254008"/>
                <a:gd name="connsiteY22" fmla="*/ 73688 h 184096"/>
                <a:gd name="connsiteX23" fmla="*/ 111603 w 254008"/>
                <a:gd name="connsiteY23" fmla="*/ 184097 h 184096"/>
                <a:gd name="connsiteX24" fmla="*/ 142521 w 254008"/>
                <a:gd name="connsiteY24" fmla="*/ 184097 h 184096"/>
                <a:gd name="connsiteX25" fmla="*/ 142521 w 254008"/>
                <a:gd name="connsiteY25" fmla="*/ 74046 h 184096"/>
                <a:gd name="connsiteX26" fmla="*/ 154548 w 254008"/>
                <a:gd name="connsiteY26" fmla="*/ 39633 h 184096"/>
                <a:gd name="connsiteX27" fmla="*/ 185242 w 254008"/>
                <a:gd name="connsiteY27" fmla="*/ 27445 h 184096"/>
                <a:gd name="connsiteX28" fmla="*/ 212301 w 254008"/>
                <a:gd name="connsiteY28" fmla="*/ 39454 h 18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54008" h="184096">
                  <a:moveTo>
                    <a:pt x="212301" y="39454"/>
                  </a:moveTo>
                  <a:cubicBezTo>
                    <a:pt x="219513" y="47430"/>
                    <a:pt x="223116" y="58842"/>
                    <a:pt x="223116" y="73688"/>
                  </a:cubicBezTo>
                  <a:lnTo>
                    <a:pt x="223116" y="184097"/>
                  </a:lnTo>
                  <a:lnTo>
                    <a:pt x="253990" y="184097"/>
                  </a:lnTo>
                  <a:lnTo>
                    <a:pt x="253990" y="68311"/>
                  </a:lnTo>
                  <a:cubicBezTo>
                    <a:pt x="254268" y="55863"/>
                    <a:pt x="251432" y="43540"/>
                    <a:pt x="245733" y="32464"/>
                  </a:cubicBezTo>
                  <a:cubicBezTo>
                    <a:pt x="240554" y="22632"/>
                    <a:pt x="232800" y="14392"/>
                    <a:pt x="223296" y="8625"/>
                  </a:cubicBezTo>
                  <a:cubicBezTo>
                    <a:pt x="213275" y="2773"/>
                    <a:pt x="201828" y="-202"/>
                    <a:pt x="190223" y="22"/>
                  </a:cubicBezTo>
                  <a:cubicBezTo>
                    <a:pt x="177699" y="44"/>
                    <a:pt x="165443" y="3651"/>
                    <a:pt x="154907" y="10418"/>
                  </a:cubicBezTo>
                  <a:cubicBezTo>
                    <a:pt x="146085" y="16122"/>
                    <a:pt x="139299" y="24465"/>
                    <a:pt x="135521" y="34256"/>
                  </a:cubicBezTo>
                  <a:cubicBezTo>
                    <a:pt x="125842" y="12878"/>
                    <a:pt x="104261" y="-619"/>
                    <a:pt x="80774" y="22"/>
                  </a:cubicBezTo>
                  <a:cubicBezTo>
                    <a:pt x="69475" y="-81"/>
                    <a:pt x="58377" y="3024"/>
                    <a:pt x="48779" y="8984"/>
                  </a:cubicBezTo>
                  <a:cubicBezTo>
                    <a:pt x="41047" y="13980"/>
                    <a:pt x="34836" y="21001"/>
                    <a:pt x="30829" y="29282"/>
                  </a:cubicBezTo>
                  <a:lnTo>
                    <a:pt x="30829" y="3069"/>
                  </a:lnTo>
                  <a:lnTo>
                    <a:pt x="0" y="3069"/>
                  </a:lnTo>
                  <a:lnTo>
                    <a:pt x="0" y="184097"/>
                  </a:lnTo>
                  <a:lnTo>
                    <a:pt x="30829" y="184097"/>
                  </a:lnTo>
                  <a:lnTo>
                    <a:pt x="30829" y="74046"/>
                  </a:lnTo>
                  <a:cubicBezTo>
                    <a:pt x="30577" y="65344"/>
                    <a:pt x="32507" y="56723"/>
                    <a:pt x="36438" y="48953"/>
                  </a:cubicBezTo>
                  <a:cubicBezTo>
                    <a:pt x="39831" y="42303"/>
                    <a:pt x="45063" y="36765"/>
                    <a:pt x="51516" y="33001"/>
                  </a:cubicBezTo>
                  <a:cubicBezTo>
                    <a:pt x="58220" y="29192"/>
                    <a:pt x="65835" y="27270"/>
                    <a:pt x="73549" y="27445"/>
                  </a:cubicBezTo>
                  <a:cubicBezTo>
                    <a:pt x="84059" y="27113"/>
                    <a:pt x="94165" y="31522"/>
                    <a:pt x="101057" y="39454"/>
                  </a:cubicBezTo>
                  <a:cubicBezTo>
                    <a:pt x="108089" y="47430"/>
                    <a:pt x="111603" y="58842"/>
                    <a:pt x="111603" y="73688"/>
                  </a:cubicBezTo>
                  <a:lnTo>
                    <a:pt x="111603" y="184097"/>
                  </a:lnTo>
                  <a:lnTo>
                    <a:pt x="142521" y="184097"/>
                  </a:lnTo>
                  <a:lnTo>
                    <a:pt x="142521" y="74046"/>
                  </a:lnTo>
                  <a:cubicBezTo>
                    <a:pt x="142521" y="59111"/>
                    <a:pt x="146529" y="47640"/>
                    <a:pt x="154548" y="39633"/>
                  </a:cubicBezTo>
                  <a:cubicBezTo>
                    <a:pt x="162621" y="31460"/>
                    <a:pt x="173754" y="27037"/>
                    <a:pt x="185242" y="27445"/>
                  </a:cubicBezTo>
                  <a:cubicBezTo>
                    <a:pt x="195599" y="27234"/>
                    <a:pt x="205516" y="31634"/>
                    <a:pt x="212301" y="39454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0" name="Forma libre 178">
              <a:extLst>
                <a:ext uri="{FF2B5EF4-FFF2-40B4-BE49-F238E27FC236}">
                  <a16:creationId xmlns:a16="http://schemas.microsoft.com/office/drawing/2014/main" id="{60181AFB-CBBB-7447-D129-D5F6E364B7D6}"/>
                </a:ext>
              </a:extLst>
            </p:cNvPr>
            <p:cNvSpPr/>
            <p:nvPr/>
          </p:nvSpPr>
          <p:spPr>
            <a:xfrm>
              <a:off x="11200328" y="585980"/>
              <a:ext cx="40248" cy="44572"/>
            </a:xfrm>
            <a:custGeom>
              <a:avLst/>
              <a:gdLst>
                <a:gd name="connsiteX0" fmla="*/ 129442 w 169496"/>
                <a:gd name="connsiteY0" fmla="*/ 11305 h 187705"/>
                <a:gd name="connsiteX1" fmla="*/ 86721 w 169496"/>
                <a:gd name="connsiteY1" fmla="*/ 13 h 187705"/>
                <a:gd name="connsiteX2" fmla="*/ 51899 w 169496"/>
                <a:gd name="connsiteY2" fmla="*/ 6645 h 187705"/>
                <a:gd name="connsiteX3" fmla="*/ 24436 w 169496"/>
                <a:gd name="connsiteY3" fmla="*/ 25465 h 187705"/>
                <a:gd name="connsiteX4" fmla="*/ 6486 w 169496"/>
                <a:gd name="connsiteY4" fmla="*/ 54859 h 187705"/>
                <a:gd name="connsiteX5" fmla="*/ 24 w 169496"/>
                <a:gd name="connsiteY5" fmla="*/ 93574 h 187705"/>
                <a:gd name="connsiteX6" fmla="*/ 11512 w 169496"/>
                <a:gd name="connsiteY6" fmla="*/ 142864 h 187705"/>
                <a:gd name="connsiteX7" fmla="*/ 87799 w 169496"/>
                <a:gd name="connsiteY7" fmla="*/ 187673 h 187705"/>
                <a:gd name="connsiteX8" fmla="*/ 117775 w 169496"/>
                <a:gd name="connsiteY8" fmla="*/ 183192 h 187705"/>
                <a:gd name="connsiteX9" fmla="*/ 144699 w 169496"/>
                <a:gd name="connsiteY9" fmla="*/ 169032 h 187705"/>
                <a:gd name="connsiteX10" fmla="*/ 166239 w 169496"/>
                <a:gd name="connsiteY10" fmla="*/ 142506 h 187705"/>
                <a:gd name="connsiteX11" fmla="*/ 142904 w 169496"/>
                <a:gd name="connsiteY11" fmla="*/ 128167 h 187705"/>
                <a:gd name="connsiteX12" fmla="*/ 128186 w 169496"/>
                <a:gd name="connsiteY12" fmla="*/ 146449 h 187705"/>
                <a:gd name="connsiteX13" fmla="*/ 109697 w 169496"/>
                <a:gd name="connsiteY13" fmla="*/ 156844 h 187705"/>
                <a:gd name="connsiteX14" fmla="*/ 88337 w 169496"/>
                <a:gd name="connsiteY14" fmla="*/ 160071 h 187705"/>
                <a:gd name="connsiteX15" fmla="*/ 58899 w 169496"/>
                <a:gd name="connsiteY15" fmla="*/ 152543 h 187705"/>
                <a:gd name="connsiteX16" fmla="*/ 38616 w 169496"/>
                <a:gd name="connsiteY16" fmla="*/ 130138 h 187705"/>
                <a:gd name="connsiteX17" fmla="*/ 31212 w 169496"/>
                <a:gd name="connsiteY17" fmla="*/ 100564 h 187705"/>
                <a:gd name="connsiteX18" fmla="*/ 169111 w 169496"/>
                <a:gd name="connsiteY18" fmla="*/ 100564 h 187705"/>
                <a:gd name="connsiteX19" fmla="*/ 169470 w 169496"/>
                <a:gd name="connsiteY19" fmla="*/ 96084 h 187705"/>
                <a:gd name="connsiteX20" fmla="*/ 169470 w 169496"/>
                <a:gd name="connsiteY20" fmla="*/ 91603 h 187705"/>
                <a:gd name="connsiteX21" fmla="*/ 158700 w 169496"/>
                <a:gd name="connsiteY21" fmla="*/ 43209 h 187705"/>
                <a:gd name="connsiteX22" fmla="*/ 129442 w 169496"/>
                <a:gd name="connsiteY22" fmla="*/ 11305 h 187705"/>
                <a:gd name="connsiteX23" fmla="*/ 46155 w 169496"/>
                <a:gd name="connsiteY23" fmla="*/ 44285 h 187705"/>
                <a:gd name="connsiteX24" fmla="*/ 63566 w 169496"/>
                <a:gd name="connsiteY24" fmla="*/ 30842 h 187705"/>
                <a:gd name="connsiteX25" fmla="*/ 86363 w 169496"/>
                <a:gd name="connsiteY25" fmla="*/ 26361 h 187705"/>
                <a:gd name="connsiteX26" fmla="*/ 123698 w 169496"/>
                <a:gd name="connsiteY26" fmla="*/ 42671 h 187705"/>
                <a:gd name="connsiteX27" fmla="*/ 137475 w 169496"/>
                <a:gd name="connsiteY27" fmla="*/ 76905 h 187705"/>
                <a:gd name="connsiteX28" fmla="*/ 32334 w 169496"/>
                <a:gd name="connsiteY28" fmla="*/ 76905 h 187705"/>
                <a:gd name="connsiteX29" fmla="*/ 35026 w 169496"/>
                <a:gd name="connsiteY29" fmla="*/ 65255 h 187705"/>
                <a:gd name="connsiteX30" fmla="*/ 46155 w 169496"/>
                <a:gd name="connsiteY30" fmla="*/ 44285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496" h="187705">
                  <a:moveTo>
                    <a:pt x="129442" y="11305"/>
                  </a:moveTo>
                  <a:cubicBezTo>
                    <a:pt x="116532" y="3647"/>
                    <a:pt x="101736" y="-260"/>
                    <a:pt x="86721" y="13"/>
                  </a:cubicBezTo>
                  <a:cubicBezTo>
                    <a:pt x="74785" y="-139"/>
                    <a:pt x="62943" y="2119"/>
                    <a:pt x="51899" y="6645"/>
                  </a:cubicBezTo>
                  <a:cubicBezTo>
                    <a:pt x="41519" y="10920"/>
                    <a:pt x="32163" y="17337"/>
                    <a:pt x="24436" y="25465"/>
                  </a:cubicBezTo>
                  <a:cubicBezTo>
                    <a:pt x="16511" y="33938"/>
                    <a:pt x="10404" y="43944"/>
                    <a:pt x="6486" y="54859"/>
                  </a:cubicBezTo>
                  <a:cubicBezTo>
                    <a:pt x="2016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59" y="186167"/>
                    <a:pt x="117775" y="183192"/>
                  </a:cubicBezTo>
                  <a:cubicBezTo>
                    <a:pt x="127522" y="180114"/>
                    <a:pt x="136640" y="175314"/>
                    <a:pt x="144699" y="169032"/>
                  </a:cubicBezTo>
                  <a:cubicBezTo>
                    <a:pt x="153692" y="161827"/>
                    <a:pt x="161038" y="152780"/>
                    <a:pt x="166239" y="142506"/>
                  </a:cubicBezTo>
                  <a:lnTo>
                    <a:pt x="142904" y="128167"/>
                  </a:lnTo>
                  <a:cubicBezTo>
                    <a:pt x="139036" y="135027"/>
                    <a:pt x="134064" y="141202"/>
                    <a:pt x="128186" y="146449"/>
                  </a:cubicBezTo>
                  <a:cubicBezTo>
                    <a:pt x="122801" y="151140"/>
                    <a:pt x="116509" y="154680"/>
                    <a:pt x="109697" y="156844"/>
                  </a:cubicBezTo>
                  <a:cubicBezTo>
                    <a:pt x="102787" y="159009"/>
                    <a:pt x="95580" y="160097"/>
                    <a:pt x="88337" y="160071"/>
                  </a:cubicBezTo>
                  <a:cubicBezTo>
                    <a:pt x="78016" y="160313"/>
                    <a:pt x="67834" y="157705"/>
                    <a:pt x="58899" y="152543"/>
                  </a:cubicBezTo>
                  <a:cubicBezTo>
                    <a:pt x="50162" y="147125"/>
                    <a:pt x="43135" y="139360"/>
                    <a:pt x="38616" y="130138"/>
                  </a:cubicBezTo>
                  <a:cubicBezTo>
                    <a:pt x="34147" y="120890"/>
                    <a:pt x="31625" y="110826"/>
                    <a:pt x="31212" y="100564"/>
                  </a:cubicBezTo>
                  <a:lnTo>
                    <a:pt x="169111" y="100564"/>
                  </a:lnTo>
                  <a:cubicBezTo>
                    <a:pt x="169371" y="99086"/>
                    <a:pt x="169492" y="97585"/>
                    <a:pt x="169470" y="96084"/>
                  </a:cubicBezTo>
                  <a:lnTo>
                    <a:pt x="169470" y="91603"/>
                  </a:lnTo>
                  <a:cubicBezTo>
                    <a:pt x="169847" y="74840"/>
                    <a:pt x="166149" y="58234"/>
                    <a:pt x="158700" y="43209"/>
                  </a:cubicBezTo>
                  <a:cubicBezTo>
                    <a:pt x="152117" y="30058"/>
                    <a:pt x="141984" y="19008"/>
                    <a:pt x="129442" y="11305"/>
                  </a:cubicBezTo>
                  <a:close/>
                  <a:moveTo>
                    <a:pt x="46155" y="44285"/>
                  </a:moveTo>
                  <a:cubicBezTo>
                    <a:pt x="50777" y="38455"/>
                    <a:pt x="56754" y="33844"/>
                    <a:pt x="63566" y="30842"/>
                  </a:cubicBezTo>
                  <a:cubicBezTo>
                    <a:pt x="70769" y="27768"/>
                    <a:pt x="78532" y="26245"/>
                    <a:pt x="86363" y="26361"/>
                  </a:cubicBezTo>
                  <a:cubicBezTo>
                    <a:pt x="100615" y="25994"/>
                    <a:pt x="114297" y="31971"/>
                    <a:pt x="123698" y="42671"/>
                  </a:cubicBezTo>
                  <a:cubicBezTo>
                    <a:pt x="131713" y="52395"/>
                    <a:pt x="136523" y="64350"/>
                    <a:pt x="137475" y="76905"/>
                  </a:cubicBezTo>
                  <a:lnTo>
                    <a:pt x="32334" y="76905"/>
                  </a:lnTo>
                  <a:cubicBezTo>
                    <a:pt x="32939" y="72962"/>
                    <a:pt x="33841" y="69068"/>
                    <a:pt x="35026" y="65255"/>
                  </a:cubicBezTo>
                  <a:cubicBezTo>
                    <a:pt x="37378" y="57629"/>
                    <a:pt x="41156" y="50513"/>
                    <a:pt x="46155" y="4428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1" name="Forma libre 179">
              <a:extLst>
                <a:ext uri="{FF2B5EF4-FFF2-40B4-BE49-F238E27FC236}">
                  <a16:creationId xmlns:a16="http://schemas.microsoft.com/office/drawing/2014/main" id="{D719DC0D-DFF7-9DA8-3E49-657E052A2F3D}"/>
                </a:ext>
              </a:extLst>
            </p:cNvPr>
            <p:cNvSpPr/>
            <p:nvPr/>
          </p:nvSpPr>
          <p:spPr>
            <a:xfrm>
              <a:off x="11247880" y="586021"/>
              <a:ext cx="60316" cy="43758"/>
            </a:xfrm>
            <a:custGeom>
              <a:avLst/>
              <a:gdLst>
                <a:gd name="connsiteX0" fmla="*/ 30694 w 254008"/>
                <a:gd name="connsiteY0" fmla="*/ 74047 h 184276"/>
                <a:gd name="connsiteX1" fmla="*/ 36258 w 254008"/>
                <a:gd name="connsiteY1" fmla="*/ 48954 h 184276"/>
                <a:gd name="connsiteX2" fmla="*/ 51336 w 254008"/>
                <a:gd name="connsiteY2" fmla="*/ 33002 h 184276"/>
                <a:gd name="connsiteX3" fmla="*/ 73415 w 254008"/>
                <a:gd name="connsiteY3" fmla="*/ 27446 h 184276"/>
                <a:gd name="connsiteX4" fmla="*/ 100878 w 254008"/>
                <a:gd name="connsiteY4" fmla="*/ 39454 h 184276"/>
                <a:gd name="connsiteX5" fmla="*/ 111468 w 254008"/>
                <a:gd name="connsiteY5" fmla="*/ 73688 h 184276"/>
                <a:gd name="connsiteX6" fmla="*/ 111468 w 254008"/>
                <a:gd name="connsiteY6" fmla="*/ 184097 h 184276"/>
                <a:gd name="connsiteX7" fmla="*/ 142342 w 254008"/>
                <a:gd name="connsiteY7" fmla="*/ 184097 h 184276"/>
                <a:gd name="connsiteX8" fmla="*/ 142342 w 254008"/>
                <a:gd name="connsiteY8" fmla="*/ 74047 h 184276"/>
                <a:gd name="connsiteX9" fmla="*/ 154368 w 254008"/>
                <a:gd name="connsiteY9" fmla="*/ 39634 h 184276"/>
                <a:gd name="connsiteX10" fmla="*/ 185062 w 254008"/>
                <a:gd name="connsiteY10" fmla="*/ 27446 h 184276"/>
                <a:gd name="connsiteX11" fmla="*/ 212346 w 254008"/>
                <a:gd name="connsiteY11" fmla="*/ 39454 h 184276"/>
                <a:gd name="connsiteX12" fmla="*/ 223116 w 254008"/>
                <a:gd name="connsiteY12" fmla="*/ 73688 h 184276"/>
                <a:gd name="connsiteX13" fmla="*/ 223116 w 254008"/>
                <a:gd name="connsiteY13" fmla="*/ 184097 h 184276"/>
                <a:gd name="connsiteX14" fmla="*/ 253990 w 254008"/>
                <a:gd name="connsiteY14" fmla="*/ 184097 h 184276"/>
                <a:gd name="connsiteX15" fmla="*/ 253990 w 254008"/>
                <a:gd name="connsiteY15" fmla="*/ 68311 h 184276"/>
                <a:gd name="connsiteX16" fmla="*/ 245733 w 254008"/>
                <a:gd name="connsiteY16" fmla="*/ 32464 h 184276"/>
                <a:gd name="connsiteX17" fmla="*/ 223296 w 254008"/>
                <a:gd name="connsiteY17" fmla="*/ 8626 h 184276"/>
                <a:gd name="connsiteX18" fmla="*/ 190268 w 254008"/>
                <a:gd name="connsiteY18" fmla="*/ 23 h 184276"/>
                <a:gd name="connsiteX19" fmla="*/ 154907 w 254008"/>
                <a:gd name="connsiteY19" fmla="*/ 10418 h 184276"/>
                <a:gd name="connsiteX20" fmla="*/ 135521 w 254008"/>
                <a:gd name="connsiteY20" fmla="*/ 34257 h 184276"/>
                <a:gd name="connsiteX21" fmla="*/ 54509 w 254008"/>
                <a:gd name="connsiteY21" fmla="*/ 6040 h 184276"/>
                <a:gd name="connsiteX22" fmla="*/ 48823 w 254008"/>
                <a:gd name="connsiteY22" fmla="*/ 9164 h 184276"/>
                <a:gd name="connsiteX23" fmla="*/ 30874 w 254008"/>
                <a:gd name="connsiteY23" fmla="*/ 29462 h 184276"/>
                <a:gd name="connsiteX24" fmla="*/ 30874 w 254008"/>
                <a:gd name="connsiteY24" fmla="*/ 3249 h 184276"/>
                <a:gd name="connsiteX25" fmla="*/ 0 w 254008"/>
                <a:gd name="connsiteY25" fmla="*/ 3249 h 184276"/>
                <a:gd name="connsiteX26" fmla="*/ 0 w 254008"/>
                <a:gd name="connsiteY26" fmla="*/ 184276 h 184276"/>
                <a:gd name="connsiteX27" fmla="*/ 30874 w 254008"/>
                <a:gd name="connsiteY27" fmla="*/ 184276 h 184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54008" h="184276">
                  <a:moveTo>
                    <a:pt x="30694" y="74047"/>
                  </a:moveTo>
                  <a:cubicBezTo>
                    <a:pt x="30429" y="65349"/>
                    <a:pt x="32341" y="56724"/>
                    <a:pt x="36258" y="48954"/>
                  </a:cubicBezTo>
                  <a:cubicBezTo>
                    <a:pt x="39651" y="42304"/>
                    <a:pt x="44883" y="36766"/>
                    <a:pt x="51336" y="33002"/>
                  </a:cubicBezTo>
                  <a:cubicBezTo>
                    <a:pt x="58059" y="29189"/>
                    <a:pt x="65687" y="27271"/>
                    <a:pt x="73415" y="27446"/>
                  </a:cubicBezTo>
                  <a:cubicBezTo>
                    <a:pt x="83911" y="27118"/>
                    <a:pt x="93998" y="31532"/>
                    <a:pt x="100878" y="39454"/>
                  </a:cubicBezTo>
                  <a:cubicBezTo>
                    <a:pt x="107937" y="47430"/>
                    <a:pt x="111468" y="58843"/>
                    <a:pt x="111468" y="73688"/>
                  </a:cubicBezTo>
                  <a:lnTo>
                    <a:pt x="111468" y="184097"/>
                  </a:lnTo>
                  <a:lnTo>
                    <a:pt x="142342" y="184097"/>
                  </a:lnTo>
                  <a:lnTo>
                    <a:pt x="142342" y="74047"/>
                  </a:lnTo>
                  <a:cubicBezTo>
                    <a:pt x="142342" y="59112"/>
                    <a:pt x="146349" y="47641"/>
                    <a:pt x="154368" y="39634"/>
                  </a:cubicBezTo>
                  <a:cubicBezTo>
                    <a:pt x="162441" y="31460"/>
                    <a:pt x="173575" y="27038"/>
                    <a:pt x="185062" y="27446"/>
                  </a:cubicBezTo>
                  <a:cubicBezTo>
                    <a:pt x="195496" y="27186"/>
                    <a:pt x="205498" y="31590"/>
                    <a:pt x="212346" y="39454"/>
                  </a:cubicBezTo>
                  <a:cubicBezTo>
                    <a:pt x="219526" y="47430"/>
                    <a:pt x="223116" y="58843"/>
                    <a:pt x="223116" y="73688"/>
                  </a:cubicBezTo>
                  <a:lnTo>
                    <a:pt x="223116" y="184097"/>
                  </a:lnTo>
                  <a:lnTo>
                    <a:pt x="253990" y="184097"/>
                  </a:lnTo>
                  <a:lnTo>
                    <a:pt x="253990" y="68311"/>
                  </a:lnTo>
                  <a:cubicBezTo>
                    <a:pt x="254268" y="55863"/>
                    <a:pt x="251432" y="43541"/>
                    <a:pt x="245733" y="32464"/>
                  </a:cubicBezTo>
                  <a:cubicBezTo>
                    <a:pt x="240554" y="22633"/>
                    <a:pt x="232800" y="14393"/>
                    <a:pt x="223296" y="8626"/>
                  </a:cubicBezTo>
                  <a:cubicBezTo>
                    <a:pt x="213288" y="2778"/>
                    <a:pt x="201859" y="-197"/>
                    <a:pt x="190268" y="23"/>
                  </a:cubicBezTo>
                  <a:cubicBezTo>
                    <a:pt x="177725" y="36"/>
                    <a:pt x="165457" y="3643"/>
                    <a:pt x="154907" y="10418"/>
                  </a:cubicBezTo>
                  <a:cubicBezTo>
                    <a:pt x="146098" y="16136"/>
                    <a:pt x="139317" y="24475"/>
                    <a:pt x="135521" y="34257"/>
                  </a:cubicBezTo>
                  <a:cubicBezTo>
                    <a:pt x="120955" y="4127"/>
                    <a:pt x="84683" y="-8509"/>
                    <a:pt x="54509" y="6040"/>
                  </a:cubicBezTo>
                  <a:cubicBezTo>
                    <a:pt x="52557" y="6977"/>
                    <a:pt x="50659" y="8021"/>
                    <a:pt x="48823" y="9164"/>
                  </a:cubicBezTo>
                  <a:cubicBezTo>
                    <a:pt x="41082" y="14151"/>
                    <a:pt x="34867" y="21172"/>
                    <a:pt x="30874" y="29462"/>
                  </a:cubicBezTo>
                  <a:lnTo>
                    <a:pt x="30874" y="3249"/>
                  </a:lnTo>
                  <a:lnTo>
                    <a:pt x="0" y="3249"/>
                  </a:lnTo>
                  <a:lnTo>
                    <a:pt x="0" y="184276"/>
                  </a:lnTo>
                  <a:lnTo>
                    <a:pt x="30874" y="184276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2" name="Forma libre 180">
              <a:extLst>
                <a:ext uri="{FF2B5EF4-FFF2-40B4-BE49-F238E27FC236}">
                  <a16:creationId xmlns:a16="http://schemas.microsoft.com/office/drawing/2014/main" id="{9792603F-71D5-9B66-4052-244FEC75D201}"/>
                </a:ext>
              </a:extLst>
            </p:cNvPr>
            <p:cNvSpPr/>
            <p:nvPr/>
          </p:nvSpPr>
          <p:spPr>
            <a:xfrm>
              <a:off x="11317356" y="570151"/>
              <a:ext cx="42287" cy="60361"/>
            </a:xfrm>
            <a:custGeom>
              <a:avLst/>
              <a:gdLst>
                <a:gd name="connsiteX0" fmla="*/ 153830 w 178083"/>
                <a:gd name="connsiteY0" fmla="*/ 227987 h 254195"/>
                <a:gd name="connsiteX1" fmla="*/ 171780 w 178083"/>
                <a:gd name="connsiteY1" fmla="*/ 198234 h 254195"/>
                <a:gd name="connsiteX2" fmla="*/ 178062 w 178083"/>
                <a:gd name="connsiteY2" fmla="*/ 160236 h 254195"/>
                <a:gd name="connsiteX3" fmla="*/ 167113 w 178083"/>
                <a:gd name="connsiteY3" fmla="*/ 111484 h 254195"/>
                <a:gd name="connsiteX4" fmla="*/ 137137 w 178083"/>
                <a:gd name="connsiteY4" fmla="*/ 78505 h 254195"/>
                <a:gd name="connsiteX5" fmla="*/ 94057 w 178083"/>
                <a:gd name="connsiteY5" fmla="*/ 66675 h 254195"/>
                <a:gd name="connsiteX6" fmla="*/ 59953 w 178083"/>
                <a:gd name="connsiteY6" fmla="*/ 74741 h 254195"/>
                <a:gd name="connsiteX7" fmla="*/ 36079 w 178083"/>
                <a:gd name="connsiteY7" fmla="*/ 96249 h 254195"/>
                <a:gd name="connsiteX8" fmla="*/ 30874 w 178083"/>
                <a:gd name="connsiteY8" fmla="*/ 104628 h 254195"/>
                <a:gd name="connsiteX9" fmla="*/ 30874 w 178083"/>
                <a:gd name="connsiteY9" fmla="*/ 0 h 254195"/>
                <a:gd name="connsiteX10" fmla="*/ 0 w 178083"/>
                <a:gd name="connsiteY10" fmla="*/ 0 h 254195"/>
                <a:gd name="connsiteX11" fmla="*/ 0 w 178083"/>
                <a:gd name="connsiteY11" fmla="*/ 250929 h 254195"/>
                <a:gd name="connsiteX12" fmla="*/ 30874 w 178083"/>
                <a:gd name="connsiteY12" fmla="*/ 250929 h 254195"/>
                <a:gd name="connsiteX13" fmla="*/ 30874 w 178083"/>
                <a:gd name="connsiteY13" fmla="*/ 216337 h 254195"/>
                <a:gd name="connsiteX14" fmla="*/ 35900 w 178083"/>
                <a:gd name="connsiteY14" fmla="*/ 224582 h 254195"/>
                <a:gd name="connsiteX15" fmla="*/ 94236 w 178083"/>
                <a:gd name="connsiteY15" fmla="*/ 254156 h 254195"/>
                <a:gd name="connsiteX16" fmla="*/ 127444 w 178083"/>
                <a:gd name="connsiteY16" fmla="*/ 247345 h 254195"/>
                <a:gd name="connsiteX17" fmla="*/ 153830 w 178083"/>
                <a:gd name="connsiteY17" fmla="*/ 227987 h 254195"/>
                <a:gd name="connsiteX18" fmla="*/ 88493 w 178083"/>
                <a:gd name="connsiteY18" fmla="*/ 226195 h 254195"/>
                <a:gd name="connsiteX19" fmla="*/ 46311 w 178083"/>
                <a:gd name="connsiteY19" fmla="*/ 208809 h 254195"/>
                <a:gd name="connsiteX20" fmla="*/ 29976 w 178083"/>
                <a:gd name="connsiteY20" fmla="*/ 160236 h 254195"/>
                <a:gd name="connsiteX21" fmla="*/ 34464 w 178083"/>
                <a:gd name="connsiteY21" fmla="*/ 132813 h 254195"/>
                <a:gd name="connsiteX22" fmla="*/ 46670 w 178083"/>
                <a:gd name="connsiteY22" fmla="*/ 112022 h 254195"/>
                <a:gd name="connsiteX23" fmla="*/ 65158 w 178083"/>
                <a:gd name="connsiteY23" fmla="*/ 98938 h 254195"/>
                <a:gd name="connsiteX24" fmla="*/ 88672 w 178083"/>
                <a:gd name="connsiteY24" fmla="*/ 94457 h 254195"/>
                <a:gd name="connsiteX25" fmla="*/ 130495 w 178083"/>
                <a:gd name="connsiteY25" fmla="*/ 111843 h 254195"/>
                <a:gd name="connsiteX26" fmla="*/ 146830 w 178083"/>
                <a:gd name="connsiteY26" fmla="*/ 160057 h 254195"/>
                <a:gd name="connsiteX27" fmla="*/ 142701 w 178083"/>
                <a:gd name="connsiteY27" fmla="*/ 187838 h 254195"/>
                <a:gd name="connsiteX28" fmla="*/ 130675 w 178083"/>
                <a:gd name="connsiteY28" fmla="*/ 208630 h 254195"/>
                <a:gd name="connsiteX29" fmla="*/ 112007 w 178083"/>
                <a:gd name="connsiteY29" fmla="*/ 221535 h 254195"/>
                <a:gd name="connsiteX30" fmla="*/ 88268 w 178083"/>
                <a:gd name="connsiteY30" fmla="*/ 226374 h 25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8083" h="254195">
                  <a:moveTo>
                    <a:pt x="153830" y="227987"/>
                  </a:moveTo>
                  <a:cubicBezTo>
                    <a:pt x="161701" y="219335"/>
                    <a:pt x="167795" y="209226"/>
                    <a:pt x="171780" y="198234"/>
                  </a:cubicBezTo>
                  <a:cubicBezTo>
                    <a:pt x="176083" y="186033"/>
                    <a:pt x="178210" y="173173"/>
                    <a:pt x="178062" y="160236"/>
                  </a:cubicBezTo>
                  <a:cubicBezTo>
                    <a:pt x="178399" y="143343"/>
                    <a:pt x="174643" y="126616"/>
                    <a:pt x="167113" y="111484"/>
                  </a:cubicBezTo>
                  <a:cubicBezTo>
                    <a:pt x="160323" y="97965"/>
                    <a:pt x="149957" y="86557"/>
                    <a:pt x="137137" y="78505"/>
                  </a:cubicBezTo>
                  <a:cubicBezTo>
                    <a:pt x="124195" y="70551"/>
                    <a:pt x="109252" y="66447"/>
                    <a:pt x="94057" y="66675"/>
                  </a:cubicBezTo>
                  <a:cubicBezTo>
                    <a:pt x="82179" y="66357"/>
                    <a:pt x="70426" y="69140"/>
                    <a:pt x="59953" y="74741"/>
                  </a:cubicBezTo>
                  <a:cubicBezTo>
                    <a:pt x="50470" y="80015"/>
                    <a:pt x="42308" y="87368"/>
                    <a:pt x="36079" y="96249"/>
                  </a:cubicBezTo>
                  <a:cubicBezTo>
                    <a:pt x="34177" y="98933"/>
                    <a:pt x="32440" y="101734"/>
                    <a:pt x="30874" y="104628"/>
                  </a:cubicBezTo>
                  <a:lnTo>
                    <a:pt x="30874" y="0"/>
                  </a:lnTo>
                  <a:lnTo>
                    <a:pt x="0" y="0"/>
                  </a:lnTo>
                  <a:lnTo>
                    <a:pt x="0" y="250929"/>
                  </a:lnTo>
                  <a:lnTo>
                    <a:pt x="30874" y="250929"/>
                  </a:lnTo>
                  <a:lnTo>
                    <a:pt x="30874" y="216337"/>
                  </a:lnTo>
                  <a:cubicBezTo>
                    <a:pt x="32395" y="219178"/>
                    <a:pt x="34069" y="221929"/>
                    <a:pt x="35900" y="224582"/>
                  </a:cubicBezTo>
                  <a:cubicBezTo>
                    <a:pt x="48972" y="243787"/>
                    <a:pt x="70996" y="254953"/>
                    <a:pt x="94236" y="254156"/>
                  </a:cubicBezTo>
                  <a:cubicBezTo>
                    <a:pt x="105662" y="254259"/>
                    <a:pt x="116983" y="251933"/>
                    <a:pt x="127444" y="247345"/>
                  </a:cubicBezTo>
                  <a:cubicBezTo>
                    <a:pt x="137460" y="242738"/>
                    <a:pt x="146435" y="236151"/>
                    <a:pt x="153830" y="227987"/>
                  </a:cubicBezTo>
                  <a:close/>
                  <a:moveTo>
                    <a:pt x="88493" y="226195"/>
                  </a:moveTo>
                  <a:cubicBezTo>
                    <a:pt x="72580" y="226732"/>
                    <a:pt x="57211" y="220401"/>
                    <a:pt x="46311" y="208809"/>
                  </a:cubicBezTo>
                  <a:cubicBezTo>
                    <a:pt x="35393" y="197217"/>
                    <a:pt x="29945" y="181028"/>
                    <a:pt x="29976" y="160236"/>
                  </a:cubicBezTo>
                  <a:cubicBezTo>
                    <a:pt x="29873" y="150907"/>
                    <a:pt x="31390" y="141627"/>
                    <a:pt x="34464" y="132813"/>
                  </a:cubicBezTo>
                  <a:cubicBezTo>
                    <a:pt x="37111" y="125142"/>
                    <a:pt x="41258" y="118076"/>
                    <a:pt x="46670" y="112022"/>
                  </a:cubicBezTo>
                  <a:cubicBezTo>
                    <a:pt x="51731" y="106287"/>
                    <a:pt x="58063" y="101810"/>
                    <a:pt x="65158" y="98938"/>
                  </a:cubicBezTo>
                  <a:cubicBezTo>
                    <a:pt x="72630" y="95927"/>
                    <a:pt x="80617" y="94408"/>
                    <a:pt x="88672" y="94457"/>
                  </a:cubicBezTo>
                  <a:cubicBezTo>
                    <a:pt x="104472" y="93964"/>
                    <a:pt x="119716" y="100300"/>
                    <a:pt x="130495" y="111843"/>
                  </a:cubicBezTo>
                  <a:cubicBezTo>
                    <a:pt x="141355" y="123403"/>
                    <a:pt x="146798" y="139476"/>
                    <a:pt x="146830" y="160057"/>
                  </a:cubicBezTo>
                  <a:cubicBezTo>
                    <a:pt x="146951" y="169480"/>
                    <a:pt x="145555" y="178859"/>
                    <a:pt x="142701" y="187838"/>
                  </a:cubicBezTo>
                  <a:cubicBezTo>
                    <a:pt x="140228" y="195550"/>
                    <a:pt x="136127" y="202639"/>
                    <a:pt x="130675" y="208630"/>
                  </a:cubicBezTo>
                  <a:cubicBezTo>
                    <a:pt x="125438" y="214204"/>
                    <a:pt x="119075" y="218600"/>
                    <a:pt x="112007" y="221535"/>
                  </a:cubicBezTo>
                  <a:cubicBezTo>
                    <a:pt x="104499" y="224725"/>
                    <a:pt x="96427" y="226370"/>
                    <a:pt x="88268" y="226374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3" name="Forma libre 181">
              <a:extLst>
                <a:ext uri="{FF2B5EF4-FFF2-40B4-BE49-F238E27FC236}">
                  <a16:creationId xmlns:a16="http://schemas.microsoft.com/office/drawing/2014/main" id="{B89C1984-68FF-6B97-26B2-04617EAF43A1}"/>
                </a:ext>
              </a:extLst>
            </p:cNvPr>
            <p:cNvSpPr/>
            <p:nvPr/>
          </p:nvSpPr>
          <p:spPr>
            <a:xfrm>
              <a:off x="11364832" y="585980"/>
              <a:ext cx="40291" cy="44572"/>
            </a:xfrm>
            <a:custGeom>
              <a:avLst/>
              <a:gdLst>
                <a:gd name="connsiteX0" fmla="*/ 128320 w 169675"/>
                <a:gd name="connsiteY0" fmla="*/ 146628 h 187705"/>
                <a:gd name="connsiteX1" fmla="*/ 109832 w 169675"/>
                <a:gd name="connsiteY1" fmla="*/ 157024 h 187705"/>
                <a:gd name="connsiteX2" fmla="*/ 88472 w 169675"/>
                <a:gd name="connsiteY2" fmla="*/ 160250 h 187705"/>
                <a:gd name="connsiteX3" fmla="*/ 59034 w 169675"/>
                <a:gd name="connsiteY3" fmla="*/ 152722 h 187705"/>
                <a:gd name="connsiteX4" fmla="*/ 38751 w 169675"/>
                <a:gd name="connsiteY4" fmla="*/ 130318 h 187705"/>
                <a:gd name="connsiteX5" fmla="*/ 31346 w 169675"/>
                <a:gd name="connsiteY5" fmla="*/ 100744 h 187705"/>
                <a:gd name="connsiteX6" fmla="*/ 169291 w 169675"/>
                <a:gd name="connsiteY6" fmla="*/ 100744 h 187705"/>
                <a:gd name="connsiteX7" fmla="*/ 169650 w 169675"/>
                <a:gd name="connsiteY7" fmla="*/ 96263 h 187705"/>
                <a:gd name="connsiteX8" fmla="*/ 169650 w 169675"/>
                <a:gd name="connsiteY8" fmla="*/ 91782 h 187705"/>
                <a:gd name="connsiteX9" fmla="*/ 158880 w 169675"/>
                <a:gd name="connsiteY9" fmla="*/ 43388 h 187705"/>
                <a:gd name="connsiteX10" fmla="*/ 129442 w 169675"/>
                <a:gd name="connsiteY10" fmla="*/ 11305 h 187705"/>
                <a:gd name="connsiteX11" fmla="*/ 86721 w 169675"/>
                <a:gd name="connsiteY11" fmla="*/ 13 h 187705"/>
                <a:gd name="connsiteX12" fmla="*/ 51899 w 169675"/>
                <a:gd name="connsiteY12" fmla="*/ 6645 h 187705"/>
                <a:gd name="connsiteX13" fmla="*/ 24436 w 169675"/>
                <a:gd name="connsiteY13" fmla="*/ 25465 h 187705"/>
                <a:gd name="connsiteX14" fmla="*/ 6486 w 169675"/>
                <a:gd name="connsiteY14" fmla="*/ 54859 h 187705"/>
                <a:gd name="connsiteX15" fmla="*/ 24 w 169675"/>
                <a:gd name="connsiteY15" fmla="*/ 93574 h 187705"/>
                <a:gd name="connsiteX16" fmla="*/ 11512 w 169675"/>
                <a:gd name="connsiteY16" fmla="*/ 142864 h 187705"/>
                <a:gd name="connsiteX17" fmla="*/ 87799 w 169675"/>
                <a:gd name="connsiteY17" fmla="*/ 187673 h 187705"/>
                <a:gd name="connsiteX18" fmla="*/ 117775 w 169675"/>
                <a:gd name="connsiteY18" fmla="*/ 183192 h 187705"/>
                <a:gd name="connsiteX19" fmla="*/ 144699 w 169675"/>
                <a:gd name="connsiteY19" fmla="*/ 169032 h 187705"/>
                <a:gd name="connsiteX20" fmla="*/ 166239 w 169675"/>
                <a:gd name="connsiteY20" fmla="*/ 142506 h 187705"/>
                <a:gd name="connsiteX21" fmla="*/ 142904 w 169675"/>
                <a:gd name="connsiteY21" fmla="*/ 128167 h 187705"/>
                <a:gd name="connsiteX22" fmla="*/ 128320 w 169675"/>
                <a:gd name="connsiteY22" fmla="*/ 146628 h 187705"/>
                <a:gd name="connsiteX23" fmla="*/ 46110 w 169675"/>
                <a:gd name="connsiteY23" fmla="*/ 44285 h 187705"/>
                <a:gd name="connsiteX24" fmla="*/ 63521 w 169675"/>
                <a:gd name="connsiteY24" fmla="*/ 30842 h 187705"/>
                <a:gd name="connsiteX25" fmla="*/ 86318 w 169675"/>
                <a:gd name="connsiteY25" fmla="*/ 26361 h 187705"/>
                <a:gd name="connsiteX26" fmla="*/ 123653 w 169675"/>
                <a:gd name="connsiteY26" fmla="*/ 42671 h 187705"/>
                <a:gd name="connsiteX27" fmla="*/ 137430 w 169675"/>
                <a:gd name="connsiteY27" fmla="*/ 76905 h 187705"/>
                <a:gd name="connsiteX28" fmla="*/ 32289 w 169675"/>
                <a:gd name="connsiteY28" fmla="*/ 76905 h 187705"/>
                <a:gd name="connsiteX29" fmla="*/ 34981 w 169675"/>
                <a:gd name="connsiteY29" fmla="*/ 65255 h 187705"/>
                <a:gd name="connsiteX30" fmla="*/ 46110 w 169675"/>
                <a:gd name="connsiteY30" fmla="*/ 44285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675" h="187705">
                  <a:moveTo>
                    <a:pt x="128320" y="146628"/>
                  </a:moveTo>
                  <a:cubicBezTo>
                    <a:pt x="122935" y="151319"/>
                    <a:pt x="116644" y="154859"/>
                    <a:pt x="109832" y="157024"/>
                  </a:cubicBezTo>
                  <a:cubicBezTo>
                    <a:pt x="102921" y="159188"/>
                    <a:pt x="95714" y="160277"/>
                    <a:pt x="88472" y="160250"/>
                  </a:cubicBezTo>
                  <a:cubicBezTo>
                    <a:pt x="78151" y="160496"/>
                    <a:pt x="67964" y="157893"/>
                    <a:pt x="59034" y="152722"/>
                  </a:cubicBezTo>
                  <a:cubicBezTo>
                    <a:pt x="50288" y="147318"/>
                    <a:pt x="43256" y="139553"/>
                    <a:pt x="38751" y="130318"/>
                  </a:cubicBezTo>
                  <a:cubicBezTo>
                    <a:pt x="34259" y="121078"/>
                    <a:pt x="31737" y="111005"/>
                    <a:pt x="31346" y="100744"/>
                  </a:cubicBezTo>
                  <a:lnTo>
                    <a:pt x="169291" y="100744"/>
                  </a:lnTo>
                  <a:cubicBezTo>
                    <a:pt x="169551" y="99265"/>
                    <a:pt x="169672" y="97764"/>
                    <a:pt x="169650" y="96263"/>
                  </a:cubicBezTo>
                  <a:lnTo>
                    <a:pt x="169650" y="91782"/>
                  </a:lnTo>
                  <a:cubicBezTo>
                    <a:pt x="170027" y="75019"/>
                    <a:pt x="166329" y="58413"/>
                    <a:pt x="158880" y="43388"/>
                  </a:cubicBezTo>
                  <a:cubicBezTo>
                    <a:pt x="152274" y="30147"/>
                    <a:pt x="142074" y="19030"/>
                    <a:pt x="129442" y="11305"/>
                  </a:cubicBezTo>
                  <a:cubicBezTo>
                    <a:pt x="116532" y="3647"/>
                    <a:pt x="101736" y="-260"/>
                    <a:pt x="86721" y="13"/>
                  </a:cubicBezTo>
                  <a:cubicBezTo>
                    <a:pt x="74785" y="-143"/>
                    <a:pt x="62938" y="2115"/>
                    <a:pt x="51899" y="6645"/>
                  </a:cubicBezTo>
                  <a:cubicBezTo>
                    <a:pt x="41519" y="10920"/>
                    <a:pt x="32163" y="17337"/>
                    <a:pt x="24436" y="25465"/>
                  </a:cubicBezTo>
                  <a:cubicBezTo>
                    <a:pt x="16502" y="33934"/>
                    <a:pt x="10390" y="43940"/>
                    <a:pt x="6486" y="54859"/>
                  </a:cubicBezTo>
                  <a:cubicBezTo>
                    <a:pt x="2016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59" y="186167"/>
                    <a:pt x="117775" y="183192"/>
                  </a:cubicBezTo>
                  <a:cubicBezTo>
                    <a:pt x="127522" y="180114"/>
                    <a:pt x="136640" y="175314"/>
                    <a:pt x="144699" y="169032"/>
                  </a:cubicBezTo>
                  <a:cubicBezTo>
                    <a:pt x="153670" y="161805"/>
                    <a:pt x="161011" y="152767"/>
                    <a:pt x="166239" y="142506"/>
                  </a:cubicBezTo>
                  <a:lnTo>
                    <a:pt x="142904" y="128167"/>
                  </a:lnTo>
                  <a:cubicBezTo>
                    <a:pt x="139077" y="135072"/>
                    <a:pt x="134154" y="141305"/>
                    <a:pt x="128320" y="146628"/>
                  </a:cubicBezTo>
                  <a:close/>
                  <a:moveTo>
                    <a:pt x="46110" y="44285"/>
                  </a:moveTo>
                  <a:cubicBezTo>
                    <a:pt x="50723" y="38446"/>
                    <a:pt x="56700" y="33831"/>
                    <a:pt x="63521" y="30842"/>
                  </a:cubicBezTo>
                  <a:cubicBezTo>
                    <a:pt x="70724" y="27768"/>
                    <a:pt x="78487" y="26245"/>
                    <a:pt x="86318" y="26361"/>
                  </a:cubicBezTo>
                  <a:cubicBezTo>
                    <a:pt x="100570" y="25994"/>
                    <a:pt x="114252" y="31971"/>
                    <a:pt x="123653" y="42671"/>
                  </a:cubicBezTo>
                  <a:cubicBezTo>
                    <a:pt x="131668" y="52395"/>
                    <a:pt x="136478" y="64350"/>
                    <a:pt x="137430" y="76905"/>
                  </a:cubicBezTo>
                  <a:lnTo>
                    <a:pt x="32289" y="76905"/>
                  </a:lnTo>
                  <a:cubicBezTo>
                    <a:pt x="32877" y="72958"/>
                    <a:pt x="33774" y="69059"/>
                    <a:pt x="34981" y="65255"/>
                  </a:cubicBezTo>
                  <a:cubicBezTo>
                    <a:pt x="37319" y="57620"/>
                    <a:pt x="41098" y="50504"/>
                    <a:pt x="46110" y="4428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4" name="Forma libre 182">
              <a:extLst>
                <a:ext uri="{FF2B5EF4-FFF2-40B4-BE49-F238E27FC236}">
                  <a16:creationId xmlns:a16="http://schemas.microsoft.com/office/drawing/2014/main" id="{19D47D5A-A778-901C-DEE9-F9E54930FC4A}"/>
                </a:ext>
              </a:extLst>
            </p:cNvPr>
            <p:cNvSpPr/>
            <p:nvPr/>
          </p:nvSpPr>
          <p:spPr>
            <a:xfrm>
              <a:off x="11412320" y="585982"/>
              <a:ext cx="21908" cy="43711"/>
            </a:xfrm>
            <a:custGeom>
              <a:avLst/>
              <a:gdLst>
                <a:gd name="connsiteX0" fmla="*/ 30873 w 92261"/>
                <a:gd name="connsiteY0" fmla="*/ 87113 h 184079"/>
                <a:gd name="connsiteX1" fmla="*/ 43259 w 92261"/>
                <a:gd name="connsiteY1" fmla="*/ 47502 h 184079"/>
                <a:gd name="connsiteX2" fmla="*/ 75030 w 92261"/>
                <a:gd name="connsiteY2" fmla="*/ 32626 h 184079"/>
                <a:gd name="connsiteX3" fmla="*/ 92262 w 92261"/>
                <a:gd name="connsiteY3" fmla="*/ 32626 h 184079"/>
                <a:gd name="connsiteX4" fmla="*/ 92262 w 92261"/>
                <a:gd name="connsiteY4" fmla="*/ 5 h 184079"/>
                <a:gd name="connsiteX5" fmla="*/ 81492 w 92261"/>
                <a:gd name="connsiteY5" fmla="*/ 5 h 184079"/>
                <a:gd name="connsiteX6" fmla="*/ 51875 w 92261"/>
                <a:gd name="connsiteY6" fmla="*/ 8608 h 184079"/>
                <a:gd name="connsiteX7" fmla="*/ 30873 w 92261"/>
                <a:gd name="connsiteY7" fmla="*/ 34418 h 184079"/>
                <a:gd name="connsiteX8" fmla="*/ 30873 w 92261"/>
                <a:gd name="connsiteY8" fmla="*/ 3052 h 184079"/>
                <a:gd name="connsiteX9" fmla="*/ 0 w 92261"/>
                <a:gd name="connsiteY9" fmla="*/ 3052 h 184079"/>
                <a:gd name="connsiteX10" fmla="*/ 0 w 92261"/>
                <a:gd name="connsiteY10" fmla="*/ 184080 h 184079"/>
                <a:gd name="connsiteX11" fmla="*/ 30873 w 92261"/>
                <a:gd name="connsiteY11" fmla="*/ 184080 h 18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261" h="184079">
                  <a:moveTo>
                    <a:pt x="30873" y="87113"/>
                  </a:moveTo>
                  <a:cubicBezTo>
                    <a:pt x="30146" y="72860"/>
                    <a:pt x="34540" y="58812"/>
                    <a:pt x="43259" y="47502"/>
                  </a:cubicBezTo>
                  <a:cubicBezTo>
                    <a:pt x="50928" y="37841"/>
                    <a:pt x="62690" y="32335"/>
                    <a:pt x="75030" y="32626"/>
                  </a:cubicBezTo>
                  <a:lnTo>
                    <a:pt x="92262" y="32626"/>
                  </a:lnTo>
                  <a:lnTo>
                    <a:pt x="92262" y="5"/>
                  </a:lnTo>
                  <a:lnTo>
                    <a:pt x="81492" y="5"/>
                  </a:lnTo>
                  <a:cubicBezTo>
                    <a:pt x="70982" y="-138"/>
                    <a:pt x="60670" y="2859"/>
                    <a:pt x="51875" y="8608"/>
                  </a:cubicBezTo>
                  <a:cubicBezTo>
                    <a:pt x="42577" y="15061"/>
                    <a:pt x="35294" y="24009"/>
                    <a:pt x="30873" y="34418"/>
                  </a:cubicBezTo>
                  <a:lnTo>
                    <a:pt x="30873" y="3052"/>
                  </a:lnTo>
                  <a:lnTo>
                    <a:pt x="0" y="3052"/>
                  </a:lnTo>
                  <a:lnTo>
                    <a:pt x="0" y="184080"/>
                  </a:lnTo>
                  <a:lnTo>
                    <a:pt x="30873" y="184080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5" name="Forma libre 183">
              <a:extLst>
                <a:ext uri="{FF2B5EF4-FFF2-40B4-BE49-F238E27FC236}">
                  <a16:creationId xmlns:a16="http://schemas.microsoft.com/office/drawing/2014/main" id="{87E1A9F5-48E1-F486-DBFA-B0002FBE01C1}"/>
                </a:ext>
              </a:extLst>
            </p:cNvPr>
            <p:cNvSpPr/>
            <p:nvPr/>
          </p:nvSpPr>
          <p:spPr>
            <a:xfrm>
              <a:off x="11457752" y="585980"/>
              <a:ext cx="43316" cy="44610"/>
            </a:xfrm>
            <a:custGeom>
              <a:avLst/>
              <a:gdLst>
                <a:gd name="connsiteX0" fmla="*/ 127644 w 182416"/>
                <a:gd name="connsiteY0" fmla="*/ 181041 h 187864"/>
                <a:gd name="connsiteX1" fmla="*/ 156544 w 182416"/>
                <a:gd name="connsiteY1" fmla="*/ 161683 h 187864"/>
                <a:gd name="connsiteX2" fmla="*/ 175570 w 182416"/>
                <a:gd name="connsiteY2" fmla="*/ 131930 h 187864"/>
                <a:gd name="connsiteX3" fmla="*/ 182391 w 182416"/>
                <a:gd name="connsiteY3" fmla="*/ 93574 h 187864"/>
                <a:gd name="connsiteX4" fmla="*/ 170544 w 182416"/>
                <a:gd name="connsiteY4" fmla="*/ 44643 h 187864"/>
                <a:gd name="connsiteX5" fmla="*/ 138055 w 182416"/>
                <a:gd name="connsiteY5" fmla="*/ 11842 h 187864"/>
                <a:gd name="connsiteX6" fmla="*/ 91206 w 182416"/>
                <a:gd name="connsiteY6" fmla="*/ 13 h 187864"/>
                <a:gd name="connsiteX7" fmla="*/ 55307 w 182416"/>
                <a:gd name="connsiteY7" fmla="*/ 6645 h 187864"/>
                <a:gd name="connsiteX8" fmla="*/ 26228 w 182416"/>
                <a:gd name="connsiteY8" fmla="*/ 25823 h 187864"/>
                <a:gd name="connsiteX9" fmla="*/ 6842 w 182416"/>
                <a:gd name="connsiteY9" fmla="*/ 55755 h 187864"/>
                <a:gd name="connsiteX10" fmla="*/ 21 w 182416"/>
                <a:gd name="connsiteY10" fmla="*/ 93574 h 187864"/>
                <a:gd name="connsiteX11" fmla="*/ 11868 w 182416"/>
                <a:gd name="connsiteY11" fmla="*/ 142863 h 187864"/>
                <a:gd name="connsiteX12" fmla="*/ 44357 w 182416"/>
                <a:gd name="connsiteY12" fmla="*/ 176022 h 187864"/>
                <a:gd name="connsiteX13" fmla="*/ 91206 w 182416"/>
                <a:gd name="connsiteY13" fmla="*/ 187851 h 187864"/>
                <a:gd name="connsiteX14" fmla="*/ 127644 w 182416"/>
                <a:gd name="connsiteY14" fmla="*/ 181041 h 187864"/>
                <a:gd name="connsiteX15" fmla="*/ 39331 w 182416"/>
                <a:gd name="connsiteY15" fmla="*/ 129242 h 187864"/>
                <a:gd name="connsiteX16" fmla="*/ 31613 w 182416"/>
                <a:gd name="connsiteY16" fmla="*/ 93395 h 187864"/>
                <a:gd name="connsiteX17" fmla="*/ 36101 w 182416"/>
                <a:gd name="connsiteY17" fmla="*/ 65792 h 187864"/>
                <a:gd name="connsiteX18" fmla="*/ 48665 w 182416"/>
                <a:gd name="connsiteY18" fmla="*/ 45001 h 187864"/>
                <a:gd name="connsiteX19" fmla="*/ 67692 w 182416"/>
                <a:gd name="connsiteY19" fmla="*/ 32096 h 187864"/>
                <a:gd name="connsiteX20" fmla="*/ 91206 w 182416"/>
                <a:gd name="connsiteY20" fmla="*/ 27615 h 187864"/>
                <a:gd name="connsiteX21" fmla="*/ 121901 w 182416"/>
                <a:gd name="connsiteY21" fmla="*/ 35502 h 187864"/>
                <a:gd name="connsiteX22" fmla="*/ 143261 w 182416"/>
                <a:gd name="connsiteY22" fmla="*/ 57906 h 187864"/>
                <a:gd name="connsiteX23" fmla="*/ 151159 w 182416"/>
                <a:gd name="connsiteY23" fmla="*/ 93036 h 187864"/>
                <a:gd name="connsiteX24" fmla="*/ 146671 w 182416"/>
                <a:gd name="connsiteY24" fmla="*/ 120818 h 187864"/>
                <a:gd name="connsiteX25" fmla="*/ 134106 w 182416"/>
                <a:gd name="connsiteY25" fmla="*/ 141788 h 187864"/>
                <a:gd name="connsiteX26" fmla="*/ 115080 w 182416"/>
                <a:gd name="connsiteY26" fmla="*/ 154872 h 187864"/>
                <a:gd name="connsiteX27" fmla="*/ 91206 w 182416"/>
                <a:gd name="connsiteY27" fmla="*/ 159353 h 187864"/>
                <a:gd name="connsiteX28" fmla="*/ 60692 w 182416"/>
                <a:gd name="connsiteY28" fmla="*/ 151467 h 187864"/>
                <a:gd name="connsiteX29" fmla="*/ 39331 w 182416"/>
                <a:gd name="connsiteY29" fmla="*/ 129242 h 18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2416" h="187864">
                  <a:moveTo>
                    <a:pt x="127644" y="181041"/>
                  </a:moveTo>
                  <a:cubicBezTo>
                    <a:pt x="138513" y="176649"/>
                    <a:pt x="148354" y="170058"/>
                    <a:pt x="156544" y="161683"/>
                  </a:cubicBezTo>
                  <a:cubicBezTo>
                    <a:pt x="164801" y="153125"/>
                    <a:pt x="171267" y="143011"/>
                    <a:pt x="175570" y="131930"/>
                  </a:cubicBezTo>
                  <a:cubicBezTo>
                    <a:pt x="180246" y="119688"/>
                    <a:pt x="182562" y="106676"/>
                    <a:pt x="182391" y="93574"/>
                  </a:cubicBezTo>
                  <a:cubicBezTo>
                    <a:pt x="182782" y="76511"/>
                    <a:pt x="178698" y="59645"/>
                    <a:pt x="170544" y="44643"/>
                  </a:cubicBezTo>
                  <a:cubicBezTo>
                    <a:pt x="162929" y="30940"/>
                    <a:pt x="151693" y="19594"/>
                    <a:pt x="138055" y="11842"/>
                  </a:cubicBezTo>
                  <a:cubicBezTo>
                    <a:pt x="123763" y="3822"/>
                    <a:pt x="107595" y="-260"/>
                    <a:pt x="91206" y="13"/>
                  </a:cubicBezTo>
                  <a:cubicBezTo>
                    <a:pt x="78924" y="-81"/>
                    <a:pt x="66741" y="2168"/>
                    <a:pt x="55307" y="6645"/>
                  </a:cubicBezTo>
                  <a:cubicBezTo>
                    <a:pt x="44366" y="10919"/>
                    <a:pt x="34458" y="17453"/>
                    <a:pt x="26228" y="25823"/>
                  </a:cubicBezTo>
                  <a:cubicBezTo>
                    <a:pt x="17765" y="34354"/>
                    <a:pt x="11164" y="44548"/>
                    <a:pt x="6842" y="55755"/>
                  </a:cubicBezTo>
                  <a:cubicBezTo>
                    <a:pt x="2216" y="67822"/>
                    <a:pt x="-100" y="80651"/>
                    <a:pt x="21" y="93574"/>
                  </a:cubicBezTo>
                  <a:cubicBezTo>
                    <a:pt x="-333" y="110744"/>
                    <a:pt x="3746" y="127723"/>
                    <a:pt x="11868" y="142863"/>
                  </a:cubicBezTo>
                  <a:cubicBezTo>
                    <a:pt x="19403" y="156714"/>
                    <a:pt x="30653" y="168198"/>
                    <a:pt x="44357" y="176022"/>
                  </a:cubicBezTo>
                  <a:cubicBezTo>
                    <a:pt x="58650" y="184043"/>
                    <a:pt x="74818" y="188125"/>
                    <a:pt x="91206" y="187851"/>
                  </a:cubicBezTo>
                  <a:cubicBezTo>
                    <a:pt x="103682" y="187973"/>
                    <a:pt x="116058" y="185660"/>
                    <a:pt x="127644" y="181041"/>
                  </a:cubicBezTo>
                  <a:close/>
                  <a:moveTo>
                    <a:pt x="39331" y="129242"/>
                  </a:moveTo>
                  <a:cubicBezTo>
                    <a:pt x="33893" y="118093"/>
                    <a:pt x="31241" y="105793"/>
                    <a:pt x="31613" y="93395"/>
                  </a:cubicBezTo>
                  <a:cubicBezTo>
                    <a:pt x="31456" y="84003"/>
                    <a:pt x="32973" y="74655"/>
                    <a:pt x="36101" y="65792"/>
                  </a:cubicBezTo>
                  <a:cubicBezTo>
                    <a:pt x="38838" y="58085"/>
                    <a:pt x="43110" y="51010"/>
                    <a:pt x="48665" y="45001"/>
                  </a:cubicBezTo>
                  <a:cubicBezTo>
                    <a:pt x="53956" y="39324"/>
                    <a:pt x="60458" y="34914"/>
                    <a:pt x="67692" y="32096"/>
                  </a:cubicBezTo>
                  <a:cubicBezTo>
                    <a:pt x="75177" y="29130"/>
                    <a:pt x="83156" y="27611"/>
                    <a:pt x="91206" y="27615"/>
                  </a:cubicBezTo>
                  <a:cubicBezTo>
                    <a:pt x="101967" y="27409"/>
                    <a:pt x="112576" y="30138"/>
                    <a:pt x="121901" y="35502"/>
                  </a:cubicBezTo>
                  <a:cubicBezTo>
                    <a:pt x="130983" y="40825"/>
                    <a:pt x="138383" y="48590"/>
                    <a:pt x="143261" y="57906"/>
                  </a:cubicBezTo>
                  <a:cubicBezTo>
                    <a:pt x="148776" y="68781"/>
                    <a:pt x="151486" y="80853"/>
                    <a:pt x="151159" y="93036"/>
                  </a:cubicBezTo>
                  <a:cubicBezTo>
                    <a:pt x="151307" y="102486"/>
                    <a:pt x="149786" y="111892"/>
                    <a:pt x="146671" y="120818"/>
                  </a:cubicBezTo>
                  <a:cubicBezTo>
                    <a:pt x="143956" y="128587"/>
                    <a:pt x="139680" y="135725"/>
                    <a:pt x="134106" y="141788"/>
                  </a:cubicBezTo>
                  <a:cubicBezTo>
                    <a:pt x="128789" y="147474"/>
                    <a:pt x="122296" y="151937"/>
                    <a:pt x="115080" y="154872"/>
                  </a:cubicBezTo>
                  <a:cubicBezTo>
                    <a:pt x="107491" y="157901"/>
                    <a:pt x="99383" y="159425"/>
                    <a:pt x="91206" y="159353"/>
                  </a:cubicBezTo>
                  <a:cubicBezTo>
                    <a:pt x="80513" y="159488"/>
                    <a:pt x="69976" y="156768"/>
                    <a:pt x="60692" y="151467"/>
                  </a:cubicBezTo>
                  <a:cubicBezTo>
                    <a:pt x="51591" y="146246"/>
                    <a:pt x="44182" y="138535"/>
                    <a:pt x="39331" y="129242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6" name="Forma libre 184">
              <a:extLst>
                <a:ext uri="{FF2B5EF4-FFF2-40B4-BE49-F238E27FC236}">
                  <a16:creationId xmlns:a16="http://schemas.microsoft.com/office/drawing/2014/main" id="{95906685-B8A9-84B0-5A13-A9B0FEA75B46}"/>
                </a:ext>
              </a:extLst>
            </p:cNvPr>
            <p:cNvSpPr/>
            <p:nvPr/>
          </p:nvSpPr>
          <p:spPr>
            <a:xfrm>
              <a:off x="11503119" y="569640"/>
              <a:ext cx="24636" cy="60096"/>
            </a:xfrm>
            <a:custGeom>
              <a:avLst/>
              <a:gdLst>
                <a:gd name="connsiteX0" fmla="*/ 30156 w 103749"/>
                <a:gd name="connsiteY0" fmla="*/ 253080 h 253080"/>
                <a:gd name="connsiteX1" fmla="*/ 61029 w 103749"/>
                <a:gd name="connsiteY1" fmla="*/ 253080 h 253080"/>
                <a:gd name="connsiteX2" fmla="*/ 61029 w 103749"/>
                <a:gd name="connsiteY2" fmla="*/ 98221 h 253080"/>
                <a:gd name="connsiteX3" fmla="*/ 103750 w 103749"/>
                <a:gd name="connsiteY3" fmla="*/ 98221 h 253080"/>
                <a:gd name="connsiteX4" fmla="*/ 103750 w 103749"/>
                <a:gd name="connsiteY4" fmla="*/ 72053 h 253080"/>
                <a:gd name="connsiteX5" fmla="*/ 61029 w 103749"/>
                <a:gd name="connsiteY5" fmla="*/ 72053 h 253080"/>
                <a:gd name="connsiteX6" fmla="*/ 61029 w 103749"/>
                <a:gd name="connsiteY6" fmla="*/ 54846 h 253080"/>
                <a:gd name="connsiteX7" fmla="*/ 66773 w 103749"/>
                <a:gd name="connsiteY7" fmla="*/ 34413 h 253080"/>
                <a:gd name="connsiteX8" fmla="*/ 85441 w 103749"/>
                <a:gd name="connsiteY8" fmla="*/ 27244 h 253080"/>
                <a:gd name="connsiteX9" fmla="*/ 103750 w 103749"/>
                <a:gd name="connsiteY9" fmla="*/ 27244 h 253080"/>
                <a:gd name="connsiteX10" fmla="*/ 103750 w 103749"/>
                <a:gd name="connsiteY10" fmla="*/ 0 h 253080"/>
                <a:gd name="connsiteX11" fmla="*/ 82210 w 103749"/>
                <a:gd name="connsiteY11" fmla="*/ 0 h 253080"/>
                <a:gd name="connsiteX12" fmla="*/ 43259 w 103749"/>
                <a:gd name="connsiteY12" fmla="*/ 14877 h 253080"/>
                <a:gd name="connsiteX13" fmla="*/ 30156 w 103749"/>
                <a:gd name="connsiteY13" fmla="*/ 53412 h 253080"/>
                <a:gd name="connsiteX14" fmla="*/ 30156 w 103749"/>
                <a:gd name="connsiteY14" fmla="*/ 72053 h 253080"/>
                <a:gd name="connsiteX15" fmla="*/ 0 w 103749"/>
                <a:gd name="connsiteY15" fmla="*/ 72053 h 253080"/>
                <a:gd name="connsiteX16" fmla="*/ 0 w 103749"/>
                <a:gd name="connsiteY16" fmla="*/ 98221 h 253080"/>
                <a:gd name="connsiteX17" fmla="*/ 30156 w 103749"/>
                <a:gd name="connsiteY17" fmla="*/ 98221 h 253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3749" h="253080">
                  <a:moveTo>
                    <a:pt x="30156" y="253080"/>
                  </a:moveTo>
                  <a:lnTo>
                    <a:pt x="61029" y="253080"/>
                  </a:lnTo>
                  <a:lnTo>
                    <a:pt x="61029" y="98221"/>
                  </a:lnTo>
                  <a:lnTo>
                    <a:pt x="103750" y="98221"/>
                  </a:lnTo>
                  <a:lnTo>
                    <a:pt x="103750" y="72053"/>
                  </a:lnTo>
                  <a:lnTo>
                    <a:pt x="61029" y="72053"/>
                  </a:lnTo>
                  <a:lnTo>
                    <a:pt x="61029" y="54846"/>
                  </a:lnTo>
                  <a:cubicBezTo>
                    <a:pt x="60558" y="47582"/>
                    <a:pt x="62587" y="40373"/>
                    <a:pt x="66773" y="34413"/>
                  </a:cubicBezTo>
                  <a:cubicBezTo>
                    <a:pt x="71526" y="29233"/>
                    <a:pt x="78436" y="26581"/>
                    <a:pt x="85441" y="27244"/>
                  </a:cubicBezTo>
                  <a:lnTo>
                    <a:pt x="103750" y="27244"/>
                  </a:lnTo>
                  <a:lnTo>
                    <a:pt x="103750" y="0"/>
                  </a:lnTo>
                  <a:lnTo>
                    <a:pt x="82210" y="0"/>
                  </a:lnTo>
                  <a:cubicBezTo>
                    <a:pt x="64978" y="0"/>
                    <a:pt x="51996" y="4960"/>
                    <a:pt x="43259" y="14877"/>
                  </a:cubicBezTo>
                  <a:cubicBezTo>
                    <a:pt x="34217" y="25631"/>
                    <a:pt x="29541" y="39382"/>
                    <a:pt x="30156" y="53412"/>
                  </a:cubicBezTo>
                  <a:lnTo>
                    <a:pt x="30156" y="72053"/>
                  </a:lnTo>
                  <a:lnTo>
                    <a:pt x="0" y="72053"/>
                  </a:lnTo>
                  <a:lnTo>
                    <a:pt x="0" y="98221"/>
                  </a:lnTo>
                  <a:lnTo>
                    <a:pt x="30156" y="98221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7" name="Forma libre 185">
              <a:extLst>
                <a:ext uri="{FF2B5EF4-FFF2-40B4-BE49-F238E27FC236}">
                  <a16:creationId xmlns:a16="http://schemas.microsoft.com/office/drawing/2014/main" id="{34A21EE7-A0DB-085C-A775-06C95906A521}"/>
                </a:ext>
              </a:extLst>
            </p:cNvPr>
            <p:cNvSpPr/>
            <p:nvPr/>
          </p:nvSpPr>
          <p:spPr>
            <a:xfrm>
              <a:off x="11549397" y="572619"/>
              <a:ext cx="25489" cy="57124"/>
            </a:xfrm>
            <a:custGeom>
              <a:avLst/>
              <a:gdLst>
                <a:gd name="connsiteX0" fmla="*/ 33746 w 107340"/>
                <a:gd name="connsiteY0" fmla="*/ 187122 h 240566"/>
                <a:gd name="connsiteX1" fmla="*/ 39490 w 107340"/>
                <a:gd name="connsiteY1" fmla="*/ 214903 h 240566"/>
                <a:gd name="connsiteX2" fmla="*/ 56901 w 107340"/>
                <a:gd name="connsiteY2" fmla="*/ 233723 h 240566"/>
                <a:gd name="connsiteX3" fmla="*/ 85800 w 107340"/>
                <a:gd name="connsiteY3" fmla="*/ 240534 h 240566"/>
                <a:gd name="connsiteX4" fmla="*/ 107340 w 107340"/>
                <a:gd name="connsiteY4" fmla="*/ 240534 h 240566"/>
                <a:gd name="connsiteX5" fmla="*/ 107340 w 107340"/>
                <a:gd name="connsiteY5" fmla="*/ 213290 h 240566"/>
                <a:gd name="connsiteX6" fmla="*/ 88672 w 107340"/>
                <a:gd name="connsiteY6" fmla="*/ 213290 h 240566"/>
                <a:gd name="connsiteX7" fmla="*/ 70363 w 107340"/>
                <a:gd name="connsiteY7" fmla="*/ 205941 h 240566"/>
                <a:gd name="connsiteX8" fmla="*/ 64619 w 107340"/>
                <a:gd name="connsiteY8" fmla="*/ 184612 h 240566"/>
                <a:gd name="connsiteX9" fmla="*/ 64619 w 107340"/>
                <a:gd name="connsiteY9" fmla="*/ 85675 h 240566"/>
                <a:gd name="connsiteX10" fmla="*/ 107340 w 107340"/>
                <a:gd name="connsiteY10" fmla="*/ 85675 h 240566"/>
                <a:gd name="connsiteX11" fmla="*/ 107340 w 107340"/>
                <a:gd name="connsiteY11" fmla="*/ 59506 h 240566"/>
                <a:gd name="connsiteX12" fmla="*/ 64619 w 107340"/>
                <a:gd name="connsiteY12" fmla="*/ 59506 h 240566"/>
                <a:gd name="connsiteX13" fmla="*/ 64619 w 107340"/>
                <a:gd name="connsiteY13" fmla="*/ 0 h 240566"/>
                <a:gd name="connsiteX14" fmla="*/ 33746 w 107340"/>
                <a:gd name="connsiteY14" fmla="*/ 20074 h 240566"/>
                <a:gd name="connsiteX15" fmla="*/ 33746 w 107340"/>
                <a:gd name="connsiteY15" fmla="*/ 59506 h 240566"/>
                <a:gd name="connsiteX16" fmla="*/ 0 w 107340"/>
                <a:gd name="connsiteY16" fmla="*/ 59506 h 240566"/>
                <a:gd name="connsiteX17" fmla="*/ 0 w 107340"/>
                <a:gd name="connsiteY17" fmla="*/ 85675 h 240566"/>
                <a:gd name="connsiteX18" fmla="*/ 33746 w 107340"/>
                <a:gd name="connsiteY18" fmla="*/ 85675 h 24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340" h="240566">
                  <a:moveTo>
                    <a:pt x="33746" y="187122"/>
                  </a:moveTo>
                  <a:cubicBezTo>
                    <a:pt x="33539" y="196697"/>
                    <a:pt x="35500" y="206192"/>
                    <a:pt x="39490" y="214903"/>
                  </a:cubicBezTo>
                  <a:cubicBezTo>
                    <a:pt x="43232" y="222807"/>
                    <a:pt x="49308" y="229376"/>
                    <a:pt x="56901" y="233723"/>
                  </a:cubicBezTo>
                  <a:cubicBezTo>
                    <a:pt x="65755" y="238522"/>
                    <a:pt x="75730" y="240874"/>
                    <a:pt x="85800" y="240534"/>
                  </a:cubicBezTo>
                  <a:lnTo>
                    <a:pt x="107340" y="240534"/>
                  </a:lnTo>
                  <a:lnTo>
                    <a:pt x="107340" y="213290"/>
                  </a:lnTo>
                  <a:lnTo>
                    <a:pt x="88672" y="213290"/>
                  </a:lnTo>
                  <a:cubicBezTo>
                    <a:pt x="81743" y="213895"/>
                    <a:pt x="74945" y="211166"/>
                    <a:pt x="70363" y="205941"/>
                  </a:cubicBezTo>
                  <a:cubicBezTo>
                    <a:pt x="66123" y="199668"/>
                    <a:pt x="64099" y="192163"/>
                    <a:pt x="64619" y="184612"/>
                  </a:cubicBezTo>
                  <a:lnTo>
                    <a:pt x="64619" y="85675"/>
                  </a:lnTo>
                  <a:lnTo>
                    <a:pt x="107340" y="85675"/>
                  </a:lnTo>
                  <a:lnTo>
                    <a:pt x="107340" y="59506"/>
                  </a:lnTo>
                  <a:lnTo>
                    <a:pt x="64619" y="59506"/>
                  </a:lnTo>
                  <a:lnTo>
                    <a:pt x="64619" y="0"/>
                  </a:lnTo>
                  <a:lnTo>
                    <a:pt x="33746" y="20074"/>
                  </a:lnTo>
                  <a:lnTo>
                    <a:pt x="33746" y="59506"/>
                  </a:lnTo>
                  <a:lnTo>
                    <a:pt x="0" y="59506"/>
                  </a:lnTo>
                  <a:lnTo>
                    <a:pt x="0" y="85675"/>
                  </a:lnTo>
                  <a:lnTo>
                    <a:pt x="33746" y="85675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8" name="Forma libre 186">
              <a:extLst>
                <a:ext uri="{FF2B5EF4-FFF2-40B4-BE49-F238E27FC236}">
                  <a16:creationId xmlns:a16="http://schemas.microsoft.com/office/drawing/2014/main" id="{4AF188C2-01A6-001F-505E-AD1745E1629C}"/>
                </a:ext>
              </a:extLst>
            </p:cNvPr>
            <p:cNvSpPr/>
            <p:nvPr/>
          </p:nvSpPr>
          <p:spPr>
            <a:xfrm>
              <a:off x="11580533" y="570151"/>
              <a:ext cx="36554" cy="59585"/>
            </a:xfrm>
            <a:custGeom>
              <a:avLst/>
              <a:gdLst>
                <a:gd name="connsiteX0" fmla="*/ 79697 w 153939"/>
                <a:gd name="connsiteY0" fmla="*/ 94278 h 250929"/>
                <a:gd name="connsiteX1" fmla="*/ 111109 w 153939"/>
                <a:gd name="connsiteY1" fmla="*/ 107183 h 250929"/>
                <a:gd name="connsiteX2" fmla="*/ 123136 w 153939"/>
                <a:gd name="connsiteY2" fmla="*/ 142313 h 250929"/>
                <a:gd name="connsiteX3" fmla="*/ 123136 w 153939"/>
                <a:gd name="connsiteY3" fmla="*/ 250929 h 250929"/>
                <a:gd name="connsiteX4" fmla="*/ 153920 w 153939"/>
                <a:gd name="connsiteY4" fmla="*/ 250929 h 250929"/>
                <a:gd name="connsiteX5" fmla="*/ 153920 w 153939"/>
                <a:gd name="connsiteY5" fmla="*/ 137653 h 250929"/>
                <a:gd name="connsiteX6" fmla="*/ 145304 w 153939"/>
                <a:gd name="connsiteY6" fmla="*/ 100013 h 250929"/>
                <a:gd name="connsiteX7" fmla="*/ 121251 w 153939"/>
                <a:gd name="connsiteY7" fmla="*/ 75279 h 250929"/>
                <a:gd name="connsiteX8" fmla="*/ 86069 w 153939"/>
                <a:gd name="connsiteY8" fmla="*/ 66675 h 250929"/>
                <a:gd name="connsiteX9" fmla="*/ 50888 w 153939"/>
                <a:gd name="connsiteY9" fmla="*/ 76175 h 250929"/>
                <a:gd name="connsiteX10" fmla="*/ 30784 w 153939"/>
                <a:gd name="connsiteY10" fmla="*/ 97952 h 250929"/>
                <a:gd name="connsiteX11" fmla="*/ 30784 w 153939"/>
                <a:gd name="connsiteY11" fmla="*/ 0 h 250929"/>
                <a:gd name="connsiteX12" fmla="*/ 0 w 153939"/>
                <a:gd name="connsiteY12" fmla="*/ 0 h 250929"/>
                <a:gd name="connsiteX13" fmla="*/ 0 w 153939"/>
                <a:gd name="connsiteY13" fmla="*/ 250929 h 250929"/>
                <a:gd name="connsiteX14" fmla="*/ 30874 w 153939"/>
                <a:gd name="connsiteY14" fmla="*/ 250929 h 250929"/>
                <a:gd name="connsiteX15" fmla="*/ 30874 w 153939"/>
                <a:gd name="connsiteY15" fmla="*/ 143388 h 250929"/>
                <a:gd name="connsiteX16" fmla="*/ 44336 w 153939"/>
                <a:gd name="connsiteY16" fmla="*/ 107541 h 250929"/>
                <a:gd name="connsiteX17" fmla="*/ 79697 w 153939"/>
                <a:gd name="connsiteY17" fmla="*/ 94278 h 2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3939" h="250929">
                  <a:moveTo>
                    <a:pt x="79697" y="94278"/>
                  </a:moveTo>
                  <a:cubicBezTo>
                    <a:pt x="91548" y="93825"/>
                    <a:pt x="103010" y="98535"/>
                    <a:pt x="111109" y="107183"/>
                  </a:cubicBezTo>
                  <a:cubicBezTo>
                    <a:pt x="119550" y="116879"/>
                    <a:pt x="123867" y="129484"/>
                    <a:pt x="123136" y="142313"/>
                  </a:cubicBezTo>
                  <a:lnTo>
                    <a:pt x="123136" y="250929"/>
                  </a:lnTo>
                  <a:lnTo>
                    <a:pt x="153920" y="250929"/>
                  </a:lnTo>
                  <a:lnTo>
                    <a:pt x="153920" y="137653"/>
                  </a:lnTo>
                  <a:cubicBezTo>
                    <a:pt x="154216" y="124586"/>
                    <a:pt x="151254" y="111655"/>
                    <a:pt x="145304" y="100013"/>
                  </a:cubicBezTo>
                  <a:cubicBezTo>
                    <a:pt x="139896" y="89586"/>
                    <a:pt x="131527" y="80983"/>
                    <a:pt x="121251" y="75279"/>
                  </a:cubicBezTo>
                  <a:cubicBezTo>
                    <a:pt x="110468" y="69413"/>
                    <a:pt x="98347" y="66451"/>
                    <a:pt x="86069" y="66675"/>
                  </a:cubicBezTo>
                  <a:cubicBezTo>
                    <a:pt x="73702" y="66644"/>
                    <a:pt x="61554" y="69924"/>
                    <a:pt x="50888" y="76175"/>
                  </a:cubicBezTo>
                  <a:cubicBezTo>
                    <a:pt x="42209" y="81328"/>
                    <a:pt x="35222" y="88896"/>
                    <a:pt x="30784" y="97952"/>
                  </a:cubicBezTo>
                  <a:lnTo>
                    <a:pt x="30784" y="0"/>
                  </a:lnTo>
                  <a:lnTo>
                    <a:pt x="0" y="0"/>
                  </a:lnTo>
                  <a:lnTo>
                    <a:pt x="0" y="250929"/>
                  </a:lnTo>
                  <a:lnTo>
                    <a:pt x="30874" y="250929"/>
                  </a:lnTo>
                  <a:lnTo>
                    <a:pt x="30874" y="143388"/>
                  </a:lnTo>
                  <a:cubicBezTo>
                    <a:pt x="30142" y="130084"/>
                    <a:pt x="35025" y="117085"/>
                    <a:pt x="44336" y="107541"/>
                  </a:cubicBezTo>
                  <a:cubicBezTo>
                    <a:pt x="53854" y="98543"/>
                    <a:pt x="66603" y="93762"/>
                    <a:pt x="79697" y="94278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39" name="Forma libre 187">
              <a:extLst>
                <a:ext uri="{FF2B5EF4-FFF2-40B4-BE49-F238E27FC236}">
                  <a16:creationId xmlns:a16="http://schemas.microsoft.com/office/drawing/2014/main" id="{9E811541-CD58-5466-FD8B-321716716248}"/>
                </a:ext>
              </a:extLst>
            </p:cNvPr>
            <p:cNvSpPr/>
            <p:nvPr/>
          </p:nvSpPr>
          <p:spPr>
            <a:xfrm>
              <a:off x="11624195" y="585938"/>
              <a:ext cx="40290" cy="44572"/>
            </a:xfrm>
            <a:custGeom>
              <a:avLst/>
              <a:gdLst>
                <a:gd name="connsiteX0" fmla="*/ 158880 w 169671"/>
                <a:gd name="connsiteY0" fmla="*/ 43388 h 187705"/>
                <a:gd name="connsiteX1" fmla="*/ 129442 w 169671"/>
                <a:gd name="connsiteY1" fmla="*/ 11305 h 187705"/>
                <a:gd name="connsiteX2" fmla="*/ 86722 w 169671"/>
                <a:gd name="connsiteY2" fmla="*/ 13 h 187705"/>
                <a:gd name="connsiteX3" fmla="*/ 51899 w 169671"/>
                <a:gd name="connsiteY3" fmla="*/ 6645 h 187705"/>
                <a:gd name="connsiteX4" fmla="*/ 24436 w 169671"/>
                <a:gd name="connsiteY4" fmla="*/ 25465 h 187705"/>
                <a:gd name="connsiteX5" fmla="*/ 6486 w 169671"/>
                <a:gd name="connsiteY5" fmla="*/ 54859 h 187705"/>
                <a:gd name="connsiteX6" fmla="*/ 24 w 169671"/>
                <a:gd name="connsiteY6" fmla="*/ 93574 h 187705"/>
                <a:gd name="connsiteX7" fmla="*/ 11512 w 169671"/>
                <a:gd name="connsiteY7" fmla="*/ 142864 h 187705"/>
                <a:gd name="connsiteX8" fmla="*/ 87799 w 169671"/>
                <a:gd name="connsiteY8" fmla="*/ 187673 h 187705"/>
                <a:gd name="connsiteX9" fmla="*/ 117775 w 169671"/>
                <a:gd name="connsiteY9" fmla="*/ 183192 h 187705"/>
                <a:gd name="connsiteX10" fmla="*/ 144699 w 169671"/>
                <a:gd name="connsiteY10" fmla="*/ 169032 h 187705"/>
                <a:gd name="connsiteX11" fmla="*/ 166239 w 169671"/>
                <a:gd name="connsiteY11" fmla="*/ 142505 h 187705"/>
                <a:gd name="connsiteX12" fmla="*/ 142905 w 169671"/>
                <a:gd name="connsiteY12" fmla="*/ 128167 h 187705"/>
                <a:gd name="connsiteX13" fmla="*/ 128186 w 169671"/>
                <a:gd name="connsiteY13" fmla="*/ 146449 h 187705"/>
                <a:gd name="connsiteX14" fmla="*/ 109697 w 169671"/>
                <a:gd name="connsiteY14" fmla="*/ 156844 h 187705"/>
                <a:gd name="connsiteX15" fmla="*/ 88337 w 169671"/>
                <a:gd name="connsiteY15" fmla="*/ 160071 h 187705"/>
                <a:gd name="connsiteX16" fmla="*/ 58899 w 169671"/>
                <a:gd name="connsiteY16" fmla="*/ 152543 h 187705"/>
                <a:gd name="connsiteX17" fmla="*/ 38616 w 169671"/>
                <a:gd name="connsiteY17" fmla="*/ 130138 h 187705"/>
                <a:gd name="connsiteX18" fmla="*/ 31212 w 169671"/>
                <a:gd name="connsiteY18" fmla="*/ 100564 h 187705"/>
                <a:gd name="connsiteX19" fmla="*/ 169291 w 169671"/>
                <a:gd name="connsiteY19" fmla="*/ 100564 h 187705"/>
                <a:gd name="connsiteX20" fmla="*/ 169650 w 169671"/>
                <a:gd name="connsiteY20" fmla="*/ 96084 h 187705"/>
                <a:gd name="connsiteX21" fmla="*/ 169650 w 169671"/>
                <a:gd name="connsiteY21" fmla="*/ 91603 h 187705"/>
                <a:gd name="connsiteX22" fmla="*/ 158880 w 169671"/>
                <a:gd name="connsiteY22" fmla="*/ 43388 h 187705"/>
                <a:gd name="connsiteX23" fmla="*/ 46155 w 169671"/>
                <a:gd name="connsiteY23" fmla="*/ 44285 h 187705"/>
                <a:gd name="connsiteX24" fmla="*/ 63567 w 169671"/>
                <a:gd name="connsiteY24" fmla="*/ 30842 h 187705"/>
                <a:gd name="connsiteX25" fmla="*/ 86363 w 169671"/>
                <a:gd name="connsiteY25" fmla="*/ 26361 h 187705"/>
                <a:gd name="connsiteX26" fmla="*/ 123698 w 169671"/>
                <a:gd name="connsiteY26" fmla="*/ 42671 h 187705"/>
                <a:gd name="connsiteX27" fmla="*/ 137475 w 169671"/>
                <a:gd name="connsiteY27" fmla="*/ 76905 h 187705"/>
                <a:gd name="connsiteX28" fmla="*/ 32334 w 169671"/>
                <a:gd name="connsiteY28" fmla="*/ 76905 h 187705"/>
                <a:gd name="connsiteX29" fmla="*/ 35026 w 169671"/>
                <a:gd name="connsiteY29" fmla="*/ 65255 h 187705"/>
                <a:gd name="connsiteX30" fmla="*/ 46335 w 169671"/>
                <a:gd name="connsiteY30" fmla="*/ 44464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671" h="187705">
                  <a:moveTo>
                    <a:pt x="158880" y="43388"/>
                  </a:moveTo>
                  <a:cubicBezTo>
                    <a:pt x="152279" y="30147"/>
                    <a:pt x="142074" y="19030"/>
                    <a:pt x="129442" y="11305"/>
                  </a:cubicBezTo>
                  <a:cubicBezTo>
                    <a:pt x="116532" y="3647"/>
                    <a:pt x="101737" y="-260"/>
                    <a:pt x="86722" y="13"/>
                  </a:cubicBezTo>
                  <a:cubicBezTo>
                    <a:pt x="74785" y="-143"/>
                    <a:pt x="62938" y="2115"/>
                    <a:pt x="51899" y="6645"/>
                  </a:cubicBezTo>
                  <a:cubicBezTo>
                    <a:pt x="41520" y="10920"/>
                    <a:pt x="32163" y="17336"/>
                    <a:pt x="24436" y="25465"/>
                  </a:cubicBezTo>
                  <a:cubicBezTo>
                    <a:pt x="16502" y="33934"/>
                    <a:pt x="10390" y="43939"/>
                    <a:pt x="6486" y="54859"/>
                  </a:cubicBezTo>
                  <a:cubicBezTo>
                    <a:pt x="2017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60" y="186167"/>
                    <a:pt x="117775" y="183192"/>
                  </a:cubicBezTo>
                  <a:cubicBezTo>
                    <a:pt x="127522" y="180113"/>
                    <a:pt x="136640" y="175314"/>
                    <a:pt x="144699" y="169032"/>
                  </a:cubicBezTo>
                  <a:cubicBezTo>
                    <a:pt x="153683" y="161818"/>
                    <a:pt x="161025" y="152776"/>
                    <a:pt x="166239" y="142505"/>
                  </a:cubicBezTo>
                  <a:lnTo>
                    <a:pt x="142905" y="128167"/>
                  </a:lnTo>
                  <a:cubicBezTo>
                    <a:pt x="139023" y="135018"/>
                    <a:pt x="134051" y="141193"/>
                    <a:pt x="128186" y="146449"/>
                  </a:cubicBezTo>
                  <a:cubicBezTo>
                    <a:pt x="122801" y="151140"/>
                    <a:pt x="116509" y="154680"/>
                    <a:pt x="109697" y="156844"/>
                  </a:cubicBezTo>
                  <a:cubicBezTo>
                    <a:pt x="102787" y="159009"/>
                    <a:pt x="95580" y="160097"/>
                    <a:pt x="88337" y="160071"/>
                  </a:cubicBezTo>
                  <a:cubicBezTo>
                    <a:pt x="78016" y="160312"/>
                    <a:pt x="67834" y="157705"/>
                    <a:pt x="58899" y="152543"/>
                  </a:cubicBezTo>
                  <a:cubicBezTo>
                    <a:pt x="50154" y="147139"/>
                    <a:pt x="43122" y="139373"/>
                    <a:pt x="38616" y="130138"/>
                  </a:cubicBezTo>
                  <a:cubicBezTo>
                    <a:pt x="34124" y="120899"/>
                    <a:pt x="31602" y="110830"/>
                    <a:pt x="31212" y="100564"/>
                  </a:cubicBezTo>
                  <a:lnTo>
                    <a:pt x="169291" y="100564"/>
                  </a:lnTo>
                  <a:cubicBezTo>
                    <a:pt x="169551" y="99086"/>
                    <a:pt x="169672" y="97585"/>
                    <a:pt x="169650" y="96084"/>
                  </a:cubicBezTo>
                  <a:lnTo>
                    <a:pt x="169650" y="91603"/>
                  </a:lnTo>
                  <a:cubicBezTo>
                    <a:pt x="169995" y="74902"/>
                    <a:pt x="166302" y="58359"/>
                    <a:pt x="158880" y="43388"/>
                  </a:cubicBezTo>
                  <a:close/>
                  <a:moveTo>
                    <a:pt x="46155" y="44285"/>
                  </a:moveTo>
                  <a:cubicBezTo>
                    <a:pt x="50768" y="38446"/>
                    <a:pt x="56746" y="33831"/>
                    <a:pt x="63567" y="30842"/>
                  </a:cubicBezTo>
                  <a:cubicBezTo>
                    <a:pt x="70769" y="27768"/>
                    <a:pt x="78532" y="26245"/>
                    <a:pt x="86363" y="26361"/>
                  </a:cubicBezTo>
                  <a:cubicBezTo>
                    <a:pt x="100615" y="25994"/>
                    <a:pt x="114297" y="31971"/>
                    <a:pt x="123698" y="42671"/>
                  </a:cubicBezTo>
                  <a:cubicBezTo>
                    <a:pt x="131713" y="52395"/>
                    <a:pt x="136524" y="64350"/>
                    <a:pt x="137475" y="76905"/>
                  </a:cubicBezTo>
                  <a:lnTo>
                    <a:pt x="32334" y="76905"/>
                  </a:lnTo>
                  <a:cubicBezTo>
                    <a:pt x="32940" y="72962"/>
                    <a:pt x="33842" y="69068"/>
                    <a:pt x="35026" y="65255"/>
                  </a:cubicBezTo>
                  <a:cubicBezTo>
                    <a:pt x="37441" y="57673"/>
                    <a:pt x="41277" y="50616"/>
                    <a:pt x="46335" y="44464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0" name="Forma libre 188">
              <a:extLst>
                <a:ext uri="{FF2B5EF4-FFF2-40B4-BE49-F238E27FC236}">
                  <a16:creationId xmlns:a16="http://schemas.microsoft.com/office/drawing/2014/main" id="{798A26E0-B5ED-57E8-5B08-EDA86CE700AB}"/>
                </a:ext>
              </a:extLst>
            </p:cNvPr>
            <p:cNvSpPr/>
            <p:nvPr/>
          </p:nvSpPr>
          <p:spPr>
            <a:xfrm>
              <a:off x="11058558" y="660592"/>
              <a:ext cx="7672" cy="59585"/>
            </a:xfrm>
            <a:custGeom>
              <a:avLst/>
              <a:gdLst>
                <a:gd name="connsiteX0" fmla="*/ 0 w 32309"/>
                <a:gd name="connsiteY0" fmla="*/ 0 h 250929"/>
                <a:gd name="connsiteX1" fmla="*/ 32310 w 32309"/>
                <a:gd name="connsiteY1" fmla="*/ 0 h 250929"/>
                <a:gd name="connsiteX2" fmla="*/ 32310 w 32309"/>
                <a:gd name="connsiteY2" fmla="*/ 250929 h 250929"/>
                <a:gd name="connsiteX3" fmla="*/ 0 w 32309"/>
                <a:gd name="connsiteY3" fmla="*/ 250929 h 2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09" h="250929">
                  <a:moveTo>
                    <a:pt x="0" y="0"/>
                  </a:moveTo>
                  <a:lnTo>
                    <a:pt x="32310" y="0"/>
                  </a:lnTo>
                  <a:lnTo>
                    <a:pt x="32310" y="250929"/>
                  </a:lnTo>
                  <a:lnTo>
                    <a:pt x="0" y="250929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1" name="Forma libre 189">
              <a:extLst>
                <a:ext uri="{FF2B5EF4-FFF2-40B4-BE49-F238E27FC236}">
                  <a16:creationId xmlns:a16="http://schemas.microsoft.com/office/drawing/2014/main" id="{E89D44F8-FCDB-8279-2AEF-9658C813292F}"/>
                </a:ext>
              </a:extLst>
            </p:cNvPr>
            <p:cNvSpPr/>
            <p:nvPr/>
          </p:nvSpPr>
          <p:spPr>
            <a:xfrm>
              <a:off x="11076630" y="660593"/>
              <a:ext cx="42415" cy="60361"/>
            </a:xfrm>
            <a:custGeom>
              <a:avLst/>
              <a:gdLst>
                <a:gd name="connsiteX0" fmla="*/ 137136 w 178621"/>
                <a:gd name="connsiteY0" fmla="*/ 78505 h 254195"/>
                <a:gd name="connsiteX1" fmla="*/ 94057 w 178621"/>
                <a:gd name="connsiteY1" fmla="*/ 66675 h 254195"/>
                <a:gd name="connsiteX2" fmla="*/ 59952 w 178621"/>
                <a:gd name="connsiteY2" fmla="*/ 74741 h 254195"/>
                <a:gd name="connsiteX3" fmla="*/ 36079 w 178621"/>
                <a:gd name="connsiteY3" fmla="*/ 96249 h 254195"/>
                <a:gd name="connsiteX4" fmla="*/ 30874 w 178621"/>
                <a:gd name="connsiteY4" fmla="*/ 104628 h 254195"/>
                <a:gd name="connsiteX5" fmla="*/ 30874 w 178621"/>
                <a:gd name="connsiteY5" fmla="*/ 0 h 254195"/>
                <a:gd name="connsiteX6" fmla="*/ 0 w 178621"/>
                <a:gd name="connsiteY6" fmla="*/ 0 h 254195"/>
                <a:gd name="connsiteX7" fmla="*/ 0 w 178621"/>
                <a:gd name="connsiteY7" fmla="*/ 250929 h 254195"/>
                <a:gd name="connsiteX8" fmla="*/ 30874 w 178621"/>
                <a:gd name="connsiteY8" fmla="*/ 250929 h 254195"/>
                <a:gd name="connsiteX9" fmla="*/ 30874 w 178621"/>
                <a:gd name="connsiteY9" fmla="*/ 216337 h 254195"/>
                <a:gd name="connsiteX10" fmla="*/ 35900 w 178621"/>
                <a:gd name="connsiteY10" fmla="*/ 224582 h 254195"/>
                <a:gd name="connsiteX11" fmla="*/ 94236 w 178621"/>
                <a:gd name="connsiteY11" fmla="*/ 254156 h 254195"/>
                <a:gd name="connsiteX12" fmla="*/ 127444 w 178621"/>
                <a:gd name="connsiteY12" fmla="*/ 247345 h 254195"/>
                <a:gd name="connsiteX13" fmla="*/ 154368 w 178621"/>
                <a:gd name="connsiteY13" fmla="*/ 227987 h 254195"/>
                <a:gd name="connsiteX14" fmla="*/ 172318 w 178621"/>
                <a:gd name="connsiteY14" fmla="*/ 198234 h 254195"/>
                <a:gd name="connsiteX15" fmla="*/ 178600 w 178621"/>
                <a:gd name="connsiteY15" fmla="*/ 160236 h 254195"/>
                <a:gd name="connsiteX16" fmla="*/ 167651 w 178621"/>
                <a:gd name="connsiteY16" fmla="*/ 111484 h 254195"/>
                <a:gd name="connsiteX17" fmla="*/ 137136 w 178621"/>
                <a:gd name="connsiteY17" fmla="*/ 78505 h 254195"/>
                <a:gd name="connsiteX18" fmla="*/ 142701 w 178621"/>
                <a:gd name="connsiteY18" fmla="*/ 188018 h 254195"/>
                <a:gd name="connsiteX19" fmla="*/ 130675 w 178621"/>
                <a:gd name="connsiteY19" fmla="*/ 208809 h 254195"/>
                <a:gd name="connsiteX20" fmla="*/ 112007 w 178621"/>
                <a:gd name="connsiteY20" fmla="*/ 221714 h 254195"/>
                <a:gd name="connsiteX21" fmla="*/ 88672 w 178621"/>
                <a:gd name="connsiteY21" fmla="*/ 226195 h 254195"/>
                <a:gd name="connsiteX22" fmla="*/ 46490 w 178621"/>
                <a:gd name="connsiteY22" fmla="*/ 208809 h 254195"/>
                <a:gd name="connsiteX23" fmla="*/ 30156 w 178621"/>
                <a:gd name="connsiteY23" fmla="*/ 160236 h 254195"/>
                <a:gd name="connsiteX24" fmla="*/ 34643 w 178621"/>
                <a:gd name="connsiteY24" fmla="*/ 132813 h 254195"/>
                <a:gd name="connsiteX25" fmla="*/ 46849 w 178621"/>
                <a:gd name="connsiteY25" fmla="*/ 112022 h 254195"/>
                <a:gd name="connsiteX26" fmla="*/ 65337 w 178621"/>
                <a:gd name="connsiteY26" fmla="*/ 98938 h 254195"/>
                <a:gd name="connsiteX27" fmla="*/ 88851 w 178621"/>
                <a:gd name="connsiteY27" fmla="*/ 94457 h 254195"/>
                <a:gd name="connsiteX28" fmla="*/ 130675 w 178621"/>
                <a:gd name="connsiteY28" fmla="*/ 111843 h 254195"/>
                <a:gd name="connsiteX29" fmla="*/ 147009 w 178621"/>
                <a:gd name="connsiteY29" fmla="*/ 160057 h 254195"/>
                <a:gd name="connsiteX30" fmla="*/ 142701 w 178621"/>
                <a:gd name="connsiteY30" fmla="*/ 188018 h 25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8621" h="254195">
                  <a:moveTo>
                    <a:pt x="137136" y="78505"/>
                  </a:moveTo>
                  <a:cubicBezTo>
                    <a:pt x="124195" y="70551"/>
                    <a:pt x="109252" y="66447"/>
                    <a:pt x="94057" y="66675"/>
                  </a:cubicBezTo>
                  <a:cubicBezTo>
                    <a:pt x="82179" y="66357"/>
                    <a:pt x="70426" y="69140"/>
                    <a:pt x="59952" y="74741"/>
                  </a:cubicBezTo>
                  <a:cubicBezTo>
                    <a:pt x="50470" y="80015"/>
                    <a:pt x="42308" y="87368"/>
                    <a:pt x="36079" y="96249"/>
                  </a:cubicBezTo>
                  <a:cubicBezTo>
                    <a:pt x="34176" y="98933"/>
                    <a:pt x="32435" y="101734"/>
                    <a:pt x="30874" y="104628"/>
                  </a:cubicBezTo>
                  <a:lnTo>
                    <a:pt x="30874" y="0"/>
                  </a:lnTo>
                  <a:lnTo>
                    <a:pt x="0" y="0"/>
                  </a:lnTo>
                  <a:lnTo>
                    <a:pt x="0" y="250929"/>
                  </a:lnTo>
                  <a:lnTo>
                    <a:pt x="30874" y="250929"/>
                  </a:lnTo>
                  <a:lnTo>
                    <a:pt x="30874" y="216337"/>
                  </a:lnTo>
                  <a:cubicBezTo>
                    <a:pt x="32395" y="219178"/>
                    <a:pt x="34073" y="221929"/>
                    <a:pt x="35900" y="224582"/>
                  </a:cubicBezTo>
                  <a:cubicBezTo>
                    <a:pt x="48972" y="243787"/>
                    <a:pt x="70996" y="254953"/>
                    <a:pt x="94236" y="254156"/>
                  </a:cubicBezTo>
                  <a:cubicBezTo>
                    <a:pt x="105661" y="254259"/>
                    <a:pt x="116983" y="251933"/>
                    <a:pt x="127444" y="247345"/>
                  </a:cubicBezTo>
                  <a:cubicBezTo>
                    <a:pt x="137648" y="242801"/>
                    <a:pt x="146816" y="236210"/>
                    <a:pt x="154368" y="227987"/>
                  </a:cubicBezTo>
                  <a:cubicBezTo>
                    <a:pt x="162239" y="219335"/>
                    <a:pt x="168333" y="209226"/>
                    <a:pt x="172318" y="198234"/>
                  </a:cubicBezTo>
                  <a:cubicBezTo>
                    <a:pt x="176622" y="186033"/>
                    <a:pt x="178749" y="173173"/>
                    <a:pt x="178600" y="160236"/>
                  </a:cubicBezTo>
                  <a:cubicBezTo>
                    <a:pt x="178937" y="143343"/>
                    <a:pt x="175181" y="126616"/>
                    <a:pt x="167651" y="111484"/>
                  </a:cubicBezTo>
                  <a:cubicBezTo>
                    <a:pt x="160714" y="97894"/>
                    <a:pt x="150155" y="86481"/>
                    <a:pt x="137136" y="78505"/>
                  </a:cubicBezTo>
                  <a:close/>
                  <a:moveTo>
                    <a:pt x="142701" y="188018"/>
                  </a:moveTo>
                  <a:cubicBezTo>
                    <a:pt x="140228" y="195729"/>
                    <a:pt x="136127" y="202818"/>
                    <a:pt x="130675" y="208809"/>
                  </a:cubicBezTo>
                  <a:cubicBezTo>
                    <a:pt x="125438" y="214383"/>
                    <a:pt x="119075" y="218779"/>
                    <a:pt x="112007" y="221714"/>
                  </a:cubicBezTo>
                  <a:cubicBezTo>
                    <a:pt x="104598" y="224730"/>
                    <a:pt x="96669" y="226249"/>
                    <a:pt x="88672" y="226195"/>
                  </a:cubicBezTo>
                  <a:cubicBezTo>
                    <a:pt x="72759" y="226737"/>
                    <a:pt x="57385" y="220401"/>
                    <a:pt x="46490" y="208809"/>
                  </a:cubicBezTo>
                  <a:cubicBezTo>
                    <a:pt x="35572" y="197217"/>
                    <a:pt x="30124" y="181028"/>
                    <a:pt x="30156" y="160236"/>
                  </a:cubicBezTo>
                  <a:cubicBezTo>
                    <a:pt x="30052" y="150907"/>
                    <a:pt x="31569" y="141627"/>
                    <a:pt x="34643" y="132813"/>
                  </a:cubicBezTo>
                  <a:cubicBezTo>
                    <a:pt x="37291" y="125142"/>
                    <a:pt x="41437" y="118076"/>
                    <a:pt x="46849" y="112022"/>
                  </a:cubicBezTo>
                  <a:cubicBezTo>
                    <a:pt x="51911" y="106287"/>
                    <a:pt x="58243" y="101810"/>
                    <a:pt x="65337" y="98938"/>
                  </a:cubicBezTo>
                  <a:cubicBezTo>
                    <a:pt x="72809" y="95927"/>
                    <a:pt x="80797" y="94408"/>
                    <a:pt x="88851" y="94457"/>
                  </a:cubicBezTo>
                  <a:cubicBezTo>
                    <a:pt x="104652" y="93964"/>
                    <a:pt x="119896" y="100300"/>
                    <a:pt x="130675" y="111843"/>
                  </a:cubicBezTo>
                  <a:cubicBezTo>
                    <a:pt x="141534" y="123403"/>
                    <a:pt x="146977" y="139476"/>
                    <a:pt x="147009" y="160057"/>
                  </a:cubicBezTo>
                  <a:cubicBezTo>
                    <a:pt x="147090" y="169548"/>
                    <a:pt x="145636" y="178989"/>
                    <a:pt x="142701" y="188018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2" name="Forma libre 190">
              <a:extLst>
                <a:ext uri="{FF2B5EF4-FFF2-40B4-BE49-F238E27FC236}">
                  <a16:creationId xmlns:a16="http://schemas.microsoft.com/office/drawing/2014/main" id="{D859DFFE-A711-07A1-A7BA-20B1B18B0942}"/>
                </a:ext>
              </a:extLst>
            </p:cNvPr>
            <p:cNvSpPr/>
            <p:nvPr/>
          </p:nvSpPr>
          <p:spPr>
            <a:xfrm>
              <a:off x="11124192" y="676422"/>
              <a:ext cx="40248" cy="44572"/>
            </a:xfrm>
            <a:custGeom>
              <a:avLst/>
              <a:gdLst>
                <a:gd name="connsiteX0" fmla="*/ 129442 w 169496"/>
                <a:gd name="connsiteY0" fmla="*/ 11305 h 187705"/>
                <a:gd name="connsiteX1" fmla="*/ 86722 w 169496"/>
                <a:gd name="connsiteY1" fmla="*/ 13 h 187705"/>
                <a:gd name="connsiteX2" fmla="*/ 51899 w 169496"/>
                <a:gd name="connsiteY2" fmla="*/ 6645 h 187705"/>
                <a:gd name="connsiteX3" fmla="*/ 24436 w 169496"/>
                <a:gd name="connsiteY3" fmla="*/ 25465 h 187705"/>
                <a:gd name="connsiteX4" fmla="*/ 6486 w 169496"/>
                <a:gd name="connsiteY4" fmla="*/ 54859 h 187705"/>
                <a:gd name="connsiteX5" fmla="*/ 24 w 169496"/>
                <a:gd name="connsiteY5" fmla="*/ 93574 h 187705"/>
                <a:gd name="connsiteX6" fmla="*/ 11512 w 169496"/>
                <a:gd name="connsiteY6" fmla="*/ 142864 h 187705"/>
                <a:gd name="connsiteX7" fmla="*/ 87799 w 169496"/>
                <a:gd name="connsiteY7" fmla="*/ 187673 h 187705"/>
                <a:gd name="connsiteX8" fmla="*/ 117775 w 169496"/>
                <a:gd name="connsiteY8" fmla="*/ 183192 h 187705"/>
                <a:gd name="connsiteX9" fmla="*/ 144699 w 169496"/>
                <a:gd name="connsiteY9" fmla="*/ 169032 h 187705"/>
                <a:gd name="connsiteX10" fmla="*/ 166239 w 169496"/>
                <a:gd name="connsiteY10" fmla="*/ 142506 h 187705"/>
                <a:gd name="connsiteX11" fmla="*/ 142905 w 169496"/>
                <a:gd name="connsiteY11" fmla="*/ 128167 h 187705"/>
                <a:gd name="connsiteX12" fmla="*/ 128186 w 169496"/>
                <a:gd name="connsiteY12" fmla="*/ 146449 h 187705"/>
                <a:gd name="connsiteX13" fmla="*/ 109697 w 169496"/>
                <a:gd name="connsiteY13" fmla="*/ 156844 h 187705"/>
                <a:gd name="connsiteX14" fmla="*/ 88337 w 169496"/>
                <a:gd name="connsiteY14" fmla="*/ 160071 h 187705"/>
                <a:gd name="connsiteX15" fmla="*/ 58899 w 169496"/>
                <a:gd name="connsiteY15" fmla="*/ 152543 h 187705"/>
                <a:gd name="connsiteX16" fmla="*/ 38616 w 169496"/>
                <a:gd name="connsiteY16" fmla="*/ 130138 h 187705"/>
                <a:gd name="connsiteX17" fmla="*/ 31212 w 169496"/>
                <a:gd name="connsiteY17" fmla="*/ 100564 h 187705"/>
                <a:gd name="connsiteX18" fmla="*/ 169111 w 169496"/>
                <a:gd name="connsiteY18" fmla="*/ 100564 h 187705"/>
                <a:gd name="connsiteX19" fmla="*/ 169470 w 169496"/>
                <a:gd name="connsiteY19" fmla="*/ 96084 h 187705"/>
                <a:gd name="connsiteX20" fmla="*/ 169470 w 169496"/>
                <a:gd name="connsiteY20" fmla="*/ 91603 h 187705"/>
                <a:gd name="connsiteX21" fmla="*/ 158700 w 169496"/>
                <a:gd name="connsiteY21" fmla="*/ 43209 h 187705"/>
                <a:gd name="connsiteX22" fmla="*/ 129442 w 169496"/>
                <a:gd name="connsiteY22" fmla="*/ 11305 h 187705"/>
                <a:gd name="connsiteX23" fmla="*/ 46155 w 169496"/>
                <a:gd name="connsiteY23" fmla="*/ 44285 h 187705"/>
                <a:gd name="connsiteX24" fmla="*/ 63566 w 169496"/>
                <a:gd name="connsiteY24" fmla="*/ 30842 h 187705"/>
                <a:gd name="connsiteX25" fmla="*/ 86363 w 169496"/>
                <a:gd name="connsiteY25" fmla="*/ 26361 h 187705"/>
                <a:gd name="connsiteX26" fmla="*/ 123698 w 169496"/>
                <a:gd name="connsiteY26" fmla="*/ 42671 h 187705"/>
                <a:gd name="connsiteX27" fmla="*/ 137475 w 169496"/>
                <a:gd name="connsiteY27" fmla="*/ 76905 h 187705"/>
                <a:gd name="connsiteX28" fmla="*/ 32334 w 169496"/>
                <a:gd name="connsiteY28" fmla="*/ 76905 h 187705"/>
                <a:gd name="connsiteX29" fmla="*/ 35026 w 169496"/>
                <a:gd name="connsiteY29" fmla="*/ 65255 h 187705"/>
                <a:gd name="connsiteX30" fmla="*/ 46155 w 169496"/>
                <a:gd name="connsiteY30" fmla="*/ 44285 h 1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496" h="187705">
                  <a:moveTo>
                    <a:pt x="129442" y="11305"/>
                  </a:moveTo>
                  <a:cubicBezTo>
                    <a:pt x="116532" y="3647"/>
                    <a:pt x="101737" y="-260"/>
                    <a:pt x="86722" y="13"/>
                  </a:cubicBezTo>
                  <a:cubicBezTo>
                    <a:pt x="74785" y="-143"/>
                    <a:pt x="62938" y="2115"/>
                    <a:pt x="51899" y="6645"/>
                  </a:cubicBezTo>
                  <a:cubicBezTo>
                    <a:pt x="41524" y="10920"/>
                    <a:pt x="32163" y="17337"/>
                    <a:pt x="24436" y="25465"/>
                  </a:cubicBezTo>
                  <a:cubicBezTo>
                    <a:pt x="16502" y="33934"/>
                    <a:pt x="10390" y="43940"/>
                    <a:pt x="6486" y="54859"/>
                  </a:cubicBezTo>
                  <a:cubicBezTo>
                    <a:pt x="2017" y="67271"/>
                    <a:pt x="-173" y="80387"/>
                    <a:pt x="24" y="93574"/>
                  </a:cubicBezTo>
                  <a:cubicBezTo>
                    <a:pt x="-348" y="110705"/>
                    <a:pt x="3601" y="127656"/>
                    <a:pt x="11512" y="142864"/>
                  </a:cubicBezTo>
                  <a:cubicBezTo>
                    <a:pt x="26240" y="171165"/>
                    <a:pt x="55870" y="188569"/>
                    <a:pt x="87799" y="187673"/>
                  </a:cubicBezTo>
                  <a:cubicBezTo>
                    <a:pt x="97958" y="187677"/>
                    <a:pt x="108059" y="186167"/>
                    <a:pt x="117775" y="183192"/>
                  </a:cubicBezTo>
                  <a:cubicBezTo>
                    <a:pt x="127522" y="180114"/>
                    <a:pt x="136640" y="175314"/>
                    <a:pt x="144699" y="169032"/>
                  </a:cubicBezTo>
                  <a:cubicBezTo>
                    <a:pt x="153670" y="161805"/>
                    <a:pt x="161011" y="152767"/>
                    <a:pt x="166239" y="142506"/>
                  </a:cubicBezTo>
                  <a:lnTo>
                    <a:pt x="142905" y="128167"/>
                  </a:lnTo>
                  <a:cubicBezTo>
                    <a:pt x="139023" y="135018"/>
                    <a:pt x="134051" y="141193"/>
                    <a:pt x="128186" y="146449"/>
                  </a:cubicBezTo>
                  <a:cubicBezTo>
                    <a:pt x="122801" y="151140"/>
                    <a:pt x="116509" y="154680"/>
                    <a:pt x="109697" y="156844"/>
                  </a:cubicBezTo>
                  <a:cubicBezTo>
                    <a:pt x="102787" y="159009"/>
                    <a:pt x="95580" y="160097"/>
                    <a:pt x="88337" y="160071"/>
                  </a:cubicBezTo>
                  <a:cubicBezTo>
                    <a:pt x="78016" y="160317"/>
                    <a:pt x="67829" y="157714"/>
                    <a:pt x="58899" y="152543"/>
                  </a:cubicBezTo>
                  <a:cubicBezTo>
                    <a:pt x="50153" y="147139"/>
                    <a:pt x="43121" y="139373"/>
                    <a:pt x="38616" y="130138"/>
                  </a:cubicBezTo>
                  <a:cubicBezTo>
                    <a:pt x="34106" y="120908"/>
                    <a:pt x="31584" y="110830"/>
                    <a:pt x="31212" y="100564"/>
                  </a:cubicBezTo>
                  <a:lnTo>
                    <a:pt x="169111" y="100564"/>
                  </a:lnTo>
                  <a:cubicBezTo>
                    <a:pt x="169371" y="99086"/>
                    <a:pt x="169493" y="97585"/>
                    <a:pt x="169470" y="96084"/>
                  </a:cubicBezTo>
                  <a:lnTo>
                    <a:pt x="169470" y="91603"/>
                  </a:lnTo>
                  <a:cubicBezTo>
                    <a:pt x="169847" y="74840"/>
                    <a:pt x="166149" y="58234"/>
                    <a:pt x="158700" y="43209"/>
                  </a:cubicBezTo>
                  <a:cubicBezTo>
                    <a:pt x="152117" y="30058"/>
                    <a:pt x="141985" y="19008"/>
                    <a:pt x="129442" y="11305"/>
                  </a:cubicBezTo>
                  <a:close/>
                  <a:moveTo>
                    <a:pt x="46155" y="44285"/>
                  </a:moveTo>
                  <a:cubicBezTo>
                    <a:pt x="50768" y="38446"/>
                    <a:pt x="56745" y="33831"/>
                    <a:pt x="63566" y="30842"/>
                  </a:cubicBezTo>
                  <a:cubicBezTo>
                    <a:pt x="70769" y="27768"/>
                    <a:pt x="78532" y="26245"/>
                    <a:pt x="86363" y="26361"/>
                  </a:cubicBezTo>
                  <a:cubicBezTo>
                    <a:pt x="100615" y="25994"/>
                    <a:pt x="114297" y="31971"/>
                    <a:pt x="123698" y="42671"/>
                  </a:cubicBezTo>
                  <a:cubicBezTo>
                    <a:pt x="131695" y="52404"/>
                    <a:pt x="136505" y="64354"/>
                    <a:pt x="137475" y="76905"/>
                  </a:cubicBezTo>
                  <a:lnTo>
                    <a:pt x="32334" y="76905"/>
                  </a:lnTo>
                  <a:cubicBezTo>
                    <a:pt x="32922" y="72958"/>
                    <a:pt x="33819" y="69059"/>
                    <a:pt x="35026" y="65255"/>
                  </a:cubicBezTo>
                  <a:cubicBezTo>
                    <a:pt x="37364" y="57620"/>
                    <a:pt x="41143" y="50504"/>
                    <a:pt x="46155" y="4428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3" name="Forma libre 191">
              <a:extLst>
                <a:ext uri="{FF2B5EF4-FFF2-40B4-BE49-F238E27FC236}">
                  <a16:creationId xmlns:a16="http://schemas.microsoft.com/office/drawing/2014/main" id="{BF2FDB32-3701-B32A-7FF4-3ACB6F5012D2}"/>
                </a:ext>
              </a:extLst>
            </p:cNvPr>
            <p:cNvSpPr/>
            <p:nvPr/>
          </p:nvSpPr>
          <p:spPr>
            <a:xfrm>
              <a:off x="11171669" y="676424"/>
              <a:ext cx="21908" cy="43668"/>
            </a:xfrm>
            <a:custGeom>
              <a:avLst/>
              <a:gdLst>
                <a:gd name="connsiteX0" fmla="*/ 51965 w 92261"/>
                <a:gd name="connsiteY0" fmla="*/ 8607 h 183899"/>
                <a:gd name="connsiteX1" fmla="*/ 30964 w 92261"/>
                <a:gd name="connsiteY1" fmla="*/ 34238 h 183899"/>
                <a:gd name="connsiteX2" fmla="*/ 30964 w 92261"/>
                <a:gd name="connsiteY2" fmla="*/ 2872 h 183899"/>
                <a:gd name="connsiteX3" fmla="*/ 0 w 92261"/>
                <a:gd name="connsiteY3" fmla="*/ 2872 h 183899"/>
                <a:gd name="connsiteX4" fmla="*/ 0 w 92261"/>
                <a:gd name="connsiteY4" fmla="*/ 183899 h 183899"/>
                <a:gd name="connsiteX5" fmla="*/ 30874 w 92261"/>
                <a:gd name="connsiteY5" fmla="*/ 183899 h 183899"/>
                <a:gd name="connsiteX6" fmla="*/ 30874 w 92261"/>
                <a:gd name="connsiteY6" fmla="*/ 87112 h 183899"/>
                <a:gd name="connsiteX7" fmla="*/ 43259 w 92261"/>
                <a:gd name="connsiteY7" fmla="*/ 47501 h 183899"/>
                <a:gd name="connsiteX8" fmla="*/ 75030 w 92261"/>
                <a:gd name="connsiteY8" fmla="*/ 32625 h 183899"/>
                <a:gd name="connsiteX9" fmla="*/ 92262 w 92261"/>
                <a:gd name="connsiteY9" fmla="*/ 32625 h 183899"/>
                <a:gd name="connsiteX10" fmla="*/ 92262 w 92261"/>
                <a:gd name="connsiteY10" fmla="*/ 4 h 183899"/>
                <a:gd name="connsiteX11" fmla="*/ 81492 w 92261"/>
                <a:gd name="connsiteY11" fmla="*/ 4 h 183899"/>
                <a:gd name="connsiteX12" fmla="*/ 51965 w 92261"/>
                <a:gd name="connsiteY12" fmla="*/ 8607 h 183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261" h="183899">
                  <a:moveTo>
                    <a:pt x="51965" y="8607"/>
                  </a:moveTo>
                  <a:cubicBezTo>
                    <a:pt x="42667" y="14983"/>
                    <a:pt x="35384" y="23874"/>
                    <a:pt x="30964" y="34238"/>
                  </a:cubicBezTo>
                  <a:lnTo>
                    <a:pt x="30964" y="2872"/>
                  </a:lnTo>
                  <a:lnTo>
                    <a:pt x="0" y="2872"/>
                  </a:lnTo>
                  <a:lnTo>
                    <a:pt x="0" y="183899"/>
                  </a:lnTo>
                  <a:lnTo>
                    <a:pt x="30874" y="183899"/>
                  </a:lnTo>
                  <a:lnTo>
                    <a:pt x="30874" y="87112"/>
                  </a:lnTo>
                  <a:cubicBezTo>
                    <a:pt x="30147" y="72858"/>
                    <a:pt x="34540" y="58811"/>
                    <a:pt x="43259" y="47501"/>
                  </a:cubicBezTo>
                  <a:cubicBezTo>
                    <a:pt x="50928" y="37840"/>
                    <a:pt x="62690" y="32333"/>
                    <a:pt x="75030" y="32625"/>
                  </a:cubicBezTo>
                  <a:lnTo>
                    <a:pt x="92262" y="32625"/>
                  </a:lnTo>
                  <a:lnTo>
                    <a:pt x="92262" y="4"/>
                  </a:lnTo>
                  <a:lnTo>
                    <a:pt x="81492" y="4"/>
                  </a:lnTo>
                  <a:cubicBezTo>
                    <a:pt x="71014" y="-122"/>
                    <a:pt x="60733" y="2876"/>
                    <a:pt x="51965" y="8607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4" name="Forma libre 192">
              <a:extLst>
                <a:ext uri="{FF2B5EF4-FFF2-40B4-BE49-F238E27FC236}">
                  <a16:creationId xmlns:a16="http://schemas.microsoft.com/office/drawing/2014/main" id="{6B377FD7-4820-B3A4-6117-9F0CA11C2D28}"/>
                </a:ext>
              </a:extLst>
            </p:cNvPr>
            <p:cNvSpPr/>
            <p:nvPr/>
          </p:nvSpPr>
          <p:spPr>
            <a:xfrm>
              <a:off x="11195191" y="660635"/>
              <a:ext cx="42331" cy="60361"/>
            </a:xfrm>
            <a:custGeom>
              <a:avLst/>
              <a:gdLst>
                <a:gd name="connsiteX0" fmla="*/ 147755 w 178269"/>
                <a:gd name="connsiteY0" fmla="*/ 104270 h 254195"/>
                <a:gd name="connsiteX1" fmla="*/ 142729 w 178269"/>
                <a:gd name="connsiteY1" fmla="*/ 96070 h 254195"/>
                <a:gd name="connsiteX2" fmla="*/ 84392 w 178269"/>
                <a:gd name="connsiteY2" fmla="*/ 66496 h 254195"/>
                <a:gd name="connsiteX3" fmla="*/ 51364 w 178269"/>
                <a:gd name="connsiteY3" fmla="*/ 73128 h 254195"/>
                <a:gd name="connsiteX4" fmla="*/ 24440 w 178269"/>
                <a:gd name="connsiteY4" fmla="*/ 92306 h 254195"/>
                <a:gd name="connsiteX5" fmla="*/ 6490 w 178269"/>
                <a:gd name="connsiteY5" fmla="*/ 122059 h 254195"/>
                <a:gd name="connsiteX6" fmla="*/ 28 w 178269"/>
                <a:gd name="connsiteY6" fmla="*/ 160057 h 254195"/>
                <a:gd name="connsiteX7" fmla="*/ 11336 w 178269"/>
                <a:gd name="connsiteY7" fmla="*/ 209347 h 254195"/>
                <a:gd name="connsiteX8" fmla="*/ 41492 w 178269"/>
                <a:gd name="connsiteY8" fmla="*/ 242326 h 254195"/>
                <a:gd name="connsiteX9" fmla="*/ 84033 w 178269"/>
                <a:gd name="connsiteY9" fmla="*/ 254156 h 254195"/>
                <a:gd name="connsiteX10" fmla="*/ 142370 w 178269"/>
                <a:gd name="connsiteY10" fmla="*/ 224582 h 254195"/>
                <a:gd name="connsiteX11" fmla="*/ 147396 w 178269"/>
                <a:gd name="connsiteY11" fmla="*/ 216382 h 254195"/>
                <a:gd name="connsiteX12" fmla="*/ 147396 w 178269"/>
                <a:gd name="connsiteY12" fmla="*/ 250929 h 254195"/>
                <a:gd name="connsiteX13" fmla="*/ 178269 w 178269"/>
                <a:gd name="connsiteY13" fmla="*/ 250929 h 254195"/>
                <a:gd name="connsiteX14" fmla="*/ 178269 w 178269"/>
                <a:gd name="connsiteY14" fmla="*/ 0 h 254195"/>
                <a:gd name="connsiteX15" fmla="*/ 147755 w 178269"/>
                <a:gd name="connsiteY15" fmla="*/ 0 h 254195"/>
                <a:gd name="connsiteX16" fmla="*/ 132318 w 178269"/>
                <a:gd name="connsiteY16" fmla="*/ 208630 h 254195"/>
                <a:gd name="connsiteX17" fmla="*/ 113830 w 178269"/>
                <a:gd name="connsiteY17" fmla="*/ 221535 h 254195"/>
                <a:gd name="connsiteX18" fmla="*/ 90315 w 178269"/>
                <a:gd name="connsiteY18" fmla="*/ 226016 h 254195"/>
                <a:gd name="connsiteX19" fmla="*/ 48133 w 178269"/>
                <a:gd name="connsiteY19" fmla="*/ 208630 h 254195"/>
                <a:gd name="connsiteX20" fmla="*/ 31799 w 178269"/>
                <a:gd name="connsiteY20" fmla="*/ 160057 h 254195"/>
                <a:gd name="connsiteX21" fmla="*/ 36286 w 178269"/>
                <a:gd name="connsiteY21" fmla="*/ 132634 h 254195"/>
                <a:gd name="connsiteX22" fmla="*/ 48492 w 178269"/>
                <a:gd name="connsiteY22" fmla="*/ 111843 h 254195"/>
                <a:gd name="connsiteX23" fmla="*/ 66981 w 178269"/>
                <a:gd name="connsiteY23" fmla="*/ 98759 h 254195"/>
                <a:gd name="connsiteX24" fmla="*/ 90495 w 178269"/>
                <a:gd name="connsiteY24" fmla="*/ 94278 h 254195"/>
                <a:gd name="connsiteX25" fmla="*/ 132318 w 178269"/>
                <a:gd name="connsiteY25" fmla="*/ 111664 h 254195"/>
                <a:gd name="connsiteX26" fmla="*/ 148652 w 178269"/>
                <a:gd name="connsiteY26" fmla="*/ 159878 h 254195"/>
                <a:gd name="connsiteX27" fmla="*/ 144524 w 178269"/>
                <a:gd name="connsiteY27" fmla="*/ 187659 h 254195"/>
                <a:gd name="connsiteX28" fmla="*/ 132094 w 178269"/>
                <a:gd name="connsiteY28" fmla="*/ 208630 h 25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8269" h="254195">
                  <a:moveTo>
                    <a:pt x="147755" y="104270"/>
                  </a:moveTo>
                  <a:cubicBezTo>
                    <a:pt x="146229" y="101447"/>
                    <a:pt x="144551" y="98709"/>
                    <a:pt x="142729" y="96070"/>
                  </a:cubicBezTo>
                  <a:cubicBezTo>
                    <a:pt x="129657" y="76865"/>
                    <a:pt x="107633" y="65699"/>
                    <a:pt x="84392" y="66496"/>
                  </a:cubicBezTo>
                  <a:cubicBezTo>
                    <a:pt x="73043" y="66411"/>
                    <a:pt x="61797" y="68670"/>
                    <a:pt x="51364" y="73128"/>
                  </a:cubicBezTo>
                  <a:cubicBezTo>
                    <a:pt x="41084" y="77457"/>
                    <a:pt x="31884" y="84008"/>
                    <a:pt x="24440" y="92306"/>
                  </a:cubicBezTo>
                  <a:cubicBezTo>
                    <a:pt x="16623" y="100999"/>
                    <a:pt x="10528" y="111094"/>
                    <a:pt x="6490" y="122059"/>
                  </a:cubicBezTo>
                  <a:cubicBezTo>
                    <a:pt x="2061" y="134234"/>
                    <a:pt x="-129" y="147107"/>
                    <a:pt x="28" y="160057"/>
                  </a:cubicBezTo>
                  <a:cubicBezTo>
                    <a:pt x="-371" y="177170"/>
                    <a:pt x="3515" y="194116"/>
                    <a:pt x="11336" y="209347"/>
                  </a:cubicBezTo>
                  <a:cubicBezTo>
                    <a:pt x="18301" y="222803"/>
                    <a:pt x="28703" y="234180"/>
                    <a:pt x="41492" y="242326"/>
                  </a:cubicBezTo>
                  <a:cubicBezTo>
                    <a:pt x="54241" y="250266"/>
                    <a:pt x="69009" y="254371"/>
                    <a:pt x="84033" y="254156"/>
                  </a:cubicBezTo>
                  <a:cubicBezTo>
                    <a:pt x="107273" y="254953"/>
                    <a:pt x="129298" y="243787"/>
                    <a:pt x="142370" y="224582"/>
                  </a:cubicBezTo>
                  <a:cubicBezTo>
                    <a:pt x="144183" y="221934"/>
                    <a:pt x="145861" y="219196"/>
                    <a:pt x="147396" y="216382"/>
                  </a:cubicBezTo>
                  <a:lnTo>
                    <a:pt x="147396" y="250929"/>
                  </a:lnTo>
                  <a:lnTo>
                    <a:pt x="178269" y="250929"/>
                  </a:lnTo>
                  <a:lnTo>
                    <a:pt x="178269" y="0"/>
                  </a:lnTo>
                  <a:lnTo>
                    <a:pt x="147755" y="0"/>
                  </a:lnTo>
                  <a:close/>
                  <a:moveTo>
                    <a:pt x="132318" y="208630"/>
                  </a:moveTo>
                  <a:cubicBezTo>
                    <a:pt x="127121" y="214168"/>
                    <a:pt x="120826" y="218564"/>
                    <a:pt x="113830" y="221535"/>
                  </a:cubicBezTo>
                  <a:cubicBezTo>
                    <a:pt x="106372" y="224586"/>
                    <a:pt x="98375" y="226110"/>
                    <a:pt x="90315" y="226016"/>
                  </a:cubicBezTo>
                  <a:cubicBezTo>
                    <a:pt x="74407" y="226544"/>
                    <a:pt x="59038" y="220208"/>
                    <a:pt x="48133" y="208630"/>
                  </a:cubicBezTo>
                  <a:cubicBezTo>
                    <a:pt x="37242" y="197038"/>
                    <a:pt x="31799" y="180848"/>
                    <a:pt x="31799" y="160057"/>
                  </a:cubicBezTo>
                  <a:cubicBezTo>
                    <a:pt x="31696" y="150728"/>
                    <a:pt x="33212" y="141448"/>
                    <a:pt x="36286" y="132634"/>
                  </a:cubicBezTo>
                  <a:cubicBezTo>
                    <a:pt x="38952" y="124972"/>
                    <a:pt x="43098" y="117906"/>
                    <a:pt x="48492" y="111843"/>
                  </a:cubicBezTo>
                  <a:cubicBezTo>
                    <a:pt x="53554" y="106107"/>
                    <a:pt x="59886" y="101631"/>
                    <a:pt x="66981" y="98759"/>
                  </a:cubicBezTo>
                  <a:cubicBezTo>
                    <a:pt x="74452" y="95748"/>
                    <a:pt x="82440" y="94229"/>
                    <a:pt x="90495" y="94278"/>
                  </a:cubicBezTo>
                  <a:cubicBezTo>
                    <a:pt x="106295" y="93771"/>
                    <a:pt x="121544" y="100112"/>
                    <a:pt x="132318" y="111664"/>
                  </a:cubicBezTo>
                  <a:cubicBezTo>
                    <a:pt x="143209" y="123224"/>
                    <a:pt x="148652" y="139297"/>
                    <a:pt x="148652" y="159878"/>
                  </a:cubicBezTo>
                  <a:cubicBezTo>
                    <a:pt x="148773" y="169301"/>
                    <a:pt x="147378" y="178680"/>
                    <a:pt x="144524" y="187659"/>
                  </a:cubicBezTo>
                  <a:cubicBezTo>
                    <a:pt x="141975" y="195478"/>
                    <a:pt x="137730" y="202639"/>
                    <a:pt x="132094" y="208630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5" name="Forma libre 193">
              <a:extLst>
                <a:ext uri="{FF2B5EF4-FFF2-40B4-BE49-F238E27FC236}">
                  <a16:creationId xmlns:a16="http://schemas.microsoft.com/office/drawing/2014/main" id="{C711FBF5-CA39-4FF2-3887-BCEDB9BB3899}"/>
                </a:ext>
              </a:extLst>
            </p:cNvPr>
            <p:cNvSpPr/>
            <p:nvPr/>
          </p:nvSpPr>
          <p:spPr>
            <a:xfrm>
              <a:off x="11246974" y="676424"/>
              <a:ext cx="21908" cy="43711"/>
            </a:xfrm>
            <a:custGeom>
              <a:avLst/>
              <a:gdLst>
                <a:gd name="connsiteX0" fmla="*/ 51875 w 92261"/>
                <a:gd name="connsiteY0" fmla="*/ 8609 h 184079"/>
                <a:gd name="connsiteX1" fmla="*/ 30874 w 92261"/>
                <a:gd name="connsiteY1" fmla="*/ 34418 h 184079"/>
                <a:gd name="connsiteX2" fmla="*/ 30874 w 92261"/>
                <a:gd name="connsiteY2" fmla="*/ 3052 h 184079"/>
                <a:gd name="connsiteX3" fmla="*/ 0 w 92261"/>
                <a:gd name="connsiteY3" fmla="*/ 3052 h 184079"/>
                <a:gd name="connsiteX4" fmla="*/ 0 w 92261"/>
                <a:gd name="connsiteY4" fmla="*/ 184080 h 184079"/>
                <a:gd name="connsiteX5" fmla="*/ 30874 w 92261"/>
                <a:gd name="connsiteY5" fmla="*/ 184080 h 184079"/>
                <a:gd name="connsiteX6" fmla="*/ 30874 w 92261"/>
                <a:gd name="connsiteY6" fmla="*/ 87114 h 184079"/>
                <a:gd name="connsiteX7" fmla="*/ 43259 w 92261"/>
                <a:gd name="connsiteY7" fmla="*/ 47503 h 184079"/>
                <a:gd name="connsiteX8" fmla="*/ 75030 w 92261"/>
                <a:gd name="connsiteY8" fmla="*/ 32626 h 184079"/>
                <a:gd name="connsiteX9" fmla="*/ 92262 w 92261"/>
                <a:gd name="connsiteY9" fmla="*/ 32626 h 184079"/>
                <a:gd name="connsiteX10" fmla="*/ 92262 w 92261"/>
                <a:gd name="connsiteY10" fmla="*/ 5 h 184079"/>
                <a:gd name="connsiteX11" fmla="*/ 81492 w 92261"/>
                <a:gd name="connsiteY11" fmla="*/ 5 h 184079"/>
                <a:gd name="connsiteX12" fmla="*/ 51875 w 92261"/>
                <a:gd name="connsiteY12" fmla="*/ 8609 h 18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261" h="184079">
                  <a:moveTo>
                    <a:pt x="51875" y="8609"/>
                  </a:moveTo>
                  <a:cubicBezTo>
                    <a:pt x="42550" y="15034"/>
                    <a:pt x="35263" y="23991"/>
                    <a:pt x="30874" y="34418"/>
                  </a:cubicBezTo>
                  <a:lnTo>
                    <a:pt x="30874" y="3052"/>
                  </a:lnTo>
                  <a:lnTo>
                    <a:pt x="0" y="3052"/>
                  </a:lnTo>
                  <a:lnTo>
                    <a:pt x="0" y="184080"/>
                  </a:lnTo>
                  <a:lnTo>
                    <a:pt x="30874" y="184080"/>
                  </a:lnTo>
                  <a:lnTo>
                    <a:pt x="30874" y="87114"/>
                  </a:lnTo>
                  <a:cubicBezTo>
                    <a:pt x="30147" y="72860"/>
                    <a:pt x="34540" y="58812"/>
                    <a:pt x="43259" y="47503"/>
                  </a:cubicBezTo>
                  <a:cubicBezTo>
                    <a:pt x="50928" y="37842"/>
                    <a:pt x="62690" y="32335"/>
                    <a:pt x="75030" y="32626"/>
                  </a:cubicBezTo>
                  <a:lnTo>
                    <a:pt x="92262" y="32626"/>
                  </a:lnTo>
                  <a:lnTo>
                    <a:pt x="92262" y="5"/>
                  </a:lnTo>
                  <a:lnTo>
                    <a:pt x="81492" y="5"/>
                  </a:lnTo>
                  <a:cubicBezTo>
                    <a:pt x="70982" y="-143"/>
                    <a:pt x="60666" y="2855"/>
                    <a:pt x="51875" y="8609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6" name="Forma libre 194">
              <a:extLst>
                <a:ext uri="{FF2B5EF4-FFF2-40B4-BE49-F238E27FC236}">
                  <a16:creationId xmlns:a16="http://schemas.microsoft.com/office/drawing/2014/main" id="{66E48BFA-2086-B904-76A7-B15B8FE93523}"/>
                </a:ext>
              </a:extLst>
            </p:cNvPr>
            <p:cNvSpPr/>
            <p:nvPr/>
          </p:nvSpPr>
          <p:spPr>
            <a:xfrm>
              <a:off x="11270401" y="676422"/>
              <a:ext cx="43316" cy="44610"/>
            </a:xfrm>
            <a:custGeom>
              <a:avLst/>
              <a:gdLst>
                <a:gd name="connsiteX0" fmla="*/ 137876 w 182416"/>
                <a:gd name="connsiteY0" fmla="*/ 11842 h 187864"/>
                <a:gd name="connsiteX1" fmla="*/ 91027 w 182416"/>
                <a:gd name="connsiteY1" fmla="*/ 13 h 187864"/>
                <a:gd name="connsiteX2" fmla="*/ 55127 w 182416"/>
                <a:gd name="connsiteY2" fmla="*/ 6645 h 187864"/>
                <a:gd name="connsiteX3" fmla="*/ 26049 w 182416"/>
                <a:gd name="connsiteY3" fmla="*/ 25823 h 187864"/>
                <a:gd name="connsiteX4" fmla="*/ 6842 w 182416"/>
                <a:gd name="connsiteY4" fmla="*/ 55755 h 187864"/>
                <a:gd name="connsiteX5" fmla="*/ 21 w 182416"/>
                <a:gd name="connsiteY5" fmla="*/ 93574 h 187864"/>
                <a:gd name="connsiteX6" fmla="*/ 11868 w 182416"/>
                <a:gd name="connsiteY6" fmla="*/ 142863 h 187864"/>
                <a:gd name="connsiteX7" fmla="*/ 44357 w 182416"/>
                <a:gd name="connsiteY7" fmla="*/ 176022 h 187864"/>
                <a:gd name="connsiteX8" fmla="*/ 91206 w 182416"/>
                <a:gd name="connsiteY8" fmla="*/ 187851 h 187864"/>
                <a:gd name="connsiteX9" fmla="*/ 127644 w 182416"/>
                <a:gd name="connsiteY9" fmla="*/ 181041 h 187864"/>
                <a:gd name="connsiteX10" fmla="*/ 156544 w 182416"/>
                <a:gd name="connsiteY10" fmla="*/ 161683 h 187864"/>
                <a:gd name="connsiteX11" fmla="*/ 175571 w 182416"/>
                <a:gd name="connsiteY11" fmla="*/ 131930 h 187864"/>
                <a:gd name="connsiteX12" fmla="*/ 182391 w 182416"/>
                <a:gd name="connsiteY12" fmla="*/ 93574 h 187864"/>
                <a:gd name="connsiteX13" fmla="*/ 170544 w 182416"/>
                <a:gd name="connsiteY13" fmla="*/ 44643 h 187864"/>
                <a:gd name="connsiteX14" fmla="*/ 137876 w 182416"/>
                <a:gd name="connsiteY14" fmla="*/ 11842 h 187864"/>
                <a:gd name="connsiteX15" fmla="*/ 146492 w 182416"/>
                <a:gd name="connsiteY15" fmla="*/ 121355 h 187864"/>
                <a:gd name="connsiteX16" fmla="*/ 133927 w 182416"/>
                <a:gd name="connsiteY16" fmla="*/ 142326 h 187864"/>
                <a:gd name="connsiteX17" fmla="*/ 114900 w 182416"/>
                <a:gd name="connsiteY17" fmla="*/ 155410 h 187864"/>
                <a:gd name="connsiteX18" fmla="*/ 91027 w 182416"/>
                <a:gd name="connsiteY18" fmla="*/ 159891 h 187864"/>
                <a:gd name="connsiteX19" fmla="*/ 60512 w 182416"/>
                <a:gd name="connsiteY19" fmla="*/ 152004 h 187864"/>
                <a:gd name="connsiteX20" fmla="*/ 39152 w 182416"/>
                <a:gd name="connsiteY20" fmla="*/ 129242 h 187864"/>
                <a:gd name="connsiteX21" fmla="*/ 31433 w 182416"/>
                <a:gd name="connsiteY21" fmla="*/ 93395 h 187864"/>
                <a:gd name="connsiteX22" fmla="*/ 35921 w 182416"/>
                <a:gd name="connsiteY22" fmla="*/ 65792 h 187864"/>
                <a:gd name="connsiteX23" fmla="*/ 48486 w 182416"/>
                <a:gd name="connsiteY23" fmla="*/ 45001 h 187864"/>
                <a:gd name="connsiteX24" fmla="*/ 67513 w 182416"/>
                <a:gd name="connsiteY24" fmla="*/ 32096 h 187864"/>
                <a:gd name="connsiteX25" fmla="*/ 91027 w 182416"/>
                <a:gd name="connsiteY25" fmla="*/ 27615 h 187864"/>
                <a:gd name="connsiteX26" fmla="*/ 121721 w 182416"/>
                <a:gd name="connsiteY26" fmla="*/ 35502 h 187864"/>
                <a:gd name="connsiteX27" fmla="*/ 143081 w 182416"/>
                <a:gd name="connsiteY27" fmla="*/ 57906 h 187864"/>
                <a:gd name="connsiteX28" fmla="*/ 150979 w 182416"/>
                <a:gd name="connsiteY28" fmla="*/ 93036 h 187864"/>
                <a:gd name="connsiteX29" fmla="*/ 146492 w 182416"/>
                <a:gd name="connsiteY29" fmla="*/ 121355 h 18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2416" h="187864">
                  <a:moveTo>
                    <a:pt x="137876" y="11842"/>
                  </a:moveTo>
                  <a:cubicBezTo>
                    <a:pt x="123583" y="3822"/>
                    <a:pt x="107415" y="-260"/>
                    <a:pt x="91027" y="13"/>
                  </a:cubicBezTo>
                  <a:cubicBezTo>
                    <a:pt x="78745" y="-81"/>
                    <a:pt x="66561" y="2173"/>
                    <a:pt x="55127" y="6645"/>
                  </a:cubicBezTo>
                  <a:cubicBezTo>
                    <a:pt x="44187" y="10919"/>
                    <a:pt x="34279" y="17453"/>
                    <a:pt x="26049" y="25823"/>
                  </a:cubicBezTo>
                  <a:cubicBezTo>
                    <a:pt x="17648" y="34372"/>
                    <a:pt x="11110" y="44562"/>
                    <a:pt x="6842" y="55755"/>
                  </a:cubicBezTo>
                  <a:cubicBezTo>
                    <a:pt x="2216" y="67822"/>
                    <a:pt x="-100" y="80651"/>
                    <a:pt x="21" y="93574"/>
                  </a:cubicBezTo>
                  <a:cubicBezTo>
                    <a:pt x="-333" y="110749"/>
                    <a:pt x="3746" y="127723"/>
                    <a:pt x="11868" y="142863"/>
                  </a:cubicBezTo>
                  <a:cubicBezTo>
                    <a:pt x="19403" y="156714"/>
                    <a:pt x="30653" y="168198"/>
                    <a:pt x="44357" y="176022"/>
                  </a:cubicBezTo>
                  <a:cubicBezTo>
                    <a:pt x="58650" y="184043"/>
                    <a:pt x="74818" y="188125"/>
                    <a:pt x="91206" y="187851"/>
                  </a:cubicBezTo>
                  <a:cubicBezTo>
                    <a:pt x="103682" y="187973"/>
                    <a:pt x="116058" y="185660"/>
                    <a:pt x="127644" y="181041"/>
                  </a:cubicBezTo>
                  <a:cubicBezTo>
                    <a:pt x="138513" y="176649"/>
                    <a:pt x="148354" y="170058"/>
                    <a:pt x="156544" y="161683"/>
                  </a:cubicBezTo>
                  <a:cubicBezTo>
                    <a:pt x="164801" y="153125"/>
                    <a:pt x="171267" y="143011"/>
                    <a:pt x="175571" y="131930"/>
                  </a:cubicBezTo>
                  <a:cubicBezTo>
                    <a:pt x="180246" y="119688"/>
                    <a:pt x="182562" y="106676"/>
                    <a:pt x="182391" y="93574"/>
                  </a:cubicBezTo>
                  <a:cubicBezTo>
                    <a:pt x="182782" y="76511"/>
                    <a:pt x="178698" y="59645"/>
                    <a:pt x="170544" y="44643"/>
                  </a:cubicBezTo>
                  <a:cubicBezTo>
                    <a:pt x="162884" y="30918"/>
                    <a:pt x="151581" y="19567"/>
                    <a:pt x="137876" y="11842"/>
                  </a:cubicBezTo>
                  <a:close/>
                  <a:moveTo>
                    <a:pt x="146492" y="121355"/>
                  </a:moveTo>
                  <a:cubicBezTo>
                    <a:pt x="143777" y="129125"/>
                    <a:pt x="139500" y="136263"/>
                    <a:pt x="133927" y="142326"/>
                  </a:cubicBezTo>
                  <a:cubicBezTo>
                    <a:pt x="128609" y="148012"/>
                    <a:pt x="122116" y="152475"/>
                    <a:pt x="114900" y="155410"/>
                  </a:cubicBezTo>
                  <a:cubicBezTo>
                    <a:pt x="107312" y="158439"/>
                    <a:pt x="99203" y="159962"/>
                    <a:pt x="91027" y="159891"/>
                  </a:cubicBezTo>
                  <a:cubicBezTo>
                    <a:pt x="80333" y="160025"/>
                    <a:pt x="69797" y="157305"/>
                    <a:pt x="60512" y="152004"/>
                  </a:cubicBezTo>
                  <a:cubicBezTo>
                    <a:pt x="51335" y="146641"/>
                    <a:pt x="43918" y="138732"/>
                    <a:pt x="39152" y="129242"/>
                  </a:cubicBezTo>
                  <a:cubicBezTo>
                    <a:pt x="33713" y="118093"/>
                    <a:pt x="31061" y="105793"/>
                    <a:pt x="31433" y="93395"/>
                  </a:cubicBezTo>
                  <a:cubicBezTo>
                    <a:pt x="31276" y="84003"/>
                    <a:pt x="32793" y="74655"/>
                    <a:pt x="35921" y="65792"/>
                  </a:cubicBezTo>
                  <a:cubicBezTo>
                    <a:pt x="38658" y="58085"/>
                    <a:pt x="42930" y="51010"/>
                    <a:pt x="48486" y="45001"/>
                  </a:cubicBezTo>
                  <a:cubicBezTo>
                    <a:pt x="53776" y="39324"/>
                    <a:pt x="60279" y="34914"/>
                    <a:pt x="67513" y="32096"/>
                  </a:cubicBezTo>
                  <a:cubicBezTo>
                    <a:pt x="74998" y="29130"/>
                    <a:pt x="82976" y="27611"/>
                    <a:pt x="91027" y="27615"/>
                  </a:cubicBezTo>
                  <a:cubicBezTo>
                    <a:pt x="101788" y="27409"/>
                    <a:pt x="112396" y="30138"/>
                    <a:pt x="121721" y="35502"/>
                  </a:cubicBezTo>
                  <a:cubicBezTo>
                    <a:pt x="130804" y="40825"/>
                    <a:pt x="138203" y="48590"/>
                    <a:pt x="143081" y="57906"/>
                  </a:cubicBezTo>
                  <a:cubicBezTo>
                    <a:pt x="148596" y="68781"/>
                    <a:pt x="151307" y="80853"/>
                    <a:pt x="150979" y="93036"/>
                  </a:cubicBezTo>
                  <a:cubicBezTo>
                    <a:pt x="151190" y="102666"/>
                    <a:pt x="149669" y="112259"/>
                    <a:pt x="146492" y="12135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7" name="Forma libre 195">
              <a:extLst>
                <a:ext uri="{FF2B5EF4-FFF2-40B4-BE49-F238E27FC236}">
                  <a16:creationId xmlns:a16="http://schemas.microsoft.com/office/drawing/2014/main" id="{4A554B34-1883-82FA-61FF-302213C02685}"/>
                </a:ext>
              </a:extLst>
            </p:cNvPr>
            <p:cNvSpPr/>
            <p:nvPr/>
          </p:nvSpPr>
          <p:spPr>
            <a:xfrm>
              <a:off x="11320849" y="660550"/>
              <a:ext cx="15772" cy="59591"/>
            </a:xfrm>
            <a:custGeom>
              <a:avLst/>
              <a:gdLst>
                <a:gd name="connsiteX0" fmla="*/ 35907 w 66422"/>
                <a:gd name="connsiteY0" fmla="*/ 217592 h 250952"/>
                <a:gd name="connsiteX1" fmla="*/ 31420 w 66422"/>
                <a:gd name="connsiteY1" fmla="*/ 200743 h 250952"/>
                <a:gd name="connsiteX2" fmla="*/ 31420 w 66422"/>
                <a:gd name="connsiteY2" fmla="*/ 0 h 250952"/>
                <a:gd name="connsiteX3" fmla="*/ 8 w 66422"/>
                <a:gd name="connsiteY3" fmla="*/ 0 h 250952"/>
                <a:gd name="connsiteX4" fmla="*/ 8 w 66422"/>
                <a:gd name="connsiteY4" fmla="*/ 202536 h 250952"/>
                <a:gd name="connsiteX5" fmla="*/ 5034 w 66422"/>
                <a:gd name="connsiteY5" fmla="*/ 227450 h 250952"/>
                <a:gd name="connsiteX6" fmla="*/ 20830 w 66422"/>
                <a:gd name="connsiteY6" fmla="*/ 244656 h 250952"/>
                <a:gd name="connsiteX7" fmla="*/ 47036 w 66422"/>
                <a:gd name="connsiteY7" fmla="*/ 250929 h 250952"/>
                <a:gd name="connsiteX8" fmla="*/ 66422 w 66422"/>
                <a:gd name="connsiteY8" fmla="*/ 250929 h 250952"/>
                <a:gd name="connsiteX9" fmla="*/ 66422 w 66422"/>
                <a:gd name="connsiteY9" fmla="*/ 223865 h 250952"/>
                <a:gd name="connsiteX10" fmla="*/ 51344 w 66422"/>
                <a:gd name="connsiteY10" fmla="*/ 223865 h 250952"/>
                <a:gd name="connsiteX11" fmla="*/ 35907 w 66422"/>
                <a:gd name="connsiteY11" fmla="*/ 217592 h 250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422" h="250952">
                  <a:moveTo>
                    <a:pt x="35907" y="217592"/>
                  </a:moveTo>
                  <a:cubicBezTo>
                    <a:pt x="32609" y="212618"/>
                    <a:pt x="31030" y="206699"/>
                    <a:pt x="31420" y="200743"/>
                  </a:cubicBezTo>
                  <a:lnTo>
                    <a:pt x="31420" y="0"/>
                  </a:lnTo>
                  <a:lnTo>
                    <a:pt x="8" y="0"/>
                  </a:lnTo>
                  <a:lnTo>
                    <a:pt x="8" y="202536"/>
                  </a:lnTo>
                  <a:cubicBezTo>
                    <a:pt x="-131" y="211103"/>
                    <a:pt x="1583" y="219604"/>
                    <a:pt x="5034" y="227450"/>
                  </a:cubicBezTo>
                  <a:cubicBezTo>
                    <a:pt x="8373" y="234691"/>
                    <a:pt x="13896" y="240704"/>
                    <a:pt x="20830" y="244656"/>
                  </a:cubicBezTo>
                  <a:cubicBezTo>
                    <a:pt x="28849" y="249038"/>
                    <a:pt x="37895" y="251203"/>
                    <a:pt x="47036" y="250929"/>
                  </a:cubicBezTo>
                  <a:lnTo>
                    <a:pt x="66422" y="250929"/>
                  </a:lnTo>
                  <a:lnTo>
                    <a:pt x="66422" y="223865"/>
                  </a:lnTo>
                  <a:lnTo>
                    <a:pt x="51344" y="223865"/>
                  </a:lnTo>
                  <a:cubicBezTo>
                    <a:pt x="45502" y="224290"/>
                    <a:pt x="39794" y="221969"/>
                    <a:pt x="35907" y="217592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8" name="Forma libre 196">
              <a:extLst>
                <a:ext uri="{FF2B5EF4-FFF2-40B4-BE49-F238E27FC236}">
                  <a16:creationId xmlns:a16="http://schemas.microsoft.com/office/drawing/2014/main" id="{9AC049AA-1BD4-33F1-F224-5BFD9267E309}"/>
                </a:ext>
              </a:extLst>
            </p:cNvPr>
            <p:cNvSpPr/>
            <p:nvPr/>
          </p:nvSpPr>
          <p:spPr>
            <a:xfrm>
              <a:off x="11339877" y="676379"/>
              <a:ext cx="37776" cy="44683"/>
            </a:xfrm>
            <a:custGeom>
              <a:avLst/>
              <a:gdLst>
                <a:gd name="connsiteX0" fmla="*/ 134285 w 159083"/>
                <a:gd name="connsiteY0" fmla="*/ 16505 h 188171"/>
                <a:gd name="connsiteX1" fmla="*/ 108797 w 159083"/>
                <a:gd name="connsiteY1" fmla="*/ 3958 h 188171"/>
                <a:gd name="connsiteX2" fmla="*/ 79179 w 159083"/>
                <a:gd name="connsiteY2" fmla="*/ 15 h 188171"/>
                <a:gd name="connsiteX3" fmla="*/ 35023 w 159083"/>
                <a:gd name="connsiteY3" fmla="*/ 11127 h 188171"/>
                <a:gd name="connsiteX4" fmla="*/ 6662 w 159083"/>
                <a:gd name="connsiteY4" fmla="*/ 44107 h 188171"/>
                <a:gd name="connsiteX5" fmla="*/ 31074 w 159083"/>
                <a:gd name="connsiteY5" fmla="*/ 57549 h 188171"/>
                <a:gd name="connsiteX6" fmla="*/ 49024 w 159083"/>
                <a:gd name="connsiteY6" fmla="*/ 35862 h 188171"/>
                <a:gd name="connsiteX7" fmla="*/ 78820 w 159083"/>
                <a:gd name="connsiteY7" fmla="*/ 27796 h 188171"/>
                <a:gd name="connsiteX8" fmla="*/ 103232 w 159083"/>
                <a:gd name="connsiteY8" fmla="*/ 32277 h 188171"/>
                <a:gd name="connsiteX9" fmla="*/ 121182 w 159083"/>
                <a:gd name="connsiteY9" fmla="*/ 46975 h 188171"/>
                <a:gd name="connsiteX10" fmla="*/ 128182 w 159083"/>
                <a:gd name="connsiteY10" fmla="*/ 74398 h 188171"/>
                <a:gd name="connsiteX11" fmla="*/ 128182 w 159083"/>
                <a:gd name="connsiteY11" fmla="*/ 96802 h 188171"/>
                <a:gd name="connsiteX12" fmla="*/ 122797 w 159083"/>
                <a:gd name="connsiteY12" fmla="*/ 91380 h 188171"/>
                <a:gd name="connsiteX13" fmla="*/ 73435 w 159083"/>
                <a:gd name="connsiteY13" fmla="*/ 76683 h 188171"/>
                <a:gd name="connsiteX14" fmla="*/ 36997 w 159083"/>
                <a:gd name="connsiteY14" fmla="*/ 83135 h 188171"/>
                <a:gd name="connsiteX15" fmla="*/ 10073 w 159083"/>
                <a:gd name="connsiteY15" fmla="*/ 101955 h 188171"/>
                <a:gd name="connsiteX16" fmla="*/ 21 w 159083"/>
                <a:gd name="connsiteY16" fmla="*/ 132246 h 188171"/>
                <a:gd name="connsiteX17" fmla="*/ 9893 w 159083"/>
                <a:gd name="connsiteY17" fmla="*/ 162716 h 188171"/>
                <a:gd name="connsiteX18" fmla="*/ 36279 w 159083"/>
                <a:gd name="connsiteY18" fmla="*/ 181715 h 188171"/>
                <a:gd name="connsiteX19" fmla="*/ 72179 w 159083"/>
                <a:gd name="connsiteY19" fmla="*/ 188167 h 188171"/>
                <a:gd name="connsiteX20" fmla="*/ 122439 w 159083"/>
                <a:gd name="connsiteY20" fmla="*/ 173111 h 188171"/>
                <a:gd name="connsiteX21" fmla="*/ 128900 w 159083"/>
                <a:gd name="connsiteY21" fmla="*/ 166300 h 188171"/>
                <a:gd name="connsiteX22" fmla="*/ 128900 w 159083"/>
                <a:gd name="connsiteY22" fmla="*/ 184582 h 188171"/>
                <a:gd name="connsiteX23" fmla="*/ 159056 w 159083"/>
                <a:gd name="connsiteY23" fmla="*/ 184582 h 188171"/>
                <a:gd name="connsiteX24" fmla="*/ 159056 w 159083"/>
                <a:gd name="connsiteY24" fmla="*/ 71171 h 188171"/>
                <a:gd name="connsiteX25" fmla="*/ 152235 w 159083"/>
                <a:gd name="connsiteY25" fmla="*/ 38730 h 188171"/>
                <a:gd name="connsiteX26" fmla="*/ 134285 w 159083"/>
                <a:gd name="connsiteY26" fmla="*/ 16505 h 188171"/>
                <a:gd name="connsiteX27" fmla="*/ 115258 w 159083"/>
                <a:gd name="connsiteY27" fmla="*/ 155412 h 188171"/>
                <a:gd name="connsiteX28" fmla="*/ 80975 w 159083"/>
                <a:gd name="connsiteY28" fmla="*/ 163477 h 188171"/>
                <a:gd name="connsiteX29" fmla="*/ 45972 w 159083"/>
                <a:gd name="connsiteY29" fmla="*/ 155591 h 188171"/>
                <a:gd name="connsiteX30" fmla="*/ 34808 w 159083"/>
                <a:gd name="connsiteY30" fmla="*/ 119242 h 188171"/>
                <a:gd name="connsiteX31" fmla="*/ 45972 w 159083"/>
                <a:gd name="connsiteY31" fmla="*/ 108094 h 188171"/>
                <a:gd name="connsiteX32" fmla="*/ 80975 w 159083"/>
                <a:gd name="connsiteY32" fmla="*/ 100387 h 188171"/>
                <a:gd name="connsiteX33" fmla="*/ 115258 w 159083"/>
                <a:gd name="connsiteY33" fmla="*/ 108452 h 188171"/>
                <a:gd name="connsiteX34" fmla="*/ 125656 w 159083"/>
                <a:gd name="connsiteY34" fmla="*/ 145030 h 188171"/>
                <a:gd name="connsiteX35" fmla="*/ 115258 w 159083"/>
                <a:gd name="connsiteY35" fmla="*/ 155412 h 18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9083" h="188171">
                  <a:moveTo>
                    <a:pt x="134285" y="16505"/>
                  </a:moveTo>
                  <a:cubicBezTo>
                    <a:pt x="126679" y="10715"/>
                    <a:pt x="118023" y="6458"/>
                    <a:pt x="108797" y="3958"/>
                  </a:cubicBezTo>
                  <a:cubicBezTo>
                    <a:pt x="99153" y="1296"/>
                    <a:pt x="89186" y="-30"/>
                    <a:pt x="79179" y="15"/>
                  </a:cubicBezTo>
                  <a:cubicBezTo>
                    <a:pt x="63734" y="-272"/>
                    <a:pt x="48490" y="3564"/>
                    <a:pt x="35023" y="11127"/>
                  </a:cubicBezTo>
                  <a:cubicBezTo>
                    <a:pt x="22059" y="18548"/>
                    <a:pt x="12047" y="30189"/>
                    <a:pt x="6662" y="44107"/>
                  </a:cubicBezTo>
                  <a:lnTo>
                    <a:pt x="31074" y="57549"/>
                  </a:lnTo>
                  <a:cubicBezTo>
                    <a:pt x="34570" y="48583"/>
                    <a:pt x="40865" y="40979"/>
                    <a:pt x="49024" y="35862"/>
                  </a:cubicBezTo>
                  <a:cubicBezTo>
                    <a:pt x="57954" y="30328"/>
                    <a:pt x="68311" y="27523"/>
                    <a:pt x="78820" y="27796"/>
                  </a:cubicBezTo>
                  <a:cubicBezTo>
                    <a:pt x="87172" y="27693"/>
                    <a:pt x="95465" y="29217"/>
                    <a:pt x="103232" y="32277"/>
                  </a:cubicBezTo>
                  <a:cubicBezTo>
                    <a:pt x="110556" y="35266"/>
                    <a:pt x="116811" y="40388"/>
                    <a:pt x="121182" y="46975"/>
                  </a:cubicBezTo>
                  <a:cubicBezTo>
                    <a:pt x="126235" y="55201"/>
                    <a:pt x="128676" y="64759"/>
                    <a:pt x="128182" y="74398"/>
                  </a:cubicBezTo>
                  <a:lnTo>
                    <a:pt x="128182" y="96802"/>
                  </a:lnTo>
                  <a:cubicBezTo>
                    <a:pt x="126535" y="94853"/>
                    <a:pt x="124736" y="93038"/>
                    <a:pt x="122797" y="91380"/>
                  </a:cubicBezTo>
                  <a:cubicBezTo>
                    <a:pt x="111309" y="81554"/>
                    <a:pt x="94854" y="76651"/>
                    <a:pt x="73435" y="76683"/>
                  </a:cubicBezTo>
                  <a:cubicBezTo>
                    <a:pt x="60992" y="76553"/>
                    <a:pt x="48638" y="78744"/>
                    <a:pt x="36997" y="83135"/>
                  </a:cubicBezTo>
                  <a:cubicBezTo>
                    <a:pt x="26510" y="86913"/>
                    <a:pt x="17217" y="93405"/>
                    <a:pt x="10073" y="101955"/>
                  </a:cubicBezTo>
                  <a:cubicBezTo>
                    <a:pt x="3252" y="110554"/>
                    <a:pt x="-307" y="121281"/>
                    <a:pt x="21" y="132246"/>
                  </a:cubicBezTo>
                  <a:cubicBezTo>
                    <a:pt x="-293" y="143233"/>
                    <a:pt x="3194" y="153996"/>
                    <a:pt x="9893" y="162716"/>
                  </a:cubicBezTo>
                  <a:cubicBezTo>
                    <a:pt x="16817" y="171301"/>
                    <a:pt x="25931" y="177866"/>
                    <a:pt x="36279" y="181715"/>
                  </a:cubicBezTo>
                  <a:cubicBezTo>
                    <a:pt x="47731" y="186097"/>
                    <a:pt x="59915" y="188288"/>
                    <a:pt x="72179" y="188167"/>
                  </a:cubicBezTo>
                  <a:cubicBezTo>
                    <a:pt x="93957" y="188167"/>
                    <a:pt x="110713" y="183149"/>
                    <a:pt x="122439" y="173111"/>
                  </a:cubicBezTo>
                  <a:cubicBezTo>
                    <a:pt x="124794" y="171041"/>
                    <a:pt x="126957" y="168765"/>
                    <a:pt x="128900" y="166300"/>
                  </a:cubicBezTo>
                  <a:lnTo>
                    <a:pt x="128900" y="184582"/>
                  </a:lnTo>
                  <a:lnTo>
                    <a:pt x="159056" y="184582"/>
                  </a:lnTo>
                  <a:lnTo>
                    <a:pt x="159056" y="71171"/>
                  </a:lnTo>
                  <a:cubicBezTo>
                    <a:pt x="159370" y="59974"/>
                    <a:pt x="157032" y="48857"/>
                    <a:pt x="152235" y="38730"/>
                  </a:cubicBezTo>
                  <a:cubicBezTo>
                    <a:pt x="148044" y="30041"/>
                    <a:pt x="141901" y="22437"/>
                    <a:pt x="134285" y="16505"/>
                  </a:cubicBezTo>
                  <a:close/>
                  <a:moveTo>
                    <a:pt x="115258" y="155412"/>
                  </a:moveTo>
                  <a:cubicBezTo>
                    <a:pt x="104758" y="161107"/>
                    <a:pt x="92920" y="163894"/>
                    <a:pt x="80975" y="163477"/>
                  </a:cubicBezTo>
                  <a:cubicBezTo>
                    <a:pt x="68822" y="163872"/>
                    <a:pt x="56774" y="161156"/>
                    <a:pt x="45972" y="155591"/>
                  </a:cubicBezTo>
                  <a:cubicBezTo>
                    <a:pt x="32837" y="148632"/>
                    <a:pt x="27839" y="132358"/>
                    <a:pt x="34808" y="119242"/>
                  </a:cubicBezTo>
                  <a:cubicBezTo>
                    <a:pt x="37330" y="114493"/>
                    <a:pt x="41220" y="110612"/>
                    <a:pt x="45972" y="108094"/>
                  </a:cubicBezTo>
                  <a:cubicBezTo>
                    <a:pt x="56810" y="102632"/>
                    <a:pt x="68845" y="99983"/>
                    <a:pt x="80975" y="100387"/>
                  </a:cubicBezTo>
                  <a:cubicBezTo>
                    <a:pt x="92920" y="99970"/>
                    <a:pt x="104758" y="102757"/>
                    <a:pt x="115258" y="108452"/>
                  </a:cubicBezTo>
                  <a:cubicBezTo>
                    <a:pt x="128245" y="115684"/>
                    <a:pt x="132899" y="132062"/>
                    <a:pt x="125656" y="145030"/>
                  </a:cubicBezTo>
                  <a:cubicBezTo>
                    <a:pt x="123224" y="149385"/>
                    <a:pt x="119620" y="152983"/>
                    <a:pt x="115258" y="155412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49" name="Forma libre 197">
              <a:extLst>
                <a:ext uri="{FF2B5EF4-FFF2-40B4-BE49-F238E27FC236}">
                  <a16:creationId xmlns:a16="http://schemas.microsoft.com/office/drawing/2014/main" id="{8F611774-30DE-ED06-E935-3579B3AFEBE4}"/>
                </a:ext>
              </a:extLst>
            </p:cNvPr>
            <p:cNvSpPr/>
            <p:nvPr/>
          </p:nvSpPr>
          <p:spPr>
            <a:xfrm>
              <a:off x="11404928" y="659740"/>
              <a:ext cx="57295" cy="61209"/>
            </a:xfrm>
            <a:custGeom>
              <a:avLst/>
              <a:gdLst>
                <a:gd name="connsiteX0" fmla="*/ 240337 w 241285"/>
                <a:gd name="connsiteY0" fmla="*/ 122425 h 257768"/>
                <a:gd name="connsiteX1" fmla="*/ 122586 w 241285"/>
                <a:gd name="connsiteY1" fmla="*/ 122425 h 257768"/>
                <a:gd name="connsiteX2" fmla="*/ 122586 w 241285"/>
                <a:gd name="connsiteY2" fmla="*/ 150744 h 257768"/>
                <a:gd name="connsiteX3" fmla="*/ 206456 w 241285"/>
                <a:gd name="connsiteY3" fmla="*/ 150744 h 257768"/>
                <a:gd name="connsiteX4" fmla="*/ 196180 w 241285"/>
                <a:gd name="connsiteY4" fmla="*/ 186591 h 257768"/>
                <a:gd name="connsiteX5" fmla="*/ 166922 w 241285"/>
                <a:gd name="connsiteY5" fmla="*/ 217061 h 257768"/>
                <a:gd name="connsiteX6" fmla="*/ 122586 w 241285"/>
                <a:gd name="connsiteY6" fmla="*/ 227636 h 257768"/>
                <a:gd name="connsiteX7" fmla="*/ 77711 w 241285"/>
                <a:gd name="connsiteY7" fmla="*/ 215807 h 257768"/>
                <a:gd name="connsiteX8" fmla="*/ 45402 w 241285"/>
                <a:gd name="connsiteY8" fmla="*/ 181931 h 257768"/>
                <a:gd name="connsiteX9" fmla="*/ 33375 w 241285"/>
                <a:gd name="connsiteY9" fmla="*/ 129057 h 257768"/>
                <a:gd name="connsiteX10" fmla="*/ 40196 w 241285"/>
                <a:gd name="connsiteY10" fmla="*/ 87474 h 257768"/>
                <a:gd name="connsiteX11" fmla="*/ 59223 w 241285"/>
                <a:gd name="connsiteY11" fmla="*/ 56467 h 257768"/>
                <a:gd name="connsiteX12" fmla="*/ 87763 w 241285"/>
                <a:gd name="connsiteY12" fmla="*/ 37109 h 257768"/>
                <a:gd name="connsiteX13" fmla="*/ 123663 w 241285"/>
                <a:gd name="connsiteY13" fmla="*/ 30478 h 257768"/>
                <a:gd name="connsiteX14" fmla="*/ 171050 w 241285"/>
                <a:gd name="connsiteY14" fmla="*/ 43382 h 257768"/>
                <a:gd name="connsiteX15" fmla="*/ 204796 w 241285"/>
                <a:gd name="connsiteY15" fmla="*/ 82456 h 257768"/>
                <a:gd name="connsiteX16" fmla="*/ 231721 w 241285"/>
                <a:gd name="connsiteY16" fmla="*/ 66325 h 257768"/>
                <a:gd name="connsiteX17" fmla="*/ 204078 w 241285"/>
                <a:gd name="connsiteY17" fmla="*/ 29044 h 257768"/>
                <a:gd name="connsiteX18" fmla="*/ 166563 w 241285"/>
                <a:gd name="connsiteY18" fmla="*/ 7177 h 257768"/>
                <a:gd name="connsiteX19" fmla="*/ 124022 w 241285"/>
                <a:gd name="connsiteY19" fmla="*/ 7 h 257768"/>
                <a:gd name="connsiteX20" fmla="*/ 74660 w 241285"/>
                <a:gd name="connsiteY20" fmla="*/ 8969 h 257768"/>
                <a:gd name="connsiteX21" fmla="*/ 35350 w 241285"/>
                <a:gd name="connsiteY21" fmla="*/ 34958 h 257768"/>
                <a:gd name="connsiteX22" fmla="*/ 9323 w 241285"/>
                <a:gd name="connsiteY22" fmla="*/ 75824 h 257768"/>
                <a:gd name="connsiteX23" fmla="*/ 9323 w 241285"/>
                <a:gd name="connsiteY23" fmla="*/ 182290 h 257768"/>
                <a:gd name="connsiteX24" fmla="*/ 74660 w 241285"/>
                <a:gd name="connsiteY24" fmla="*/ 248786 h 257768"/>
                <a:gd name="connsiteX25" fmla="*/ 123124 w 241285"/>
                <a:gd name="connsiteY25" fmla="*/ 257748 h 257768"/>
                <a:gd name="connsiteX26" fmla="*/ 184333 w 241285"/>
                <a:gd name="connsiteY26" fmla="*/ 242871 h 257768"/>
                <a:gd name="connsiteX27" fmla="*/ 226156 w 241285"/>
                <a:gd name="connsiteY27" fmla="*/ 200213 h 257768"/>
                <a:gd name="connsiteX28" fmla="*/ 241234 w 241285"/>
                <a:gd name="connsiteY28" fmla="*/ 133717 h 257768"/>
                <a:gd name="connsiteX29" fmla="*/ 241234 w 241285"/>
                <a:gd name="connsiteY29" fmla="*/ 127981 h 257768"/>
                <a:gd name="connsiteX30" fmla="*/ 240337 w 241285"/>
                <a:gd name="connsiteY30" fmla="*/ 122425 h 25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41285" h="257768">
                  <a:moveTo>
                    <a:pt x="240337" y="122425"/>
                  </a:moveTo>
                  <a:lnTo>
                    <a:pt x="122586" y="122425"/>
                  </a:lnTo>
                  <a:lnTo>
                    <a:pt x="122586" y="150744"/>
                  </a:lnTo>
                  <a:lnTo>
                    <a:pt x="206456" y="150744"/>
                  </a:lnTo>
                  <a:cubicBezTo>
                    <a:pt x="205290" y="163228"/>
                    <a:pt x="201807" y="175385"/>
                    <a:pt x="196180" y="186591"/>
                  </a:cubicBezTo>
                  <a:cubicBezTo>
                    <a:pt x="189651" y="199407"/>
                    <a:pt x="179469" y="210008"/>
                    <a:pt x="166922" y="217061"/>
                  </a:cubicBezTo>
                  <a:cubicBezTo>
                    <a:pt x="153307" y="224361"/>
                    <a:pt x="138032" y="228004"/>
                    <a:pt x="122586" y="227636"/>
                  </a:cubicBezTo>
                  <a:cubicBezTo>
                    <a:pt x="106835" y="227793"/>
                    <a:pt x="91331" y="223707"/>
                    <a:pt x="77711" y="215807"/>
                  </a:cubicBezTo>
                  <a:cubicBezTo>
                    <a:pt x="63984" y="207750"/>
                    <a:pt x="52793" y="196015"/>
                    <a:pt x="45402" y="181931"/>
                  </a:cubicBezTo>
                  <a:cubicBezTo>
                    <a:pt x="36997" y="165599"/>
                    <a:pt x="32859" y="147411"/>
                    <a:pt x="33375" y="129057"/>
                  </a:cubicBezTo>
                  <a:cubicBezTo>
                    <a:pt x="33128" y="114897"/>
                    <a:pt x="35440" y="100814"/>
                    <a:pt x="40196" y="87474"/>
                  </a:cubicBezTo>
                  <a:cubicBezTo>
                    <a:pt x="44320" y="75932"/>
                    <a:pt x="50796" y="65375"/>
                    <a:pt x="59223" y="56467"/>
                  </a:cubicBezTo>
                  <a:cubicBezTo>
                    <a:pt x="67229" y="48038"/>
                    <a:pt x="76967" y="41433"/>
                    <a:pt x="87763" y="37109"/>
                  </a:cubicBezTo>
                  <a:cubicBezTo>
                    <a:pt x="99179" y="32566"/>
                    <a:pt x="111376" y="30312"/>
                    <a:pt x="123663" y="30478"/>
                  </a:cubicBezTo>
                  <a:cubicBezTo>
                    <a:pt x="140365" y="30209"/>
                    <a:pt x="156798" y="34685"/>
                    <a:pt x="171050" y="43382"/>
                  </a:cubicBezTo>
                  <a:cubicBezTo>
                    <a:pt x="185783" y="52949"/>
                    <a:pt x="197486" y="66499"/>
                    <a:pt x="204796" y="82456"/>
                  </a:cubicBezTo>
                  <a:lnTo>
                    <a:pt x="231721" y="66325"/>
                  </a:lnTo>
                  <a:cubicBezTo>
                    <a:pt x="225348" y="52026"/>
                    <a:pt x="215912" y="39300"/>
                    <a:pt x="204078" y="29044"/>
                  </a:cubicBezTo>
                  <a:cubicBezTo>
                    <a:pt x="193043" y="19490"/>
                    <a:pt x="180321" y="12074"/>
                    <a:pt x="166563" y="7177"/>
                  </a:cubicBezTo>
                  <a:cubicBezTo>
                    <a:pt x="152899" y="2369"/>
                    <a:pt x="138507" y="-55"/>
                    <a:pt x="124022" y="7"/>
                  </a:cubicBezTo>
                  <a:cubicBezTo>
                    <a:pt x="107145" y="-172"/>
                    <a:pt x="90393" y="2871"/>
                    <a:pt x="74660" y="8969"/>
                  </a:cubicBezTo>
                  <a:cubicBezTo>
                    <a:pt x="59856" y="14741"/>
                    <a:pt x="46452" y="23599"/>
                    <a:pt x="35350" y="34958"/>
                  </a:cubicBezTo>
                  <a:cubicBezTo>
                    <a:pt x="23970" y="46662"/>
                    <a:pt x="15112" y="60571"/>
                    <a:pt x="9323" y="75824"/>
                  </a:cubicBezTo>
                  <a:cubicBezTo>
                    <a:pt x="-3108" y="110228"/>
                    <a:pt x="-3108" y="147886"/>
                    <a:pt x="9323" y="182290"/>
                  </a:cubicBezTo>
                  <a:cubicBezTo>
                    <a:pt x="20775" y="212639"/>
                    <a:pt x="44491" y="236773"/>
                    <a:pt x="74660" y="248786"/>
                  </a:cubicBezTo>
                  <a:cubicBezTo>
                    <a:pt x="90083" y="254867"/>
                    <a:pt x="106543" y="257914"/>
                    <a:pt x="123124" y="257748"/>
                  </a:cubicBezTo>
                  <a:cubicBezTo>
                    <a:pt x="144471" y="258138"/>
                    <a:pt x="165553" y="253012"/>
                    <a:pt x="184333" y="242871"/>
                  </a:cubicBezTo>
                  <a:cubicBezTo>
                    <a:pt x="202108" y="232982"/>
                    <a:pt x="216634" y="218168"/>
                    <a:pt x="226156" y="200213"/>
                  </a:cubicBezTo>
                  <a:cubicBezTo>
                    <a:pt x="236684" y="179660"/>
                    <a:pt x="241867" y="156794"/>
                    <a:pt x="241234" y="133717"/>
                  </a:cubicBezTo>
                  <a:cubicBezTo>
                    <a:pt x="241234" y="131790"/>
                    <a:pt x="241234" y="129863"/>
                    <a:pt x="241234" y="127981"/>
                  </a:cubicBezTo>
                  <a:cubicBezTo>
                    <a:pt x="241234" y="126100"/>
                    <a:pt x="240337" y="124128"/>
                    <a:pt x="240337" y="12242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0" name="Forma libre 198">
              <a:extLst>
                <a:ext uri="{FF2B5EF4-FFF2-40B4-BE49-F238E27FC236}">
                  <a16:creationId xmlns:a16="http://schemas.microsoft.com/office/drawing/2014/main" id="{A47B18B5-236B-7711-D2EA-06595FF7213E}"/>
                </a:ext>
              </a:extLst>
            </p:cNvPr>
            <p:cNvSpPr/>
            <p:nvPr/>
          </p:nvSpPr>
          <p:spPr>
            <a:xfrm>
              <a:off x="11469819" y="676423"/>
              <a:ext cx="21908" cy="43712"/>
            </a:xfrm>
            <a:custGeom>
              <a:avLst/>
              <a:gdLst>
                <a:gd name="connsiteX0" fmla="*/ 51875 w 92261"/>
                <a:gd name="connsiteY0" fmla="*/ 8611 h 184082"/>
                <a:gd name="connsiteX1" fmla="*/ 30874 w 92261"/>
                <a:gd name="connsiteY1" fmla="*/ 34421 h 184082"/>
                <a:gd name="connsiteX2" fmla="*/ 30874 w 92261"/>
                <a:gd name="connsiteY2" fmla="*/ 3055 h 184082"/>
                <a:gd name="connsiteX3" fmla="*/ 0 w 92261"/>
                <a:gd name="connsiteY3" fmla="*/ 3055 h 184082"/>
                <a:gd name="connsiteX4" fmla="*/ 0 w 92261"/>
                <a:gd name="connsiteY4" fmla="*/ 184082 h 184082"/>
                <a:gd name="connsiteX5" fmla="*/ 30874 w 92261"/>
                <a:gd name="connsiteY5" fmla="*/ 184082 h 184082"/>
                <a:gd name="connsiteX6" fmla="*/ 30874 w 92261"/>
                <a:gd name="connsiteY6" fmla="*/ 87116 h 184082"/>
                <a:gd name="connsiteX7" fmla="*/ 43259 w 92261"/>
                <a:gd name="connsiteY7" fmla="*/ 47505 h 184082"/>
                <a:gd name="connsiteX8" fmla="*/ 75030 w 92261"/>
                <a:gd name="connsiteY8" fmla="*/ 32629 h 184082"/>
                <a:gd name="connsiteX9" fmla="*/ 92262 w 92261"/>
                <a:gd name="connsiteY9" fmla="*/ 32629 h 184082"/>
                <a:gd name="connsiteX10" fmla="*/ 92262 w 92261"/>
                <a:gd name="connsiteY10" fmla="*/ 8 h 184082"/>
                <a:gd name="connsiteX11" fmla="*/ 81672 w 92261"/>
                <a:gd name="connsiteY11" fmla="*/ 8 h 184082"/>
                <a:gd name="connsiteX12" fmla="*/ 51875 w 92261"/>
                <a:gd name="connsiteY12" fmla="*/ 8611 h 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261" h="184082">
                  <a:moveTo>
                    <a:pt x="51875" y="8611"/>
                  </a:moveTo>
                  <a:cubicBezTo>
                    <a:pt x="42550" y="15036"/>
                    <a:pt x="35263" y="23994"/>
                    <a:pt x="30874" y="34421"/>
                  </a:cubicBezTo>
                  <a:lnTo>
                    <a:pt x="30874" y="3055"/>
                  </a:lnTo>
                  <a:lnTo>
                    <a:pt x="0" y="3055"/>
                  </a:lnTo>
                  <a:lnTo>
                    <a:pt x="0" y="184082"/>
                  </a:lnTo>
                  <a:lnTo>
                    <a:pt x="30874" y="184082"/>
                  </a:lnTo>
                  <a:lnTo>
                    <a:pt x="30874" y="87116"/>
                  </a:lnTo>
                  <a:cubicBezTo>
                    <a:pt x="30147" y="72862"/>
                    <a:pt x="34540" y="58815"/>
                    <a:pt x="43259" y="47505"/>
                  </a:cubicBezTo>
                  <a:cubicBezTo>
                    <a:pt x="50928" y="37844"/>
                    <a:pt x="62690" y="32337"/>
                    <a:pt x="75030" y="32629"/>
                  </a:cubicBezTo>
                  <a:lnTo>
                    <a:pt x="92262" y="32629"/>
                  </a:lnTo>
                  <a:lnTo>
                    <a:pt x="92262" y="8"/>
                  </a:lnTo>
                  <a:lnTo>
                    <a:pt x="81672" y="8"/>
                  </a:lnTo>
                  <a:cubicBezTo>
                    <a:pt x="71099" y="-172"/>
                    <a:pt x="60720" y="2826"/>
                    <a:pt x="51875" y="8611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1" name="Forma libre 199">
              <a:extLst>
                <a:ext uri="{FF2B5EF4-FFF2-40B4-BE49-F238E27FC236}">
                  <a16:creationId xmlns:a16="http://schemas.microsoft.com/office/drawing/2014/main" id="{DC87DEFD-5EE6-EE54-E727-DABECB22637A}"/>
                </a:ext>
              </a:extLst>
            </p:cNvPr>
            <p:cNvSpPr/>
            <p:nvPr/>
          </p:nvSpPr>
          <p:spPr>
            <a:xfrm>
              <a:off x="11493246" y="676422"/>
              <a:ext cx="43316" cy="44610"/>
            </a:xfrm>
            <a:custGeom>
              <a:avLst/>
              <a:gdLst>
                <a:gd name="connsiteX0" fmla="*/ 137876 w 182416"/>
                <a:gd name="connsiteY0" fmla="*/ 11843 h 187865"/>
                <a:gd name="connsiteX1" fmla="*/ 91027 w 182416"/>
                <a:gd name="connsiteY1" fmla="*/ 14 h 187865"/>
                <a:gd name="connsiteX2" fmla="*/ 55127 w 182416"/>
                <a:gd name="connsiteY2" fmla="*/ 6645 h 187865"/>
                <a:gd name="connsiteX3" fmla="*/ 26049 w 182416"/>
                <a:gd name="connsiteY3" fmla="*/ 25824 h 187865"/>
                <a:gd name="connsiteX4" fmla="*/ 6842 w 182416"/>
                <a:gd name="connsiteY4" fmla="*/ 55756 h 187865"/>
                <a:gd name="connsiteX5" fmla="*/ 21 w 182416"/>
                <a:gd name="connsiteY5" fmla="*/ 93575 h 187865"/>
                <a:gd name="connsiteX6" fmla="*/ 11868 w 182416"/>
                <a:gd name="connsiteY6" fmla="*/ 142864 h 187865"/>
                <a:gd name="connsiteX7" fmla="*/ 44357 w 182416"/>
                <a:gd name="connsiteY7" fmla="*/ 176023 h 187865"/>
                <a:gd name="connsiteX8" fmla="*/ 91206 w 182416"/>
                <a:gd name="connsiteY8" fmla="*/ 187852 h 187865"/>
                <a:gd name="connsiteX9" fmla="*/ 127644 w 182416"/>
                <a:gd name="connsiteY9" fmla="*/ 181041 h 187865"/>
                <a:gd name="connsiteX10" fmla="*/ 156544 w 182416"/>
                <a:gd name="connsiteY10" fmla="*/ 161684 h 187865"/>
                <a:gd name="connsiteX11" fmla="*/ 175570 w 182416"/>
                <a:gd name="connsiteY11" fmla="*/ 131931 h 187865"/>
                <a:gd name="connsiteX12" fmla="*/ 182391 w 182416"/>
                <a:gd name="connsiteY12" fmla="*/ 93575 h 187865"/>
                <a:gd name="connsiteX13" fmla="*/ 170544 w 182416"/>
                <a:gd name="connsiteY13" fmla="*/ 44643 h 187865"/>
                <a:gd name="connsiteX14" fmla="*/ 137876 w 182416"/>
                <a:gd name="connsiteY14" fmla="*/ 11843 h 187865"/>
                <a:gd name="connsiteX15" fmla="*/ 146492 w 182416"/>
                <a:gd name="connsiteY15" fmla="*/ 121356 h 187865"/>
                <a:gd name="connsiteX16" fmla="*/ 133927 w 182416"/>
                <a:gd name="connsiteY16" fmla="*/ 142327 h 187865"/>
                <a:gd name="connsiteX17" fmla="*/ 114900 w 182416"/>
                <a:gd name="connsiteY17" fmla="*/ 155411 h 187865"/>
                <a:gd name="connsiteX18" fmla="*/ 91027 w 182416"/>
                <a:gd name="connsiteY18" fmla="*/ 159892 h 187865"/>
                <a:gd name="connsiteX19" fmla="*/ 60512 w 182416"/>
                <a:gd name="connsiteY19" fmla="*/ 152005 h 187865"/>
                <a:gd name="connsiteX20" fmla="*/ 39152 w 182416"/>
                <a:gd name="connsiteY20" fmla="*/ 129242 h 187865"/>
                <a:gd name="connsiteX21" fmla="*/ 31433 w 182416"/>
                <a:gd name="connsiteY21" fmla="*/ 93395 h 187865"/>
                <a:gd name="connsiteX22" fmla="*/ 35921 w 182416"/>
                <a:gd name="connsiteY22" fmla="*/ 65793 h 187865"/>
                <a:gd name="connsiteX23" fmla="*/ 48486 w 182416"/>
                <a:gd name="connsiteY23" fmla="*/ 45002 h 187865"/>
                <a:gd name="connsiteX24" fmla="*/ 67513 w 182416"/>
                <a:gd name="connsiteY24" fmla="*/ 32097 h 187865"/>
                <a:gd name="connsiteX25" fmla="*/ 91027 w 182416"/>
                <a:gd name="connsiteY25" fmla="*/ 27616 h 187865"/>
                <a:gd name="connsiteX26" fmla="*/ 121721 w 182416"/>
                <a:gd name="connsiteY26" fmla="*/ 35502 h 187865"/>
                <a:gd name="connsiteX27" fmla="*/ 143081 w 182416"/>
                <a:gd name="connsiteY27" fmla="*/ 57907 h 187865"/>
                <a:gd name="connsiteX28" fmla="*/ 150979 w 182416"/>
                <a:gd name="connsiteY28" fmla="*/ 93037 h 187865"/>
                <a:gd name="connsiteX29" fmla="*/ 146492 w 182416"/>
                <a:gd name="connsiteY29" fmla="*/ 121356 h 187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2416" h="187865">
                  <a:moveTo>
                    <a:pt x="137876" y="11843"/>
                  </a:moveTo>
                  <a:cubicBezTo>
                    <a:pt x="123588" y="3814"/>
                    <a:pt x="107420" y="-269"/>
                    <a:pt x="91027" y="14"/>
                  </a:cubicBezTo>
                  <a:cubicBezTo>
                    <a:pt x="78745" y="-80"/>
                    <a:pt x="66561" y="2174"/>
                    <a:pt x="55127" y="6645"/>
                  </a:cubicBezTo>
                  <a:cubicBezTo>
                    <a:pt x="44187" y="10920"/>
                    <a:pt x="34279" y="17453"/>
                    <a:pt x="26049" y="25824"/>
                  </a:cubicBezTo>
                  <a:cubicBezTo>
                    <a:pt x="17666" y="34387"/>
                    <a:pt x="11128" y="44572"/>
                    <a:pt x="6842" y="55756"/>
                  </a:cubicBezTo>
                  <a:cubicBezTo>
                    <a:pt x="2216" y="67823"/>
                    <a:pt x="-100" y="80652"/>
                    <a:pt x="21" y="93575"/>
                  </a:cubicBezTo>
                  <a:cubicBezTo>
                    <a:pt x="-333" y="110750"/>
                    <a:pt x="3746" y="127723"/>
                    <a:pt x="11868" y="142864"/>
                  </a:cubicBezTo>
                  <a:cubicBezTo>
                    <a:pt x="19416" y="156706"/>
                    <a:pt x="30662" y="168186"/>
                    <a:pt x="44357" y="176023"/>
                  </a:cubicBezTo>
                  <a:cubicBezTo>
                    <a:pt x="58650" y="184044"/>
                    <a:pt x="74818" y="188126"/>
                    <a:pt x="91206" y="187852"/>
                  </a:cubicBezTo>
                  <a:cubicBezTo>
                    <a:pt x="103682" y="187978"/>
                    <a:pt x="116058" y="185666"/>
                    <a:pt x="127644" y="181041"/>
                  </a:cubicBezTo>
                  <a:cubicBezTo>
                    <a:pt x="138513" y="176650"/>
                    <a:pt x="148354" y="170059"/>
                    <a:pt x="156544" y="161684"/>
                  </a:cubicBezTo>
                  <a:cubicBezTo>
                    <a:pt x="164814" y="153139"/>
                    <a:pt x="171285" y="143021"/>
                    <a:pt x="175570" y="131931"/>
                  </a:cubicBezTo>
                  <a:cubicBezTo>
                    <a:pt x="180264" y="119694"/>
                    <a:pt x="182580" y="106677"/>
                    <a:pt x="182391" y="93575"/>
                  </a:cubicBezTo>
                  <a:cubicBezTo>
                    <a:pt x="182782" y="76511"/>
                    <a:pt x="178698" y="59645"/>
                    <a:pt x="170544" y="44643"/>
                  </a:cubicBezTo>
                  <a:cubicBezTo>
                    <a:pt x="162884" y="30918"/>
                    <a:pt x="151581" y="19568"/>
                    <a:pt x="137876" y="11843"/>
                  </a:cubicBezTo>
                  <a:close/>
                  <a:moveTo>
                    <a:pt x="146492" y="121356"/>
                  </a:moveTo>
                  <a:cubicBezTo>
                    <a:pt x="143795" y="129135"/>
                    <a:pt x="139518" y="136277"/>
                    <a:pt x="133927" y="142327"/>
                  </a:cubicBezTo>
                  <a:cubicBezTo>
                    <a:pt x="128609" y="148013"/>
                    <a:pt x="122116" y="152476"/>
                    <a:pt x="114900" y="155411"/>
                  </a:cubicBezTo>
                  <a:cubicBezTo>
                    <a:pt x="107312" y="158440"/>
                    <a:pt x="99203" y="159963"/>
                    <a:pt x="91027" y="159892"/>
                  </a:cubicBezTo>
                  <a:cubicBezTo>
                    <a:pt x="80333" y="160022"/>
                    <a:pt x="69797" y="157302"/>
                    <a:pt x="60512" y="152005"/>
                  </a:cubicBezTo>
                  <a:cubicBezTo>
                    <a:pt x="51349" y="146628"/>
                    <a:pt x="43931" y="138724"/>
                    <a:pt x="39152" y="129242"/>
                  </a:cubicBezTo>
                  <a:cubicBezTo>
                    <a:pt x="33731" y="118085"/>
                    <a:pt x="31083" y="105789"/>
                    <a:pt x="31433" y="93395"/>
                  </a:cubicBezTo>
                  <a:cubicBezTo>
                    <a:pt x="31299" y="84003"/>
                    <a:pt x="32816" y="74661"/>
                    <a:pt x="35921" y="65793"/>
                  </a:cubicBezTo>
                  <a:cubicBezTo>
                    <a:pt x="38658" y="58086"/>
                    <a:pt x="42930" y="51011"/>
                    <a:pt x="48486" y="45002"/>
                  </a:cubicBezTo>
                  <a:cubicBezTo>
                    <a:pt x="53786" y="39334"/>
                    <a:pt x="60283" y="34924"/>
                    <a:pt x="67513" y="32097"/>
                  </a:cubicBezTo>
                  <a:cubicBezTo>
                    <a:pt x="74998" y="29135"/>
                    <a:pt x="82976" y="27616"/>
                    <a:pt x="91027" y="27616"/>
                  </a:cubicBezTo>
                  <a:cubicBezTo>
                    <a:pt x="101788" y="27410"/>
                    <a:pt x="112396" y="30139"/>
                    <a:pt x="121721" y="35502"/>
                  </a:cubicBezTo>
                  <a:cubicBezTo>
                    <a:pt x="130804" y="40826"/>
                    <a:pt x="138203" y="48591"/>
                    <a:pt x="143081" y="57907"/>
                  </a:cubicBezTo>
                  <a:cubicBezTo>
                    <a:pt x="148614" y="68773"/>
                    <a:pt x="151329" y="80853"/>
                    <a:pt x="150979" y="93037"/>
                  </a:cubicBezTo>
                  <a:cubicBezTo>
                    <a:pt x="151190" y="102666"/>
                    <a:pt x="149669" y="112260"/>
                    <a:pt x="146492" y="121356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2" name="Forma libre 200">
              <a:extLst>
                <a:ext uri="{FF2B5EF4-FFF2-40B4-BE49-F238E27FC236}">
                  <a16:creationId xmlns:a16="http://schemas.microsoft.com/office/drawing/2014/main" id="{CC15DE5E-93F5-3600-58B1-931B103F8724}"/>
                </a:ext>
              </a:extLst>
            </p:cNvPr>
            <p:cNvSpPr/>
            <p:nvPr/>
          </p:nvSpPr>
          <p:spPr>
            <a:xfrm>
              <a:off x="11543133" y="677191"/>
              <a:ext cx="36588" cy="43797"/>
            </a:xfrm>
            <a:custGeom>
              <a:avLst/>
              <a:gdLst>
                <a:gd name="connsiteX0" fmla="*/ 123174 w 154081"/>
                <a:gd name="connsiteY0" fmla="*/ 105390 h 184441"/>
                <a:gd name="connsiteX1" fmla="*/ 110429 w 154081"/>
                <a:gd name="connsiteY1" fmla="*/ 143567 h 184441"/>
                <a:gd name="connsiteX2" fmla="*/ 77222 w 154081"/>
                <a:gd name="connsiteY2" fmla="*/ 156293 h 184441"/>
                <a:gd name="connsiteX3" fmla="*/ 44015 w 154081"/>
                <a:gd name="connsiteY3" fmla="*/ 143567 h 184441"/>
                <a:gd name="connsiteX4" fmla="*/ 30912 w 154081"/>
                <a:gd name="connsiteY4" fmla="*/ 105390 h 184441"/>
                <a:gd name="connsiteX5" fmla="*/ 30912 w 154081"/>
                <a:gd name="connsiteY5" fmla="*/ 0 h 184441"/>
                <a:gd name="connsiteX6" fmla="*/ 38 w 154081"/>
                <a:gd name="connsiteY6" fmla="*/ 0 h 184441"/>
                <a:gd name="connsiteX7" fmla="*/ 38 w 154081"/>
                <a:gd name="connsiteY7" fmla="*/ 107900 h 184441"/>
                <a:gd name="connsiteX8" fmla="*/ 10090 w 154081"/>
                <a:gd name="connsiteY8" fmla="*/ 149482 h 184441"/>
                <a:gd name="connsiteX9" fmla="*/ 37733 w 154081"/>
                <a:gd name="connsiteY9" fmla="*/ 175471 h 184441"/>
                <a:gd name="connsiteX10" fmla="*/ 77222 w 154081"/>
                <a:gd name="connsiteY10" fmla="*/ 184433 h 184441"/>
                <a:gd name="connsiteX11" fmla="*/ 116712 w 154081"/>
                <a:gd name="connsiteY11" fmla="*/ 175471 h 184441"/>
                <a:gd name="connsiteX12" fmla="*/ 143995 w 154081"/>
                <a:gd name="connsiteY12" fmla="*/ 149482 h 184441"/>
                <a:gd name="connsiteX13" fmla="*/ 154047 w 154081"/>
                <a:gd name="connsiteY13" fmla="*/ 107900 h 184441"/>
                <a:gd name="connsiteX14" fmla="*/ 154047 w 154081"/>
                <a:gd name="connsiteY14" fmla="*/ 0 h 184441"/>
                <a:gd name="connsiteX15" fmla="*/ 123174 w 154081"/>
                <a:gd name="connsiteY15" fmla="*/ 0 h 18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081" h="184441">
                  <a:moveTo>
                    <a:pt x="123174" y="105390"/>
                  </a:moveTo>
                  <a:cubicBezTo>
                    <a:pt x="123174" y="122328"/>
                    <a:pt x="118924" y="135054"/>
                    <a:pt x="110429" y="143567"/>
                  </a:cubicBezTo>
                  <a:cubicBezTo>
                    <a:pt x="101589" y="152198"/>
                    <a:pt x="89576" y="156800"/>
                    <a:pt x="77222" y="156293"/>
                  </a:cubicBezTo>
                  <a:cubicBezTo>
                    <a:pt x="64886" y="156705"/>
                    <a:pt x="52909" y="152113"/>
                    <a:pt x="44015" y="143567"/>
                  </a:cubicBezTo>
                  <a:cubicBezTo>
                    <a:pt x="35278" y="135054"/>
                    <a:pt x="30912" y="122328"/>
                    <a:pt x="30912" y="105390"/>
                  </a:cubicBezTo>
                  <a:lnTo>
                    <a:pt x="30912" y="0"/>
                  </a:lnTo>
                  <a:lnTo>
                    <a:pt x="38" y="0"/>
                  </a:lnTo>
                  <a:lnTo>
                    <a:pt x="38" y="107900"/>
                  </a:lnTo>
                  <a:cubicBezTo>
                    <a:pt x="-406" y="122409"/>
                    <a:pt x="3067" y="136770"/>
                    <a:pt x="10090" y="149482"/>
                  </a:cubicBezTo>
                  <a:cubicBezTo>
                    <a:pt x="16507" y="160698"/>
                    <a:pt x="26132" y="169749"/>
                    <a:pt x="37733" y="175471"/>
                  </a:cubicBezTo>
                  <a:cubicBezTo>
                    <a:pt x="50010" y="181507"/>
                    <a:pt x="63535" y="184577"/>
                    <a:pt x="77222" y="184433"/>
                  </a:cubicBezTo>
                  <a:cubicBezTo>
                    <a:pt x="90913" y="184621"/>
                    <a:pt x="104447" y="181552"/>
                    <a:pt x="116712" y="175471"/>
                  </a:cubicBezTo>
                  <a:cubicBezTo>
                    <a:pt x="128146" y="169646"/>
                    <a:pt x="137628" y="160613"/>
                    <a:pt x="143995" y="149482"/>
                  </a:cubicBezTo>
                  <a:cubicBezTo>
                    <a:pt x="150996" y="136765"/>
                    <a:pt x="154469" y="122409"/>
                    <a:pt x="154047" y="107900"/>
                  </a:cubicBezTo>
                  <a:lnTo>
                    <a:pt x="154047" y="0"/>
                  </a:lnTo>
                  <a:lnTo>
                    <a:pt x="123174" y="0"/>
                  </a:ln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  <p:sp>
          <p:nvSpPr>
            <p:cNvPr id="53" name="Forma libre 201">
              <a:extLst>
                <a:ext uri="{FF2B5EF4-FFF2-40B4-BE49-F238E27FC236}">
                  <a16:creationId xmlns:a16="http://schemas.microsoft.com/office/drawing/2014/main" id="{6CEEB83E-713C-E918-9915-46BB2BC6634A}"/>
                </a:ext>
              </a:extLst>
            </p:cNvPr>
            <p:cNvSpPr/>
            <p:nvPr/>
          </p:nvSpPr>
          <p:spPr>
            <a:xfrm>
              <a:off x="11588738" y="676416"/>
              <a:ext cx="42330" cy="57807"/>
            </a:xfrm>
            <a:custGeom>
              <a:avLst/>
              <a:gdLst>
                <a:gd name="connsiteX0" fmla="*/ 137316 w 178264"/>
                <a:gd name="connsiteY0" fmla="*/ 11870 h 243441"/>
                <a:gd name="connsiteX1" fmla="*/ 94236 w 178264"/>
                <a:gd name="connsiteY1" fmla="*/ 40 h 243441"/>
                <a:gd name="connsiteX2" fmla="*/ 35900 w 178264"/>
                <a:gd name="connsiteY2" fmla="*/ 29614 h 243441"/>
                <a:gd name="connsiteX3" fmla="*/ 30874 w 178264"/>
                <a:gd name="connsiteY3" fmla="*/ 37814 h 243441"/>
                <a:gd name="connsiteX4" fmla="*/ 30874 w 178264"/>
                <a:gd name="connsiteY4" fmla="*/ 3266 h 243441"/>
                <a:gd name="connsiteX5" fmla="*/ 0 w 178264"/>
                <a:gd name="connsiteY5" fmla="*/ 3266 h 243441"/>
                <a:gd name="connsiteX6" fmla="*/ 0 w 178264"/>
                <a:gd name="connsiteY6" fmla="*/ 243442 h 243441"/>
                <a:gd name="connsiteX7" fmla="*/ 30874 w 178264"/>
                <a:gd name="connsiteY7" fmla="*/ 243442 h 243441"/>
                <a:gd name="connsiteX8" fmla="*/ 30874 w 178264"/>
                <a:gd name="connsiteY8" fmla="*/ 149343 h 243441"/>
                <a:gd name="connsiteX9" fmla="*/ 36079 w 178264"/>
                <a:gd name="connsiteY9" fmla="*/ 157767 h 243441"/>
                <a:gd name="connsiteX10" fmla="*/ 59952 w 178264"/>
                <a:gd name="connsiteY10" fmla="*/ 179275 h 243441"/>
                <a:gd name="connsiteX11" fmla="*/ 94057 w 178264"/>
                <a:gd name="connsiteY11" fmla="*/ 187341 h 243441"/>
                <a:gd name="connsiteX12" fmla="*/ 154009 w 178264"/>
                <a:gd name="connsiteY12" fmla="*/ 161173 h 243441"/>
                <a:gd name="connsiteX13" fmla="*/ 171959 w 178264"/>
                <a:gd name="connsiteY13" fmla="*/ 131419 h 243441"/>
                <a:gd name="connsiteX14" fmla="*/ 178241 w 178264"/>
                <a:gd name="connsiteY14" fmla="*/ 93422 h 243441"/>
                <a:gd name="connsiteX15" fmla="*/ 167292 w 178264"/>
                <a:gd name="connsiteY15" fmla="*/ 44670 h 243441"/>
                <a:gd name="connsiteX16" fmla="*/ 137316 w 178264"/>
                <a:gd name="connsiteY16" fmla="*/ 11870 h 243441"/>
                <a:gd name="connsiteX17" fmla="*/ 142880 w 178264"/>
                <a:gd name="connsiteY17" fmla="*/ 121562 h 243441"/>
                <a:gd name="connsiteX18" fmla="*/ 130854 w 178264"/>
                <a:gd name="connsiteY18" fmla="*/ 142353 h 243441"/>
                <a:gd name="connsiteX19" fmla="*/ 112186 w 178264"/>
                <a:gd name="connsiteY19" fmla="*/ 155258 h 243441"/>
                <a:gd name="connsiteX20" fmla="*/ 88851 w 178264"/>
                <a:gd name="connsiteY20" fmla="*/ 159739 h 243441"/>
                <a:gd name="connsiteX21" fmla="*/ 46669 w 178264"/>
                <a:gd name="connsiteY21" fmla="*/ 142353 h 243441"/>
                <a:gd name="connsiteX22" fmla="*/ 30335 w 178264"/>
                <a:gd name="connsiteY22" fmla="*/ 94139 h 243441"/>
                <a:gd name="connsiteX23" fmla="*/ 34822 w 178264"/>
                <a:gd name="connsiteY23" fmla="*/ 66536 h 243441"/>
                <a:gd name="connsiteX24" fmla="*/ 47028 w 178264"/>
                <a:gd name="connsiteY24" fmla="*/ 45745 h 243441"/>
                <a:gd name="connsiteX25" fmla="*/ 65517 w 178264"/>
                <a:gd name="connsiteY25" fmla="*/ 32661 h 243441"/>
                <a:gd name="connsiteX26" fmla="*/ 89031 w 178264"/>
                <a:gd name="connsiteY26" fmla="*/ 28180 h 243441"/>
                <a:gd name="connsiteX27" fmla="*/ 130854 w 178264"/>
                <a:gd name="connsiteY27" fmla="*/ 45745 h 243441"/>
                <a:gd name="connsiteX28" fmla="*/ 147188 w 178264"/>
                <a:gd name="connsiteY28" fmla="*/ 94139 h 243441"/>
                <a:gd name="connsiteX29" fmla="*/ 142656 w 178264"/>
                <a:gd name="connsiteY29" fmla="*/ 121562 h 24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264" h="243441">
                  <a:moveTo>
                    <a:pt x="137316" y="11870"/>
                  </a:moveTo>
                  <a:cubicBezTo>
                    <a:pt x="124374" y="3916"/>
                    <a:pt x="109431" y="-188"/>
                    <a:pt x="94236" y="40"/>
                  </a:cubicBezTo>
                  <a:cubicBezTo>
                    <a:pt x="70996" y="-757"/>
                    <a:pt x="48971" y="10409"/>
                    <a:pt x="35900" y="29614"/>
                  </a:cubicBezTo>
                  <a:cubicBezTo>
                    <a:pt x="34078" y="32253"/>
                    <a:pt x="32399" y="34991"/>
                    <a:pt x="30874" y="37814"/>
                  </a:cubicBezTo>
                  <a:lnTo>
                    <a:pt x="30874" y="3266"/>
                  </a:lnTo>
                  <a:lnTo>
                    <a:pt x="0" y="3266"/>
                  </a:lnTo>
                  <a:lnTo>
                    <a:pt x="0" y="243442"/>
                  </a:lnTo>
                  <a:lnTo>
                    <a:pt x="30874" y="243442"/>
                  </a:lnTo>
                  <a:lnTo>
                    <a:pt x="30874" y="149343"/>
                  </a:lnTo>
                  <a:cubicBezTo>
                    <a:pt x="32462" y="152242"/>
                    <a:pt x="34199" y="155052"/>
                    <a:pt x="36079" y="157767"/>
                  </a:cubicBezTo>
                  <a:cubicBezTo>
                    <a:pt x="42317" y="166635"/>
                    <a:pt x="50479" y="173988"/>
                    <a:pt x="59952" y="179275"/>
                  </a:cubicBezTo>
                  <a:cubicBezTo>
                    <a:pt x="70426" y="184872"/>
                    <a:pt x="82179" y="187650"/>
                    <a:pt x="94057" y="187341"/>
                  </a:cubicBezTo>
                  <a:cubicBezTo>
                    <a:pt x="116880" y="187623"/>
                    <a:pt x="138716" y="178092"/>
                    <a:pt x="154009" y="161173"/>
                  </a:cubicBezTo>
                  <a:cubicBezTo>
                    <a:pt x="161912" y="152542"/>
                    <a:pt x="168015" y="142429"/>
                    <a:pt x="171959" y="131419"/>
                  </a:cubicBezTo>
                  <a:cubicBezTo>
                    <a:pt x="176263" y="119218"/>
                    <a:pt x="178390" y="106358"/>
                    <a:pt x="178241" y="93422"/>
                  </a:cubicBezTo>
                  <a:cubicBezTo>
                    <a:pt x="178600" y="76524"/>
                    <a:pt x="174840" y="59797"/>
                    <a:pt x="167292" y="44670"/>
                  </a:cubicBezTo>
                  <a:cubicBezTo>
                    <a:pt x="160493" y="31205"/>
                    <a:pt x="150123" y="19859"/>
                    <a:pt x="137316" y="11870"/>
                  </a:cubicBezTo>
                  <a:close/>
                  <a:moveTo>
                    <a:pt x="142880" y="121562"/>
                  </a:moveTo>
                  <a:cubicBezTo>
                    <a:pt x="140376" y="129255"/>
                    <a:pt x="136275" y="136340"/>
                    <a:pt x="130854" y="142353"/>
                  </a:cubicBezTo>
                  <a:cubicBezTo>
                    <a:pt x="125698" y="148021"/>
                    <a:pt x="119312" y="152435"/>
                    <a:pt x="112186" y="155258"/>
                  </a:cubicBezTo>
                  <a:cubicBezTo>
                    <a:pt x="104768" y="158233"/>
                    <a:pt x="96848" y="159757"/>
                    <a:pt x="88851" y="159739"/>
                  </a:cubicBezTo>
                  <a:cubicBezTo>
                    <a:pt x="72944" y="160267"/>
                    <a:pt x="57574" y="153932"/>
                    <a:pt x="46669" y="142353"/>
                  </a:cubicBezTo>
                  <a:cubicBezTo>
                    <a:pt x="35778" y="130761"/>
                    <a:pt x="30335" y="114692"/>
                    <a:pt x="30335" y="94139"/>
                  </a:cubicBezTo>
                  <a:cubicBezTo>
                    <a:pt x="30245" y="84751"/>
                    <a:pt x="31762" y="75413"/>
                    <a:pt x="34822" y="66536"/>
                  </a:cubicBezTo>
                  <a:cubicBezTo>
                    <a:pt x="37434" y="58852"/>
                    <a:pt x="41585" y="51776"/>
                    <a:pt x="47028" y="45745"/>
                  </a:cubicBezTo>
                  <a:cubicBezTo>
                    <a:pt x="52162" y="40090"/>
                    <a:pt x="58471" y="35623"/>
                    <a:pt x="65517" y="32661"/>
                  </a:cubicBezTo>
                  <a:cubicBezTo>
                    <a:pt x="72970" y="29587"/>
                    <a:pt x="80967" y="28064"/>
                    <a:pt x="89031" y="28180"/>
                  </a:cubicBezTo>
                  <a:cubicBezTo>
                    <a:pt x="104867" y="27678"/>
                    <a:pt x="120138" y="34090"/>
                    <a:pt x="130854" y="45745"/>
                  </a:cubicBezTo>
                  <a:cubicBezTo>
                    <a:pt x="141745" y="57454"/>
                    <a:pt x="147188" y="73585"/>
                    <a:pt x="147188" y="94139"/>
                  </a:cubicBezTo>
                  <a:cubicBezTo>
                    <a:pt x="147166" y="103463"/>
                    <a:pt x="145636" y="112725"/>
                    <a:pt x="142656" y="121562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4225171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-1" y="0"/>
            <a:ext cx="12192001" cy="647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B13DCD9A-D9AB-0865-3437-5628D66544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2F75FB9D-897D-AB4B-1D37-B15704C00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05718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-1" y="-1"/>
            <a:ext cx="12192001" cy="34876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upo 2">
            <a:extLst>
              <a:ext uri="{FF2B5EF4-FFF2-40B4-BE49-F238E27FC236}">
                <a16:creationId xmlns:a16="http://schemas.microsoft.com/office/drawing/2014/main" id="{AA98E30A-FB9B-F0A6-B511-82298CB32601}"/>
              </a:ext>
            </a:extLst>
          </p:cNvPr>
          <p:cNvGrpSpPr/>
          <p:nvPr userDrawn="1"/>
        </p:nvGrpSpPr>
        <p:grpSpPr>
          <a:xfrm>
            <a:off x="11548226" y="194310"/>
            <a:ext cx="354491" cy="323580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8" name="Forma libre: forma 5">
              <a:extLst>
                <a:ext uri="{FF2B5EF4-FFF2-40B4-BE49-F238E27FC236}">
                  <a16:creationId xmlns:a16="http://schemas.microsoft.com/office/drawing/2014/main" id="{82DF9F8E-2457-653F-B8CF-71ADF1F174D9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19">
              <a:extLst>
                <a:ext uri="{FF2B5EF4-FFF2-40B4-BE49-F238E27FC236}">
                  <a16:creationId xmlns:a16="http://schemas.microsoft.com/office/drawing/2014/main" id="{BA128C82-433C-66D4-0321-3BD6235E5BFC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20">
              <a:extLst>
                <a:ext uri="{FF2B5EF4-FFF2-40B4-BE49-F238E27FC236}">
                  <a16:creationId xmlns:a16="http://schemas.microsoft.com/office/drawing/2014/main" id="{52C9DDFA-1846-FF69-E4ED-A5F05882D19E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18E499EC-8B62-E8C7-8D85-608B9F9C87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44A481A9-8E1B-BB0E-7631-F6E16AA4A8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06281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-1" y="-1"/>
            <a:ext cx="12192001" cy="44165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upo 2">
            <a:extLst>
              <a:ext uri="{FF2B5EF4-FFF2-40B4-BE49-F238E27FC236}">
                <a16:creationId xmlns:a16="http://schemas.microsoft.com/office/drawing/2014/main" id="{AA98E30A-FB9B-F0A6-B511-82298CB32601}"/>
              </a:ext>
            </a:extLst>
          </p:cNvPr>
          <p:cNvGrpSpPr/>
          <p:nvPr userDrawn="1"/>
        </p:nvGrpSpPr>
        <p:grpSpPr>
          <a:xfrm>
            <a:off x="11548226" y="194310"/>
            <a:ext cx="354491" cy="323580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8" name="Forma libre: forma 5">
              <a:extLst>
                <a:ext uri="{FF2B5EF4-FFF2-40B4-BE49-F238E27FC236}">
                  <a16:creationId xmlns:a16="http://schemas.microsoft.com/office/drawing/2014/main" id="{82DF9F8E-2457-653F-B8CF-71ADF1F174D9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19">
              <a:extLst>
                <a:ext uri="{FF2B5EF4-FFF2-40B4-BE49-F238E27FC236}">
                  <a16:creationId xmlns:a16="http://schemas.microsoft.com/office/drawing/2014/main" id="{BA128C82-433C-66D4-0321-3BD6235E5BFC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20">
              <a:extLst>
                <a:ext uri="{FF2B5EF4-FFF2-40B4-BE49-F238E27FC236}">
                  <a16:creationId xmlns:a16="http://schemas.microsoft.com/office/drawing/2014/main" id="{52C9DDFA-1846-FF69-E4ED-A5F05882D19E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18E499EC-8B62-E8C7-8D85-608B9F9C87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44A481A9-8E1B-BB0E-7631-F6E16AA4A8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92764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0" y="4407408"/>
            <a:ext cx="12192001" cy="24505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18E499EC-8B62-E8C7-8D85-608B9F9C87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44A481A9-8E1B-BB0E-7631-F6E16AA4A8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  <p:grpSp>
        <p:nvGrpSpPr>
          <p:cNvPr id="4" name="Grupo 2">
            <a:extLst>
              <a:ext uri="{FF2B5EF4-FFF2-40B4-BE49-F238E27FC236}">
                <a16:creationId xmlns:a16="http://schemas.microsoft.com/office/drawing/2014/main" id="{D80E9F5B-16C3-C669-FFAE-A5F9150DE9DE}"/>
              </a:ext>
            </a:extLst>
          </p:cNvPr>
          <p:cNvGrpSpPr/>
          <p:nvPr userDrawn="1"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13" name="Forma libre: forma 5">
              <a:extLst>
                <a:ext uri="{FF2B5EF4-FFF2-40B4-BE49-F238E27FC236}">
                  <a16:creationId xmlns:a16="http://schemas.microsoft.com/office/drawing/2014/main" id="{E7C6023E-52FA-6D7B-5491-2316F0046720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" name="Forma libre: forma 19">
              <a:extLst>
                <a:ext uri="{FF2B5EF4-FFF2-40B4-BE49-F238E27FC236}">
                  <a16:creationId xmlns:a16="http://schemas.microsoft.com/office/drawing/2014/main" id="{E88B55B2-05B7-985E-54E0-653285B27E7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" name="Forma libre: forma 20">
              <a:extLst>
                <a:ext uri="{FF2B5EF4-FFF2-40B4-BE49-F238E27FC236}">
                  <a16:creationId xmlns:a16="http://schemas.microsoft.com/office/drawing/2014/main" id="{55A92F78-75DA-DE02-3CA2-E4E50D2C48CD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9517087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0" y="-1"/>
            <a:ext cx="6416984" cy="6376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A62A90B1-3522-0F56-6C98-21D0BF033A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8" name="1 Título">
            <a:extLst>
              <a:ext uri="{FF2B5EF4-FFF2-40B4-BE49-F238E27FC236}">
                <a16:creationId xmlns:a16="http://schemas.microsoft.com/office/drawing/2014/main" id="{1238C8C3-AA23-9A3D-B110-A5EAC4B0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70470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0" y="-1"/>
            <a:ext cx="46286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A62A90B1-3522-0F56-6C98-21D0BF033A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8" name="1 Título">
            <a:extLst>
              <a:ext uri="{FF2B5EF4-FFF2-40B4-BE49-F238E27FC236}">
                <a16:creationId xmlns:a16="http://schemas.microsoft.com/office/drawing/2014/main" id="{1238C8C3-AA23-9A3D-B110-A5EAC4B0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8565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844B3-DB52-C12F-FEE1-B24DD89FD74D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9667285" y="0"/>
            <a:ext cx="25247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upo 2">
            <a:extLst>
              <a:ext uri="{FF2B5EF4-FFF2-40B4-BE49-F238E27FC236}">
                <a16:creationId xmlns:a16="http://schemas.microsoft.com/office/drawing/2014/main" id="{2A3DBD84-3FA9-33E8-10BD-B422E6DF9B12}"/>
              </a:ext>
            </a:extLst>
          </p:cNvPr>
          <p:cNvGrpSpPr/>
          <p:nvPr userDrawn="1"/>
        </p:nvGrpSpPr>
        <p:grpSpPr>
          <a:xfrm>
            <a:off x="11548226" y="194310"/>
            <a:ext cx="354491" cy="323580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8" name="Forma libre: forma 5">
              <a:extLst>
                <a:ext uri="{FF2B5EF4-FFF2-40B4-BE49-F238E27FC236}">
                  <a16:creationId xmlns:a16="http://schemas.microsoft.com/office/drawing/2014/main" id="{9F00FE40-1248-6CC1-82D6-02EEF970E71E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19">
              <a:extLst>
                <a:ext uri="{FF2B5EF4-FFF2-40B4-BE49-F238E27FC236}">
                  <a16:creationId xmlns:a16="http://schemas.microsoft.com/office/drawing/2014/main" id="{AA29AFC5-00B0-7FDA-DF84-056954378788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20">
              <a:extLst>
                <a:ext uri="{FF2B5EF4-FFF2-40B4-BE49-F238E27FC236}">
                  <a16:creationId xmlns:a16="http://schemas.microsoft.com/office/drawing/2014/main" id="{95FCA940-B97F-730E-64DC-4760062B8C69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44C75AF2-7DBC-440C-B384-EF8411E47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1FF473EB-4B53-9A2A-C5D6-074E2E568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86697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-1" y="0"/>
            <a:ext cx="25247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17072025-5C88-9FC1-0152-071D83B265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8" name="1 Título">
            <a:extLst>
              <a:ext uri="{FF2B5EF4-FFF2-40B4-BE49-F238E27FC236}">
                <a16:creationId xmlns:a16="http://schemas.microsoft.com/office/drawing/2014/main" id="{709B1B04-B64C-0226-507B-612A5EB196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02658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464E0D5-7F27-0A5A-5931-24A6358E14B2}"/>
              </a:ext>
            </a:extLst>
          </p:cNvPr>
          <p:cNvGrpSpPr/>
          <p:nvPr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B9C53EC-4AB4-DBD3-46F5-265E416CEBA5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DCCD724-B10E-3454-E78B-BDD40CC27B8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45B022A-24FE-B6A0-54F1-CD1A1E317F28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86E4BC-D637-9122-F476-8110E50D494B}"/>
              </a:ext>
            </a:extLst>
          </p:cNvPr>
          <p:cNvSpPr/>
          <p:nvPr userDrawn="1"/>
        </p:nvSpPr>
        <p:spPr>
          <a:xfrm>
            <a:off x="0" y="0"/>
            <a:ext cx="809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574976AD-03E4-915A-B4A5-23FAAFFD28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8159B5E5-CB8D-0C48-62D3-2066194EA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20605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4C848-8922-A25B-1109-44ED20D6E31F}"/>
              </a:ext>
            </a:extLst>
          </p:cNvPr>
          <p:cNvSpPr txBox="1"/>
          <p:nvPr/>
        </p:nvSpPr>
        <p:spPr>
          <a:xfrm>
            <a:off x="561408" y="64933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000" err="1">
              <a:solidFill>
                <a:schemeClr val="accent4"/>
              </a:solidFill>
              <a:latin typeface="IberPangea Text Light" panose="020B0404000000000000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844B3-DB52-C12F-FEE1-B24DD89FD74D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72D40F3-6AC0-4E0D-6658-B6800E244182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68DD6422-493C-7CBE-066B-9893B9E5E49C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54E3BB0-40B3-EFED-1429-C62D43D3E1CE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FCB681BA-A363-8B0A-30F4-8805E2AAA62E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7993C80-8A48-C0BE-6359-4D8991A364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FFBF4F63-8A99-618F-A639-9CFB10BFD6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116044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6C930B-6D68-CE32-C8C3-D2DBAE6260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1137600"/>
            <a:ext cx="3006000" cy="517320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/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Click to edit</a:t>
            </a:r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3" name="Conector recto 17">
            <a:extLst>
              <a:ext uri="{FF2B5EF4-FFF2-40B4-BE49-F238E27FC236}">
                <a16:creationId xmlns:a16="http://schemas.microsoft.com/office/drawing/2014/main" id="{5C664801-B3C8-5E17-4F8D-85E111177931}"/>
              </a:ext>
            </a:extLst>
          </p:cNvPr>
          <p:cNvCxnSpPr>
            <a:cxnSpLocks/>
          </p:cNvCxnSpPr>
          <p:nvPr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8DE484A6-BB38-C8AC-340C-699A5F75C845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</p:grpSpPr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D6ACC7E6-A9A9-5703-61DB-F5120C5F5821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0B26A476-A661-9EEA-88E5-C37B4AF51D0C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E33A3553-7990-D336-230B-E752D05BEBC1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BD61F04-BEBE-0BA2-6231-CDE2E0F6ED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797" y="177981"/>
            <a:ext cx="9900000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8304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9 Marcador de texto">
            <a:extLst>
              <a:ext uri="{FF2B5EF4-FFF2-40B4-BE49-F238E27FC236}">
                <a16:creationId xmlns:a16="http://schemas.microsoft.com/office/drawing/2014/main" id="{C5730698-EE2F-48E6-829A-0F1E5E6BE0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3156" y="6454774"/>
            <a:ext cx="4515526" cy="40322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kumimoji="0" lang="en-GB" sz="800" b="0" i="1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>
              <a:defRPr>
                <a:solidFill>
                  <a:srgbClr val="6B882B"/>
                </a:solidFill>
              </a:defRPr>
            </a:lvl2pPr>
            <a:lvl3pPr>
              <a:defRPr>
                <a:solidFill>
                  <a:srgbClr val="6B882B"/>
                </a:solidFill>
              </a:defRPr>
            </a:lvl3pPr>
            <a:lvl4pPr>
              <a:defRPr>
                <a:solidFill>
                  <a:srgbClr val="6B882B"/>
                </a:solidFill>
              </a:defRPr>
            </a:lvl4pPr>
            <a:lvl5pPr>
              <a:defRPr>
                <a:solidFill>
                  <a:srgbClr val="6B882B"/>
                </a:solidFill>
              </a:defRPr>
            </a:lvl5pPr>
          </a:lstStyle>
          <a:p>
            <a:pPr lvl="0"/>
            <a:r>
              <a:rPr lang="es-ES"/>
              <a:t>* </a:t>
            </a:r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for</a:t>
            </a:r>
            <a:r>
              <a:rPr lang="es-ES"/>
              <a:t> </a:t>
            </a:r>
            <a:r>
              <a:rPr lang="es-ES" err="1"/>
              <a:t>clarification</a:t>
            </a:r>
            <a:r>
              <a:rPr lang="es-ES"/>
              <a:t> </a:t>
            </a:r>
            <a:r>
              <a:rPr lang="es-ES" err="1"/>
              <a:t>footer</a:t>
            </a:r>
            <a:endParaRPr lang="en-GB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2DB61EA2-395B-CDBE-0DDB-9404BE58EC2B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412750" y="1147484"/>
            <a:ext cx="11372850" cy="516282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Table</a:t>
            </a:r>
          </a:p>
        </p:txBody>
      </p:sp>
      <p:cxnSp>
        <p:nvCxnSpPr>
          <p:cNvPr id="5" name="Conector recto 17">
            <a:extLst>
              <a:ext uri="{FF2B5EF4-FFF2-40B4-BE49-F238E27FC236}">
                <a16:creationId xmlns:a16="http://schemas.microsoft.com/office/drawing/2014/main" id="{1B895156-2C9D-A9A9-A8BB-3CF98D4CD3A7}"/>
              </a:ext>
            </a:extLst>
          </p:cNvPr>
          <p:cNvCxnSpPr>
            <a:cxnSpLocks/>
          </p:cNvCxnSpPr>
          <p:nvPr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o 6">
            <a:extLst>
              <a:ext uri="{FF2B5EF4-FFF2-40B4-BE49-F238E27FC236}">
                <a16:creationId xmlns:a16="http://schemas.microsoft.com/office/drawing/2014/main" id="{79465595-73B3-2AA9-988D-478062B34F80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</p:grpSpPr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A4B250A7-A421-CFF5-2F45-44B7BCA98CE8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66FC0EAF-680B-DD87-1D4E-4E8B1FB311F4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8A685DCA-9752-3552-C2F9-C20E737E9E29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2" name="Title Placeholder 3">
            <a:extLst>
              <a:ext uri="{FF2B5EF4-FFF2-40B4-BE49-F238E27FC236}">
                <a16:creationId xmlns:a16="http://schemas.microsoft.com/office/drawing/2014/main" id="{51AE766C-E019-C15B-4909-7460876C7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797" y="177981"/>
            <a:ext cx="9900000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20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1" imgH="420" progId="TCLayout.ActiveDocument.1">
                  <p:embed/>
                </p:oleObj>
              </mc:Choice>
              <mc:Fallback>
                <p:oleObj name="Diapositiva de think-cell" r:id="rId3" imgW="421" imgH="42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arcador de texto 4"/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rgbClr val="DB002F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5" name="1 Título"/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rgbClr val="DB002F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65427AF4-B7E3-38E9-26C9-19C8F63D4600}"/>
              </a:ext>
            </a:extLst>
          </p:cNvPr>
          <p:cNvGrpSpPr/>
          <p:nvPr userDrawn="1"/>
        </p:nvGrpSpPr>
        <p:grpSpPr>
          <a:xfrm>
            <a:off x="11560700" y="194310"/>
            <a:ext cx="354491" cy="323580"/>
            <a:chOff x="5465909" y="2845257"/>
            <a:chExt cx="729516" cy="665904"/>
          </a:xfrm>
        </p:grpSpPr>
        <p:sp>
          <p:nvSpPr>
            <p:cNvPr id="7" name="Forma libre: forma 5">
              <a:extLst>
                <a:ext uri="{FF2B5EF4-FFF2-40B4-BE49-F238E27FC236}">
                  <a16:creationId xmlns:a16="http://schemas.microsoft.com/office/drawing/2014/main" id="{14E1DB5E-91C1-2237-E333-83692F71C4D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" name="Forma libre: forma 19">
              <a:extLst>
                <a:ext uri="{FF2B5EF4-FFF2-40B4-BE49-F238E27FC236}">
                  <a16:creationId xmlns:a16="http://schemas.microsoft.com/office/drawing/2014/main" id="{15FA9279-12EF-AC9E-F16C-8FEEFF00E0D7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" name="Forma libre: forma 20">
              <a:extLst>
                <a:ext uri="{FF2B5EF4-FFF2-40B4-BE49-F238E27FC236}">
                  <a16:creationId xmlns:a16="http://schemas.microsoft.com/office/drawing/2014/main" id="{396EAB82-2F52-2C2F-5243-C17BEE4D7D39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4082236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_Closing Slide Future Blue with Pictur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3">
            <a:extLst>
              <a:ext uri="{FF2B5EF4-FFF2-40B4-BE49-F238E27FC236}">
                <a16:creationId xmlns:a16="http://schemas.microsoft.com/office/drawing/2014/main" id="{87773E61-CD3E-3D8C-AB0E-C8A13B76AD67}"/>
              </a:ext>
            </a:extLst>
          </p:cNvPr>
          <p:cNvSpPr/>
          <p:nvPr userDrawn="1"/>
        </p:nvSpPr>
        <p:spPr>
          <a:xfrm>
            <a:off x="1" y="-1"/>
            <a:ext cx="12192000" cy="753682"/>
          </a:xfrm>
          <a:prstGeom prst="rect">
            <a:avLst/>
          </a:prstGeom>
          <a:solidFill>
            <a:srgbClr val="070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285750" indent="-28575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s-MX" sz="1800" err="1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56F3679-D587-7076-53A3-7CAA16185D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93303" y="6387082"/>
            <a:ext cx="370772" cy="33938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18FF474D-D29C-C094-67B3-0EDEDA4086BF}"/>
              </a:ext>
            </a:extLst>
          </p:cNvPr>
          <p:cNvSpPr txBox="1">
            <a:spLocks/>
          </p:cNvSpPr>
          <p:nvPr userDrawn="1"/>
        </p:nvSpPr>
        <p:spPr bwMode="gray">
          <a:xfrm>
            <a:off x="227925" y="6633764"/>
            <a:ext cx="1521735" cy="9920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800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>
                <a:solidFill>
                  <a:schemeClr val="tx1"/>
                </a:solidFill>
                <a:latin typeface="Montserrat" pitchFamily="2" charset="77"/>
              </a:rPr>
              <a:t>© 2025 NTT DATA, Inc.</a:t>
            </a:r>
          </a:p>
        </p:txBody>
      </p:sp>
      <p:sp>
        <p:nvSpPr>
          <p:cNvPr id="10" name="NTT DATA Global Logo">
            <a:extLst>
              <a:ext uri="{FF2B5EF4-FFF2-40B4-BE49-F238E27FC236}">
                <a16:creationId xmlns:a16="http://schemas.microsoft.com/office/drawing/2014/main" id="{0A552C03-70E4-0AD8-ACB3-CDF6F062A1AF}"/>
              </a:ext>
            </a:extLst>
          </p:cNvPr>
          <p:cNvSpPr/>
          <p:nvPr userDrawn="1"/>
        </p:nvSpPr>
        <p:spPr bwMode="black">
          <a:xfrm>
            <a:off x="10906620" y="277629"/>
            <a:ext cx="973786" cy="198422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3838520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1" imgH="420" progId="TCLayout.ActiveDocument.1">
                  <p:embed/>
                </p:oleObj>
              </mc:Choice>
              <mc:Fallback>
                <p:oleObj name="Diapositiva de think-cell" r:id="rId3" imgW="421" imgH="42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arcador de texto 4"/>
          <p:cNvSpPr>
            <a:spLocks noGrp="1"/>
          </p:cNvSpPr>
          <p:nvPr>
            <p:ph type="body" sz="quarter" idx="20" hasCustomPrompt="1"/>
          </p:nvPr>
        </p:nvSpPr>
        <p:spPr>
          <a:xfrm>
            <a:off x="198664" y="151554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100" baseline="0">
                <a:solidFill>
                  <a:srgbClr val="DB002F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</a:t>
            </a:r>
          </a:p>
        </p:txBody>
      </p:sp>
      <p:sp>
        <p:nvSpPr>
          <p:cNvPr id="5" name="1 Título"/>
          <p:cNvSpPr>
            <a:spLocks noGrp="1"/>
          </p:cNvSpPr>
          <p:nvPr>
            <p:ph type="title" hasCustomPrompt="1"/>
          </p:nvPr>
        </p:nvSpPr>
        <p:spPr>
          <a:xfrm>
            <a:off x="184484" y="418359"/>
            <a:ext cx="9198797" cy="576000"/>
          </a:xfrm>
          <a:prstGeom prst="rect">
            <a:avLst/>
          </a:prstGeom>
        </p:spPr>
        <p:txBody>
          <a:bodyPr/>
          <a:lstStyle>
            <a:lvl1pPr algn="l">
              <a:defRPr sz="1600" b="1" baseline="0">
                <a:solidFill>
                  <a:srgbClr val="DB002F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Leading</a:t>
            </a:r>
            <a:endParaRPr lang="es-ES"/>
          </a:p>
        </p:txBody>
      </p:sp>
      <p:sp>
        <p:nvSpPr>
          <p:cNvPr id="6" name="Marcador de texto 3"/>
          <p:cNvSpPr>
            <a:spLocks noGrp="1"/>
          </p:cNvSpPr>
          <p:nvPr>
            <p:ph type="body" sz="quarter" idx="21" hasCustomPrompt="1"/>
          </p:nvPr>
        </p:nvSpPr>
        <p:spPr>
          <a:xfrm>
            <a:off x="0" y="5635301"/>
            <a:ext cx="12192000" cy="5301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 anchorCtr="1"/>
          <a:lstStyle>
            <a:lvl1pPr marL="0" indent="0" algn="ctr">
              <a:buNone/>
              <a:defRPr lang="es-ES" sz="1200" b="1" baseline="0" smtClean="0">
                <a:solidFill>
                  <a:srgbClr val="777777"/>
                </a:solidFill>
                <a:latin typeface="Century Gothic" panose="020B0502020202020204" pitchFamily="34" charset="0"/>
              </a:defRPr>
            </a:lvl1pPr>
            <a:lvl2pPr marL="288925" indent="0">
              <a:buNone/>
              <a:defRPr lang="es-ES" sz="1800" smtClean="0">
                <a:solidFill>
                  <a:schemeClr val="tx1"/>
                </a:solidFill>
              </a:defRPr>
            </a:lvl2pPr>
            <a:lvl3pPr>
              <a:defRPr lang="es-ES" sz="1800" smtClean="0">
                <a:solidFill>
                  <a:schemeClr val="tx1"/>
                </a:solidFill>
              </a:defRPr>
            </a:lvl3pPr>
            <a:lvl4pPr>
              <a:defRPr lang="es-ES" sz="1800" smtClean="0">
                <a:solidFill>
                  <a:schemeClr val="tx1"/>
                </a:solidFill>
              </a:defRPr>
            </a:lvl4pPr>
            <a:lvl5pPr>
              <a:defRPr lang="es-ES" sz="1800">
                <a:solidFill>
                  <a:schemeClr val="tx1"/>
                </a:solidFill>
              </a:defRPr>
            </a:lvl5pPr>
          </a:lstStyle>
          <a:p>
            <a:pPr marL="0" lvl="0" algn="ctr" fontAlgn="ctr"/>
            <a:r>
              <a:rPr lang="es-ES"/>
              <a:t>So </a:t>
            </a:r>
            <a:r>
              <a:rPr lang="es-ES" err="1"/>
              <a:t>What</a:t>
            </a:r>
            <a:r>
              <a:rPr lang="es-ES"/>
              <a:t> </a:t>
            </a:r>
          </a:p>
        </p:txBody>
      </p:sp>
      <p:sp>
        <p:nvSpPr>
          <p:cNvPr id="8" name="Marcador de texto 5"/>
          <p:cNvSpPr>
            <a:spLocks noGrp="1"/>
          </p:cNvSpPr>
          <p:nvPr>
            <p:ph type="body" sz="quarter" idx="22" hasCustomPrompt="1"/>
          </p:nvPr>
        </p:nvSpPr>
        <p:spPr>
          <a:xfrm>
            <a:off x="184485" y="6218186"/>
            <a:ext cx="11606922" cy="300145"/>
          </a:xfrm>
          <a:prstGeom prst="rect">
            <a:avLst/>
          </a:prstGeom>
          <a:ln>
            <a:noFill/>
          </a:ln>
        </p:spPr>
        <p:txBody>
          <a:bodyPr anchor="b" anchorCtr="0">
            <a:noAutofit/>
          </a:bodyPr>
          <a:lstStyle>
            <a:lvl1pPr marL="0" indent="0">
              <a:buNone/>
              <a:defRPr sz="800" baseline="0">
                <a:solidFill>
                  <a:srgbClr val="777777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s-ES"/>
              <a:t>1 Note</a:t>
            </a:r>
          </a:p>
        </p:txBody>
      </p:sp>
      <p:sp>
        <p:nvSpPr>
          <p:cNvPr id="9" name="Marcador de texto 5"/>
          <p:cNvSpPr>
            <a:spLocks noGrp="1"/>
          </p:cNvSpPr>
          <p:nvPr>
            <p:ph type="body" sz="quarter" idx="23" hasCustomPrompt="1"/>
          </p:nvPr>
        </p:nvSpPr>
        <p:spPr>
          <a:xfrm>
            <a:off x="184485" y="6531728"/>
            <a:ext cx="11606922" cy="300145"/>
          </a:xfrm>
          <a:prstGeom prst="rect">
            <a:avLst/>
          </a:prstGeom>
          <a:ln>
            <a:noFill/>
          </a:ln>
        </p:spPr>
        <p:txBody>
          <a:bodyPr anchor="b" anchorCtr="0">
            <a:noAutofit/>
          </a:bodyPr>
          <a:lstStyle>
            <a:lvl1pPr marL="0" indent="0">
              <a:buNone/>
              <a:defRPr sz="800" baseline="0">
                <a:solidFill>
                  <a:srgbClr val="777777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s-ES" err="1"/>
              <a:t>Sources</a:t>
            </a:r>
            <a:endParaRPr lang="es-ES"/>
          </a:p>
        </p:txBody>
      </p:sp>
      <p:sp>
        <p:nvSpPr>
          <p:cNvPr id="11" name="Marcador de número de diapositiva 3">
            <a:extLst>
              <a:ext uri="{FF2B5EF4-FFF2-40B4-BE49-F238E27FC236}">
                <a16:creationId xmlns:a16="http://schemas.microsoft.com/office/drawing/2014/main" id="{47CF28A0-1EE8-4240-8CDA-8267957708A6}"/>
              </a:ext>
            </a:extLst>
          </p:cNvPr>
          <p:cNvSpPr txBox="1">
            <a:spLocks/>
          </p:cNvSpPr>
          <p:nvPr userDrawn="1"/>
        </p:nvSpPr>
        <p:spPr>
          <a:xfrm>
            <a:off x="11616597" y="6576676"/>
            <a:ext cx="694151" cy="25804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ES_tradnl"/>
            </a:defPPr>
            <a:lvl1pPr marL="0" algn="ctr" defTabSz="914400" rtl="0" eaLnBrk="1" latinLnBrk="0" hangingPunct="1">
              <a:defRPr sz="1100" kern="1200">
                <a:solidFill>
                  <a:schemeClr val="accent2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CF4FDD-BE05-F245-80D1-C8C230A19A60}" type="slidenum">
              <a:rPr lang="es-ES" sz="1000" smtClean="0">
                <a:solidFill>
                  <a:srgbClr val="6F7072"/>
                </a:solidFill>
              </a:rPr>
              <a:pPr/>
              <a:t>‹nº›</a:t>
            </a:fld>
            <a:endParaRPr lang="es-ES" sz="1000">
              <a:solidFill>
                <a:srgbClr val="6F7072"/>
              </a:solidFill>
            </a:endParaRPr>
          </a:p>
        </p:txBody>
      </p:sp>
      <p:pic>
        <p:nvPicPr>
          <p:cNvPr id="10" name="Imagen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98073" y="224831"/>
            <a:ext cx="1166192" cy="272308"/>
          </a:xfrm>
          <a:prstGeom prst="rect">
            <a:avLst/>
          </a:prstGeom>
        </p:spPr>
      </p:pic>
      <p:pic>
        <p:nvPicPr>
          <p:cNvPr id="12" name="Imagen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455" y="0"/>
            <a:ext cx="1020418" cy="72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579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653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tx">
  <p:cSld name="10_En blanc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0601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Subtitle, Logos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4FF7AF04-6E0E-43E6-A544-09DED2E9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4FF7AF04-6E0E-43E6-A544-09DED2E9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8">
            <a:extLst>
              <a:ext uri="{FF2B5EF4-FFF2-40B4-BE49-F238E27FC236}">
                <a16:creationId xmlns:a16="http://schemas.microsoft.com/office/drawing/2014/main" id="{E643979B-D94C-5D11-402F-2BDEE1A58396}"/>
              </a:ext>
            </a:extLst>
          </p:cNvPr>
          <p:cNvSpPr/>
          <p:nvPr userDrawn="1"/>
        </p:nvSpPr>
        <p:spPr>
          <a:xfrm rot="10800000">
            <a:off x="0" y="0"/>
            <a:ext cx="12192000" cy="156756"/>
          </a:xfrm>
          <a:prstGeom prst="rect">
            <a:avLst/>
          </a:prstGeom>
          <a:solidFill>
            <a:srgbClr val="0C44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7EE41454-F030-191A-8EBF-49078CF0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56" y="339037"/>
            <a:ext cx="9000381" cy="51789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sz="2400" b="1">
                <a:solidFill>
                  <a:srgbClr val="070F25"/>
                </a:solidFill>
                <a:latin typeface="Georgia Pro" panose="02040502050405020303" pitchFamily="18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9C44C-8855-4439-C34C-8B2CD0BBB6C1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>
          <a:xfrm>
            <a:off x="11500133" y="6450282"/>
            <a:ext cx="648590" cy="365125"/>
          </a:xfrm>
        </p:spPr>
        <p:txBody>
          <a:bodyPr/>
          <a:lstStyle/>
          <a:p>
            <a:fld id="{AD6D3279-9C4E-C94A-B134-5F196FB90914}" type="slidenum">
              <a:rPr>
                <a:solidFill>
                  <a:srgbClr val="505050"/>
                </a:solidFill>
              </a:rPr>
              <a:pPr/>
              <a:t>‹nº›</a:t>
            </a:fld>
            <a:endParaRPr>
              <a:solidFill>
                <a:srgbClr val="505050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CBDBF21-9FD6-87C6-E2E9-50B0BB9FD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05756" y="6635238"/>
            <a:ext cx="5427808" cy="10731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NTT DATA 2025 Confidential </a:t>
            </a:r>
          </a:p>
        </p:txBody>
      </p:sp>
    </p:spTree>
    <p:extLst>
      <p:ext uri="{BB962C8B-B14F-4D97-AF65-F5344CB8AC3E}">
        <p14:creationId xmlns:p14="http://schemas.microsoft.com/office/powerpoint/2010/main" val="177988186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>
            <a:extLst>
              <a:ext uri="{FF2B5EF4-FFF2-40B4-BE49-F238E27FC236}">
                <a16:creationId xmlns:a16="http://schemas.microsoft.com/office/drawing/2014/main" id="{EE784A98-DD2F-9213-B452-0888E8DA5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90AEA414-0358-2543-81AC-30B98CA1A2B1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07FB7D70-C72D-6A53-CBE5-DAE9C28DC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1" y="6400800"/>
            <a:ext cx="4114801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2024 NTT DATA, Inc.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A1D7C05-6427-2687-6EB6-39368CA8E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62600" y="6400800"/>
            <a:ext cx="1066800" cy="304800"/>
          </a:xfrm>
        </p:spPr>
        <p:txBody>
          <a:bodyPr lIns="0" tIns="0" rIns="0"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83ADEA99-682E-4231-A4C9-95AE759D37D5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86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768971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B95E978-8472-CA69-B0B6-9C431E4CD9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2131" y="0"/>
            <a:ext cx="12204131" cy="685800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F027B3D-B447-4970-1AAD-550A0D24CD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7347940"/>
            <a:ext cx="6858000" cy="69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374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1488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41">
            <a:extLst>
              <a:ext uri="{FF2B5EF4-FFF2-40B4-BE49-F238E27FC236}">
                <a16:creationId xmlns:a16="http://schemas.microsoft.com/office/drawing/2014/main" id="{D5D8776B-3CE4-96C1-D4EA-FE5DA0B2CB8C}"/>
              </a:ext>
            </a:extLst>
          </p:cNvPr>
          <p:cNvSpPr/>
          <p:nvPr userDrawn="1"/>
        </p:nvSpPr>
        <p:spPr>
          <a:xfrm>
            <a:off x="-10698" y="-20389"/>
            <a:ext cx="12202698" cy="877077"/>
          </a:xfrm>
          <a:prstGeom prst="rect">
            <a:avLst/>
          </a:prstGeom>
          <a:solidFill>
            <a:srgbClr val="070F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Título 1">
            <a:extLst>
              <a:ext uri="{FF2B5EF4-FFF2-40B4-BE49-F238E27FC236}">
                <a16:creationId xmlns:a16="http://schemas.microsoft.com/office/drawing/2014/main" id="{C94DE3C1-20E2-0771-E6B7-6D5B35BA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67" y="193120"/>
            <a:ext cx="10027084" cy="597041"/>
          </a:xfrm>
        </p:spPr>
        <p:txBody>
          <a:bodyPr anchor="t">
            <a:normAutofit/>
          </a:bodyPr>
          <a:lstStyle>
            <a:lvl1pPr algn="l">
              <a:defRPr sz="2300" b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B95E978-8472-CA69-B0B6-9C431E4CD9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2131" y="809820"/>
            <a:ext cx="12204131" cy="604818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F027B3D-B447-4970-1AAD-550A0D24CD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7347940"/>
            <a:ext cx="6858000" cy="697149"/>
          </a:xfrm>
          <a:prstGeom prst="rect">
            <a:avLst/>
          </a:prstGeom>
        </p:spPr>
      </p:pic>
      <p:pic>
        <p:nvPicPr>
          <p:cNvPr id="5" name="Picture 34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8EA2F81E-AF01-1AA0-E31B-E559BCA6526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1800" y="228600"/>
            <a:ext cx="1320678" cy="35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2446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1F5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001236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_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F93A723-C70A-7239-8073-5E28748AA0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78179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93A723-C70A-7239-8073-5E28748AA0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ángulo 3">
            <a:extLst>
              <a:ext uri="{FF2B5EF4-FFF2-40B4-BE49-F238E27FC236}">
                <a16:creationId xmlns:a16="http://schemas.microsoft.com/office/drawing/2014/main" id="{2C202A11-2E8A-F9D5-6136-685A74B1DCE4}"/>
              </a:ext>
            </a:extLst>
          </p:cNvPr>
          <p:cNvSpPr/>
          <p:nvPr userDrawn="1"/>
        </p:nvSpPr>
        <p:spPr>
          <a:xfrm>
            <a:off x="1" y="-1"/>
            <a:ext cx="12192000" cy="1125376"/>
          </a:xfrm>
          <a:prstGeom prst="rect">
            <a:avLst/>
          </a:prstGeom>
          <a:solidFill>
            <a:srgbClr val="070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285750" indent="-28575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s-MX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4CF512-82E1-2689-F640-DDFFDD4CD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2024 NTT DATA, Inc. 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19ED1C7-0FF1-008B-4E0C-83259A7B6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6" name="Imagen 10">
            <a:extLst>
              <a:ext uri="{FF2B5EF4-FFF2-40B4-BE49-F238E27FC236}">
                <a16:creationId xmlns:a16="http://schemas.microsoft.com/office/drawing/2014/main" id="{67A0D1BD-2F36-9505-B1B7-C53022DB110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biLevel thresh="25000"/>
          </a:blip>
          <a:stretch>
            <a:fillRect/>
          </a:stretch>
        </p:blipFill>
        <p:spPr>
          <a:xfrm>
            <a:off x="10304885" y="334443"/>
            <a:ext cx="1675053" cy="45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3861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S Smart Navy Changeab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F6E6FE-EFF5-00EB-4BA1-4AABF527C0AF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7DC2259-81C9-56B0-DDA5-DD8817045B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2706688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7272B-B864-D450-1C24-ED25197B686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07987" y="3492000"/>
            <a:ext cx="9072000" cy="1728000"/>
          </a:xfrm>
          <a:prstGeom prst="rect">
            <a:avLst/>
          </a:prstGeom>
        </p:spPr>
        <p:txBody>
          <a:bodyPr anchor="t"/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4C4D1A-35DF-A5A0-AAD5-804374E5F4B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407987" y="5580000"/>
            <a:ext cx="9072000" cy="8731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FC14E1-100C-EDB5-AD68-415AFF0446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987" y="2997200"/>
            <a:ext cx="9072000" cy="34131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 sz="2000" b="1"/>
            </a:lvl2pPr>
          </a:lstStyle>
          <a:p>
            <a:pPr lvl="0"/>
            <a:r>
              <a:rPr lang="en-US"/>
              <a:t>Client Name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95FCC2D-C899-8400-7EB2-EA05A1C5391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10276747" y="3000693"/>
            <a:ext cx="1522800" cy="247829"/>
          </a:xfrm>
          <a:prstGeom prst="rect">
            <a:avLst/>
          </a:prstGeom>
        </p:spPr>
      </p:pic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441E8FA2-DA71-D2C8-5568-985201F0E5F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 bwMode="gray">
          <a:xfrm>
            <a:off x="11532012" y="6632547"/>
            <a:ext cx="252000" cy="1073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92A66A-EA94-4991-BD7F-89548FF80B25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9" name="Graphic 7">
            <a:extLst>
              <a:ext uri="{FF2B5EF4-FFF2-40B4-BE49-F238E27FC236}">
                <a16:creationId xmlns:a16="http://schemas.microsoft.com/office/drawing/2014/main" id="{37D97A5E-E8FF-D0BE-EE88-F088EDE43DA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10697232" y="381705"/>
            <a:ext cx="995834" cy="16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3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888">
          <p15:clr>
            <a:srgbClr val="FBAE40"/>
          </p15:clr>
        </p15:guide>
        <p15:guide id="3" orient="horz" pos="1706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2">
            <a:extLst>
              <a:ext uri="{FF2B5EF4-FFF2-40B4-BE49-F238E27FC236}">
                <a16:creationId xmlns:a16="http://schemas.microsoft.com/office/drawing/2014/main" id="{DD34A5C2-15D8-D692-EC3D-A2A4D6755B0D}"/>
              </a:ext>
            </a:extLst>
          </p:cNvPr>
          <p:cNvSpPr/>
          <p:nvPr userDrawn="1"/>
        </p:nvSpPr>
        <p:spPr>
          <a:xfrm>
            <a:off x="-647700" y="346568"/>
            <a:ext cx="462022" cy="3873007"/>
          </a:xfrm>
          <a:prstGeom prst="roundRect">
            <a:avLst/>
          </a:prstGeom>
          <a:solidFill>
            <a:srgbClr val="949494">
              <a:lumMod val="20000"/>
              <a:lumOff val="80000"/>
            </a:srgbClr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lIns="108000" tIns="72000" rIns="108000" bIns="72000"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4" name="Group 8">
            <a:extLst>
              <a:ext uri="{FF2B5EF4-FFF2-40B4-BE49-F238E27FC236}">
                <a16:creationId xmlns:a16="http://schemas.microsoft.com/office/drawing/2014/main" id="{A85759A7-950E-847C-969D-1CB3C50977E1}"/>
              </a:ext>
            </a:extLst>
          </p:cNvPr>
          <p:cNvGrpSpPr/>
          <p:nvPr userDrawn="1"/>
        </p:nvGrpSpPr>
        <p:grpSpPr>
          <a:xfrm>
            <a:off x="-569089" y="3369433"/>
            <a:ext cx="304800" cy="694110"/>
            <a:chOff x="-569089" y="3140833"/>
            <a:chExt cx="304800" cy="694110"/>
          </a:xfrm>
        </p:grpSpPr>
        <p:sp>
          <p:nvSpPr>
            <p:cNvPr id="15" name="Rectangle: Rounded Corners 7">
              <a:extLst>
                <a:ext uri="{FF2B5EF4-FFF2-40B4-BE49-F238E27FC236}">
                  <a16:creationId xmlns:a16="http://schemas.microsoft.com/office/drawing/2014/main" id="{2654058A-591F-C515-7343-FFE0DBD0D01C}"/>
                </a:ext>
              </a:extLst>
            </p:cNvPr>
            <p:cNvSpPr/>
            <p:nvPr userDrawn="1"/>
          </p:nvSpPr>
          <p:spPr>
            <a:xfrm>
              <a:off x="-569089" y="3140833"/>
              <a:ext cx="304800" cy="285750"/>
            </a:xfrm>
            <a:prstGeom prst="roundRect">
              <a:avLst/>
            </a:prstGeom>
            <a:solidFill>
              <a:srgbClr val="D7006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Rectangle: Rounded Corners 8">
              <a:extLst>
                <a:ext uri="{FF2B5EF4-FFF2-40B4-BE49-F238E27FC236}">
                  <a16:creationId xmlns:a16="http://schemas.microsoft.com/office/drawing/2014/main" id="{3063631C-081C-9B4C-5D7F-DABE7F9B02F5}"/>
                </a:ext>
              </a:extLst>
            </p:cNvPr>
            <p:cNvSpPr/>
            <p:nvPr userDrawn="1"/>
          </p:nvSpPr>
          <p:spPr>
            <a:xfrm>
              <a:off x="-569089" y="3549193"/>
              <a:ext cx="304800" cy="285750"/>
            </a:xfrm>
            <a:prstGeom prst="roundRect">
              <a:avLst/>
            </a:prstGeom>
            <a:solidFill>
              <a:srgbClr val="00DFED"/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7" name="Group 11">
            <a:extLst>
              <a:ext uri="{FF2B5EF4-FFF2-40B4-BE49-F238E27FC236}">
                <a16:creationId xmlns:a16="http://schemas.microsoft.com/office/drawing/2014/main" id="{6BCEE913-D2C0-2DF3-AB6D-F5610D909588}"/>
              </a:ext>
            </a:extLst>
          </p:cNvPr>
          <p:cNvGrpSpPr/>
          <p:nvPr userDrawn="1"/>
        </p:nvGrpSpPr>
        <p:grpSpPr>
          <a:xfrm>
            <a:off x="-569089" y="452554"/>
            <a:ext cx="304800" cy="1919186"/>
            <a:chOff x="-569089" y="452554"/>
            <a:chExt cx="304800" cy="1919186"/>
          </a:xfrm>
        </p:grpSpPr>
        <p:sp>
          <p:nvSpPr>
            <p:cNvPr id="18" name="Rectangle: Rounded Corners 11">
              <a:extLst>
                <a:ext uri="{FF2B5EF4-FFF2-40B4-BE49-F238E27FC236}">
                  <a16:creationId xmlns:a16="http://schemas.microsoft.com/office/drawing/2014/main" id="{FBE38E56-90F5-BF99-F86D-5F68509E4F0A}"/>
                </a:ext>
              </a:extLst>
            </p:cNvPr>
            <p:cNvSpPr/>
            <p:nvPr userDrawn="1"/>
          </p:nvSpPr>
          <p:spPr>
            <a:xfrm>
              <a:off x="-569089" y="452554"/>
              <a:ext cx="304800" cy="285750"/>
            </a:xfrm>
            <a:prstGeom prst="round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Rectangle: Rounded Corners 12">
              <a:extLst>
                <a:ext uri="{FF2B5EF4-FFF2-40B4-BE49-F238E27FC236}">
                  <a16:creationId xmlns:a16="http://schemas.microsoft.com/office/drawing/2014/main" id="{1A1851D8-25EC-C1A7-DE9C-C68DE29E2E1C}"/>
                </a:ext>
              </a:extLst>
            </p:cNvPr>
            <p:cNvSpPr/>
            <p:nvPr userDrawn="1"/>
          </p:nvSpPr>
          <p:spPr>
            <a:xfrm>
              <a:off x="-569089" y="860913"/>
              <a:ext cx="304800" cy="285750"/>
            </a:xfrm>
            <a:prstGeom prst="roundRect">
              <a:avLst/>
            </a:prstGeom>
            <a:solidFill>
              <a:srgbClr val="005B96"/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Rectangle: Rounded Corners 14">
              <a:extLst>
                <a:ext uri="{FF2B5EF4-FFF2-40B4-BE49-F238E27FC236}">
                  <a16:creationId xmlns:a16="http://schemas.microsoft.com/office/drawing/2014/main" id="{30CB6EBA-3524-9239-493E-359510C08B18}"/>
                </a:ext>
              </a:extLst>
            </p:cNvPr>
            <p:cNvSpPr/>
            <p:nvPr userDrawn="1"/>
          </p:nvSpPr>
          <p:spPr>
            <a:xfrm>
              <a:off x="-569089" y="1269272"/>
              <a:ext cx="304800" cy="285750"/>
            </a:xfrm>
            <a:prstGeom prst="roundRect">
              <a:avLst/>
            </a:prstGeom>
            <a:solidFill>
              <a:srgbClr val="0072BC"/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Rectangle: Rounded Corners 15">
              <a:extLst>
                <a:ext uri="{FF2B5EF4-FFF2-40B4-BE49-F238E27FC236}">
                  <a16:creationId xmlns:a16="http://schemas.microsoft.com/office/drawing/2014/main" id="{AA2D078C-9FA0-E923-6CA7-5F78FE6EF3F4}"/>
                </a:ext>
              </a:extLst>
            </p:cNvPr>
            <p:cNvSpPr/>
            <p:nvPr userDrawn="1"/>
          </p:nvSpPr>
          <p:spPr>
            <a:xfrm>
              <a:off x="-569089" y="2085990"/>
              <a:ext cx="304800" cy="285750"/>
            </a:xfrm>
            <a:prstGeom prst="roundRect">
              <a:avLst/>
            </a:prstGeom>
            <a:solidFill>
              <a:srgbClr val="FFFFFF">
                <a:lumMod val="65000"/>
              </a:srgbClr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Rectangle: Rounded Corners 16">
              <a:extLst>
                <a:ext uri="{FF2B5EF4-FFF2-40B4-BE49-F238E27FC236}">
                  <a16:creationId xmlns:a16="http://schemas.microsoft.com/office/drawing/2014/main" id="{20FFC423-9937-8317-6F81-0BDE11CC5F56}"/>
                </a:ext>
              </a:extLst>
            </p:cNvPr>
            <p:cNvSpPr/>
            <p:nvPr userDrawn="1"/>
          </p:nvSpPr>
          <p:spPr>
            <a:xfrm>
              <a:off x="-569089" y="1677631"/>
              <a:ext cx="304800" cy="285750"/>
            </a:xfrm>
            <a:prstGeom prst="roundRect">
              <a:avLst/>
            </a:prstGeom>
            <a:solidFill>
              <a:srgbClr val="2E404D">
                <a:lumMod val="60000"/>
                <a:lumOff val="40000"/>
              </a:srgbClr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3" name="Rectangle: Rounded Corners 17">
            <a:extLst>
              <a:ext uri="{FF2B5EF4-FFF2-40B4-BE49-F238E27FC236}">
                <a16:creationId xmlns:a16="http://schemas.microsoft.com/office/drawing/2014/main" id="{7442E998-E5A9-B45A-ED25-F39863A888D5}"/>
              </a:ext>
            </a:extLst>
          </p:cNvPr>
          <p:cNvSpPr/>
          <p:nvPr userDrawn="1"/>
        </p:nvSpPr>
        <p:spPr>
          <a:xfrm>
            <a:off x="-569089" y="2727712"/>
            <a:ext cx="304800" cy="28575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72000" rIns="108000" bIns="72000"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0" cap="none" spc="0" normalizeH="0" baseline="0" noProof="0" err="1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30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54.xml"/><Relationship Id="rId30" Type="http://schemas.openxmlformats.org/officeDocument/2006/relationships/tags" Target="../tags/tag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oleObject" Target="../embeddings/oleObject5.bin"/><Relationship Id="rId5" Type="http://schemas.openxmlformats.org/officeDocument/2006/relationships/slideLayout" Target="../slideLayouts/slideLayout60.xml"/><Relationship Id="rId10" Type="http://schemas.openxmlformats.org/officeDocument/2006/relationships/tags" Target="../tags/tag9.xml"/><Relationship Id="rId4" Type="http://schemas.openxmlformats.org/officeDocument/2006/relationships/slideLayout" Target="../slideLayouts/slideLayout59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0944DC4-0128-CFC0-EFA7-12360EBBCA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38565240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0" imgW="425" imgH="424" progId="TCLayout.ActiveDocument.1">
                  <p:embed/>
                </p:oleObj>
              </mc:Choice>
              <mc:Fallback>
                <p:oleObj name="Diapositiva de think-cell" r:id="rId30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944DC4-0128-CFC0-EFA7-12360EBBCA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EEEB6E8-1840-1DF0-1E5E-A4AEA799F050}"/>
              </a:ext>
            </a:extLst>
          </p:cNvPr>
          <p:cNvSpPr txBox="1"/>
          <p:nvPr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‹nº›</a:t>
            </a:fld>
            <a:endParaRPr lang="en-US" sz="90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4" name="MSIPCMContentMarking" descr="{&quot;HashCode&quot;:1231056682,&quot;Placement&quot;:&quot;Footer&quot;,&quot;Top&quot;:516.65155,&quot;Left&quot;:437.819916,&quot;SlideWidth&quot;:960,&quot;SlideHeight&quot;:540}">
            <a:extLst>
              <a:ext uri="{FF2B5EF4-FFF2-40B4-BE49-F238E27FC236}">
                <a16:creationId xmlns:a16="http://schemas.microsoft.com/office/drawing/2014/main" id="{075F8B20-B5BE-EF50-EE65-77912B09B327}"/>
              </a:ext>
            </a:extLst>
          </p:cNvPr>
          <p:cNvSpPr txBox="1"/>
          <p:nvPr/>
        </p:nvSpPr>
        <p:spPr>
          <a:xfrm>
            <a:off x="5560313" y="65614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s-ES" sz="1200">
                <a:solidFill>
                  <a:srgbClr val="008000"/>
                </a:solidFill>
                <a:latin typeface="Calibri" panose="020F0502020204030204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Internal Use</a:t>
            </a:r>
            <a:endParaRPr lang="es-ES" sz="1200" err="1">
              <a:solidFill>
                <a:srgbClr val="008000"/>
              </a:solidFill>
              <a:latin typeface="Calibri" panose="020F0502020204030204" pitchFamily="34" charset="0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05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300" b="1" i="0" kern="1200">
          <a:solidFill>
            <a:schemeClr val="accent1"/>
          </a:solidFill>
          <a:latin typeface="+mj-lt"/>
          <a:ea typeface="IberPangea Text" panose="020B0404000000000000" pitchFamily="34" charset="0"/>
          <a:cs typeface="IberPangea Text" panose="020B0404000000000000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5pPr>
      <a:lvl6pPr marL="91427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6pPr>
      <a:lvl7pPr marL="182854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7pPr>
      <a:lvl8pPr marL="274282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8pPr>
      <a:lvl9pPr marL="365709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9pPr>
    </p:titleStyle>
    <p:bodyStyle>
      <a:lvl1pPr marL="0" indent="0" algn="l" defTabSz="331171" rtl="0" eaLnBrk="1" fontAlgn="base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Tx/>
        <a:buNone/>
        <a:defRPr sz="1100" b="0" i="0" kern="1200">
          <a:solidFill>
            <a:schemeClr val="tx1"/>
          </a:solidFill>
          <a:latin typeface="+mn-lt"/>
          <a:ea typeface="IberPangea Text Light" panose="020B0404000000000000" pitchFamily="34" charset="0"/>
          <a:cs typeface="IberPangea Text Light" panose="020B0404000000000000" pitchFamily="34" charset="0"/>
        </a:defRPr>
      </a:lvl1pPr>
      <a:lvl2pPr marL="0" indent="0" algn="l" defTabSz="331171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1"/>
        </a:buClr>
        <a:buFont typeface="Arial"/>
        <a:buNone/>
        <a:tabLst/>
        <a:defRPr sz="1100" b="1" i="0" kern="1200">
          <a:solidFill>
            <a:schemeClr val="accent1"/>
          </a:solidFill>
          <a:latin typeface="+mn-lt"/>
          <a:ea typeface="IberPangea Text SmBold" panose="020B0504000000000000" pitchFamily="34" charset="0"/>
          <a:cs typeface="IberPangea Text SmBold" panose="020B0504000000000000" pitchFamily="34" charset="0"/>
        </a:defRPr>
      </a:lvl2pPr>
      <a:lvl3pPr marL="111125" indent="-107950" algn="l" defTabSz="331171" rtl="0" eaLnBrk="1" fontAlgn="base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Arial"/>
        <a:buChar char="–"/>
        <a:tabLst/>
        <a:defRPr sz="1100" b="0" i="0" kern="1200">
          <a:solidFill>
            <a:schemeClr val="tx1"/>
          </a:solidFill>
          <a:latin typeface="+mn-lt"/>
          <a:ea typeface="IberPangea Text Light" panose="020B0404000000000000" pitchFamily="34" charset="0"/>
          <a:cs typeface="IberPangea Text Light" panose="020B0404000000000000" pitchFamily="34" charset="0"/>
        </a:defRPr>
      </a:lvl3pPr>
      <a:lvl4pPr marL="231775" indent="-115888" algn="l" rtl="0" eaLnBrk="1" fontAlgn="base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Arial"/>
        <a:buChar char="–"/>
        <a:tabLst/>
        <a:defRPr sz="1100" b="0" i="0" kern="1200">
          <a:solidFill>
            <a:schemeClr val="tx1"/>
          </a:solidFill>
          <a:latin typeface="+mn-lt"/>
          <a:ea typeface="IberPangea Text Light" panose="020B0404000000000000" pitchFamily="34" charset="0"/>
          <a:cs typeface="IberPangea Text Light" panose="020B0404000000000000" pitchFamily="34" charset="0"/>
        </a:defRPr>
      </a:lvl4pPr>
      <a:lvl5pPr marL="357188" indent="-120650" algn="l" rtl="0" eaLnBrk="1" fontAlgn="base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Arial"/>
        <a:buChar char="–"/>
        <a:tabLst/>
        <a:defRPr sz="1100" b="0" i="0" kern="1200">
          <a:solidFill>
            <a:schemeClr val="tx1"/>
          </a:solidFill>
          <a:latin typeface="+mn-lt"/>
          <a:ea typeface="IberPangea Text Light" panose="020B0404000000000000" pitchFamily="34" charset="0"/>
          <a:cs typeface="IberPangea Text Light" panose="020B0404000000000000" pitchFamily="34" charset="0"/>
        </a:defRPr>
      </a:lvl5pPr>
      <a:lvl6pPr marL="154769" indent="-142863" algn="l" defTabSz="1828549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SzPct val="100000"/>
        <a:buFont typeface="Arial" panose="020B0604020202020204" pitchFamily="34" charset="0"/>
        <a:buChar char="•"/>
        <a:tabLst/>
        <a:defRPr sz="1000" b="0" i="0" kern="1200">
          <a:solidFill>
            <a:schemeClr val="accent4"/>
          </a:solidFill>
          <a:latin typeface="IberPangea Text" panose="020B0504000000000000" pitchFamily="34" charset="0"/>
          <a:ea typeface="IberPangea Text" panose="020B0504000000000000" pitchFamily="34" charset="0"/>
          <a:cs typeface="IberPangea Text" panose="020B0504000000000000" pitchFamily="34" charset="0"/>
        </a:defRPr>
      </a:lvl6pPr>
      <a:lvl7pPr marL="5942783" indent="-457137" algn="l" defTabSz="18285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057" indent="-457137" algn="l" defTabSz="18285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1331" indent="-457137" algn="l" defTabSz="18285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75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549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823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097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371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646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920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195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256">
          <p15:clr>
            <a:srgbClr val="F26B43"/>
          </p15:clr>
        </p15:guide>
        <p15:guide id="3" pos="7424">
          <p15:clr>
            <a:srgbClr val="F26B43"/>
          </p15:clr>
        </p15:guide>
        <p15:guide id="5" orient="horz" pos="4066">
          <p15:clr>
            <a:srgbClr val="F26B43"/>
          </p15:clr>
        </p15:guide>
        <p15:guide id="6" pos="3908">
          <p15:clr>
            <a:srgbClr val="F26B43"/>
          </p15:clr>
        </p15:guide>
        <p15:guide id="7" pos="3772">
          <p15:clr>
            <a:srgbClr val="F26B43"/>
          </p15:clr>
        </p15:guide>
        <p15:guide id="9" orient="horz" pos="713">
          <p15:clr>
            <a:srgbClr val="F26B43"/>
          </p15:clr>
        </p15:guide>
        <p15:guide id="10" orient="horz" pos="397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0944DC4-0128-CFC0-EFA7-12360EBBCA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38565240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1" imgW="425" imgH="424" progId="TCLayout.ActiveDocument.1">
                  <p:embed/>
                </p:oleObj>
              </mc:Choice>
              <mc:Fallback>
                <p:oleObj name="Diapositiva de think-cell" r:id="rId31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944DC4-0128-CFC0-EFA7-12360EBBCA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33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</p:sldLayoutIdLst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300" b="1" i="0" kern="1200">
          <a:solidFill>
            <a:schemeClr val="accent1"/>
          </a:solidFill>
          <a:latin typeface="+mj-lt"/>
          <a:ea typeface="IberPangea Text" panose="020B0404000000000000" pitchFamily="34" charset="0"/>
          <a:cs typeface="IberPangea Text" panose="020B0404000000000000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5pPr>
      <a:lvl6pPr marL="91427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6pPr>
      <a:lvl7pPr marL="182854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7pPr>
      <a:lvl8pPr marL="274282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8pPr>
      <a:lvl9pPr marL="365709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9pPr>
    </p:titleStyle>
    <p:bodyStyle>
      <a:lvl1pPr marL="0" indent="0" algn="l" defTabSz="331171" rtl="0" eaLnBrk="1" fontAlgn="base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Tx/>
        <a:buNone/>
        <a:defRPr sz="1100" b="0" i="0" kern="1200">
          <a:solidFill>
            <a:schemeClr val="tx1"/>
          </a:solidFill>
          <a:latin typeface="+mn-lt"/>
          <a:ea typeface="IberPangea Text Light" panose="020B0404000000000000" pitchFamily="34" charset="0"/>
          <a:cs typeface="IberPangea Text Light" panose="020B0404000000000000" pitchFamily="34" charset="0"/>
        </a:defRPr>
      </a:lvl1pPr>
      <a:lvl2pPr marL="0" indent="0" algn="l" defTabSz="331171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1"/>
        </a:buClr>
        <a:buFont typeface="Arial"/>
        <a:buNone/>
        <a:tabLst/>
        <a:defRPr sz="1100" b="1" i="0" kern="1200">
          <a:solidFill>
            <a:schemeClr val="accent1"/>
          </a:solidFill>
          <a:latin typeface="+mn-lt"/>
          <a:ea typeface="IberPangea Text SmBold" panose="020B0504000000000000" pitchFamily="34" charset="0"/>
          <a:cs typeface="IberPangea Text SmBold" panose="020B0504000000000000" pitchFamily="34" charset="0"/>
        </a:defRPr>
      </a:lvl2pPr>
      <a:lvl3pPr marL="111125" indent="-107950" algn="l" defTabSz="331171" rtl="0" eaLnBrk="1" fontAlgn="base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Arial"/>
        <a:buChar char="–"/>
        <a:tabLst/>
        <a:defRPr sz="1100" b="0" i="0" kern="1200">
          <a:solidFill>
            <a:schemeClr val="tx1"/>
          </a:solidFill>
          <a:latin typeface="+mn-lt"/>
          <a:ea typeface="IberPangea Text Light" panose="020B0404000000000000" pitchFamily="34" charset="0"/>
          <a:cs typeface="IberPangea Text Light" panose="020B0404000000000000" pitchFamily="34" charset="0"/>
        </a:defRPr>
      </a:lvl3pPr>
      <a:lvl4pPr marL="231775" indent="-115888" algn="l" rtl="0" eaLnBrk="1" fontAlgn="base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Arial"/>
        <a:buChar char="–"/>
        <a:tabLst/>
        <a:defRPr sz="1100" b="0" i="0" kern="1200">
          <a:solidFill>
            <a:schemeClr val="tx1"/>
          </a:solidFill>
          <a:latin typeface="+mn-lt"/>
          <a:ea typeface="IberPangea Text Light" panose="020B0404000000000000" pitchFamily="34" charset="0"/>
          <a:cs typeface="IberPangea Text Light" panose="020B0404000000000000" pitchFamily="34" charset="0"/>
        </a:defRPr>
      </a:lvl4pPr>
      <a:lvl5pPr marL="357188" indent="-120650" algn="l" rtl="0" eaLnBrk="1" fontAlgn="base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Arial"/>
        <a:buChar char="–"/>
        <a:tabLst/>
        <a:defRPr sz="1100" b="0" i="0" kern="1200">
          <a:solidFill>
            <a:schemeClr val="tx1"/>
          </a:solidFill>
          <a:latin typeface="+mn-lt"/>
          <a:ea typeface="IberPangea Text Light" panose="020B0404000000000000" pitchFamily="34" charset="0"/>
          <a:cs typeface="IberPangea Text Light" panose="020B0404000000000000" pitchFamily="34" charset="0"/>
        </a:defRPr>
      </a:lvl5pPr>
      <a:lvl6pPr marL="154769" indent="-142863" algn="l" defTabSz="1828549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SzPct val="100000"/>
        <a:buFont typeface="Arial" panose="020B0604020202020204" pitchFamily="34" charset="0"/>
        <a:buChar char="•"/>
        <a:tabLst/>
        <a:defRPr sz="1000" b="0" i="0" kern="1200">
          <a:solidFill>
            <a:schemeClr val="accent4"/>
          </a:solidFill>
          <a:latin typeface="IberPangea Text" panose="020B0504000000000000" pitchFamily="34" charset="0"/>
          <a:ea typeface="IberPangea Text" panose="020B0504000000000000" pitchFamily="34" charset="0"/>
          <a:cs typeface="IberPangea Text" panose="020B0504000000000000" pitchFamily="34" charset="0"/>
        </a:defRPr>
      </a:lvl6pPr>
      <a:lvl7pPr marL="5942783" indent="-457137" algn="l" defTabSz="18285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057" indent="-457137" algn="l" defTabSz="18285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1331" indent="-457137" algn="l" defTabSz="18285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75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549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823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097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371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646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920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195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256">
          <p15:clr>
            <a:srgbClr val="F26B43"/>
          </p15:clr>
        </p15:guide>
        <p15:guide id="3" pos="7424">
          <p15:clr>
            <a:srgbClr val="F26B43"/>
          </p15:clr>
        </p15:guide>
        <p15:guide id="5" orient="horz" pos="4066">
          <p15:clr>
            <a:srgbClr val="F26B43"/>
          </p15:clr>
        </p15:guide>
        <p15:guide id="6" pos="3908">
          <p15:clr>
            <a:srgbClr val="F26B43"/>
          </p15:clr>
        </p15:guide>
        <p15:guide id="7" pos="3772">
          <p15:clr>
            <a:srgbClr val="F26B43"/>
          </p15:clr>
        </p15:guide>
        <p15:guide id="9" orient="horz" pos="713">
          <p15:clr>
            <a:srgbClr val="F26B43"/>
          </p15:clr>
        </p15:guide>
        <p15:guide id="10" orient="horz" pos="397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E06BA2-53A1-DC60-63C4-60B83A2986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128881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1" imgW="425" imgH="424" progId="TCLayout.ActiveDocument.1">
                  <p:embed/>
                </p:oleObj>
              </mc:Choice>
              <mc:Fallback>
                <p:oleObj name="Diapositiva de think-cell" r:id="rId11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E06BA2-53A1-DC60-63C4-60B83A2986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">
            <a:extLst>
              <a:ext uri="{FF2B5EF4-FFF2-40B4-BE49-F238E27FC236}">
                <a16:creationId xmlns:a16="http://schemas.microsoft.com/office/drawing/2014/main" id="{349E4B0B-2645-B2A3-8226-132DADE9E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620245C4-E63C-D141-841E-B17D5E32A3EB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ED1211A4-6D56-BCC0-9645-3000A06B6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1" y="6400800"/>
            <a:ext cx="4114801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2024 NTT DATA, Inc.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CEEA4F-B2F9-F5FD-831B-C14426169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lIns="0" tIns="0" rIns="0" bIns="0" anchor="ctr"/>
          <a:lstStyle>
            <a:lvl1pPr>
              <a:defRPr lang="en-US" sz="800" b="0" i="0" smtClean="0">
                <a:solidFill>
                  <a:schemeClr val="tx2"/>
                </a:solidFill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algn="ctr"/>
            <a:fld id="{83ADEA99-682E-4231-A4C9-95AE759D37D5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0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rgbClr val="2E404D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">
            <a:extLst>
              <a:ext uri="{FF2B5EF4-FFF2-40B4-BE49-F238E27FC236}">
                <a16:creationId xmlns:a16="http://schemas.microsoft.com/office/drawing/2014/main" id="{5354E414-05E1-28A3-9F92-739CC27B91A7}"/>
              </a:ext>
            </a:extLst>
          </p:cNvPr>
          <p:cNvSpPr/>
          <p:nvPr userDrawn="1"/>
        </p:nvSpPr>
        <p:spPr>
          <a:xfrm>
            <a:off x="-647700" y="346568"/>
            <a:ext cx="462022" cy="3873007"/>
          </a:xfrm>
          <a:prstGeom prst="roundRect">
            <a:avLst/>
          </a:prstGeom>
          <a:solidFill>
            <a:srgbClr val="949494">
              <a:lumMod val="20000"/>
              <a:lumOff val="80000"/>
            </a:srgbClr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lIns="108000" tIns="72000" rIns="108000" bIns="72000"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19DCDF8F-2007-1CB0-52F4-DB222A050E20}"/>
              </a:ext>
            </a:extLst>
          </p:cNvPr>
          <p:cNvGrpSpPr/>
          <p:nvPr userDrawn="1"/>
        </p:nvGrpSpPr>
        <p:grpSpPr>
          <a:xfrm>
            <a:off x="-569089" y="3369433"/>
            <a:ext cx="304800" cy="694110"/>
            <a:chOff x="-569089" y="3140833"/>
            <a:chExt cx="304800" cy="694110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6CBAD842-E82F-ADB9-2FB6-6C6E04572F4D}"/>
                </a:ext>
              </a:extLst>
            </p:cNvPr>
            <p:cNvSpPr/>
            <p:nvPr userDrawn="1"/>
          </p:nvSpPr>
          <p:spPr>
            <a:xfrm>
              <a:off x="-569089" y="3140833"/>
              <a:ext cx="304800" cy="285750"/>
            </a:xfrm>
            <a:prstGeom prst="roundRect">
              <a:avLst/>
            </a:prstGeom>
            <a:solidFill>
              <a:srgbClr val="D7006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Rectangle: Rounded Corners 8">
              <a:extLst>
                <a:ext uri="{FF2B5EF4-FFF2-40B4-BE49-F238E27FC236}">
                  <a16:creationId xmlns:a16="http://schemas.microsoft.com/office/drawing/2014/main" id="{16550ADF-CE60-1D17-0854-975EDA6811A5}"/>
                </a:ext>
              </a:extLst>
            </p:cNvPr>
            <p:cNvSpPr/>
            <p:nvPr userDrawn="1"/>
          </p:nvSpPr>
          <p:spPr>
            <a:xfrm>
              <a:off x="-569089" y="3549193"/>
              <a:ext cx="304800" cy="285750"/>
            </a:xfrm>
            <a:prstGeom prst="roundRect">
              <a:avLst/>
            </a:prstGeom>
            <a:solidFill>
              <a:srgbClr val="00DFED"/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6" name="Group 11">
            <a:extLst>
              <a:ext uri="{FF2B5EF4-FFF2-40B4-BE49-F238E27FC236}">
                <a16:creationId xmlns:a16="http://schemas.microsoft.com/office/drawing/2014/main" id="{66C61035-5FAD-06AA-8EDE-5957C84C916E}"/>
              </a:ext>
            </a:extLst>
          </p:cNvPr>
          <p:cNvGrpSpPr/>
          <p:nvPr userDrawn="1"/>
        </p:nvGrpSpPr>
        <p:grpSpPr>
          <a:xfrm>
            <a:off x="-569089" y="452554"/>
            <a:ext cx="304800" cy="1919186"/>
            <a:chOff x="-569089" y="452554"/>
            <a:chExt cx="304800" cy="1919186"/>
          </a:xfrm>
        </p:grpSpPr>
        <p:sp>
          <p:nvSpPr>
            <p:cNvPr id="7" name="Rectangle: Rounded Corners 11">
              <a:extLst>
                <a:ext uri="{FF2B5EF4-FFF2-40B4-BE49-F238E27FC236}">
                  <a16:creationId xmlns:a16="http://schemas.microsoft.com/office/drawing/2014/main" id="{D41727EC-596C-AB69-8F9E-8EE3434548EB}"/>
                </a:ext>
              </a:extLst>
            </p:cNvPr>
            <p:cNvSpPr/>
            <p:nvPr userDrawn="1"/>
          </p:nvSpPr>
          <p:spPr>
            <a:xfrm>
              <a:off x="-569089" y="452554"/>
              <a:ext cx="304800" cy="285750"/>
            </a:xfrm>
            <a:prstGeom prst="round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Rectangle: Rounded Corners 12">
              <a:extLst>
                <a:ext uri="{FF2B5EF4-FFF2-40B4-BE49-F238E27FC236}">
                  <a16:creationId xmlns:a16="http://schemas.microsoft.com/office/drawing/2014/main" id="{8CD9AD54-B67E-0A91-C4A2-B95904D4E523}"/>
                </a:ext>
              </a:extLst>
            </p:cNvPr>
            <p:cNvSpPr/>
            <p:nvPr userDrawn="1"/>
          </p:nvSpPr>
          <p:spPr>
            <a:xfrm>
              <a:off x="-569089" y="860913"/>
              <a:ext cx="304800" cy="285750"/>
            </a:xfrm>
            <a:prstGeom prst="roundRect">
              <a:avLst/>
            </a:prstGeom>
            <a:solidFill>
              <a:srgbClr val="005B96"/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Rectangle: Rounded Corners 14">
              <a:extLst>
                <a:ext uri="{FF2B5EF4-FFF2-40B4-BE49-F238E27FC236}">
                  <a16:creationId xmlns:a16="http://schemas.microsoft.com/office/drawing/2014/main" id="{7129330D-8B7D-7CED-0219-07B0E70DF520}"/>
                </a:ext>
              </a:extLst>
            </p:cNvPr>
            <p:cNvSpPr/>
            <p:nvPr userDrawn="1"/>
          </p:nvSpPr>
          <p:spPr>
            <a:xfrm>
              <a:off x="-569089" y="1269272"/>
              <a:ext cx="304800" cy="285750"/>
            </a:xfrm>
            <a:prstGeom prst="roundRect">
              <a:avLst/>
            </a:prstGeom>
            <a:solidFill>
              <a:srgbClr val="0072BC"/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Rectangle: Rounded Corners 15">
              <a:extLst>
                <a:ext uri="{FF2B5EF4-FFF2-40B4-BE49-F238E27FC236}">
                  <a16:creationId xmlns:a16="http://schemas.microsoft.com/office/drawing/2014/main" id="{A1A72A5F-23C9-0B5E-C63D-6453587C810B}"/>
                </a:ext>
              </a:extLst>
            </p:cNvPr>
            <p:cNvSpPr/>
            <p:nvPr userDrawn="1"/>
          </p:nvSpPr>
          <p:spPr>
            <a:xfrm>
              <a:off x="-569089" y="2085990"/>
              <a:ext cx="304800" cy="285750"/>
            </a:xfrm>
            <a:prstGeom prst="roundRect">
              <a:avLst/>
            </a:prstGeom>
            <a:solidFill>
              <a:srgbClr val="FFFFFF">
                <a:lumMod val="65000"/>
              </a:srgbClr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Rectangle: Rounded Corners 16">
              <a:extLst>
                <a:ext uri="{FF2B5EF4-FFF2-40B4-BE49-F238E27FC236}">
                  <a16:creationId xmlns:a16="http://schemas.microsoft.com/office/drawing/2014/main" id="{162FADA3-1838-DFDE-F92D-080E8CD4BB6E}"/>
                </a:ext>
              </a:extLst>
            </p:cNvPr>
            <p:cNvSpPr/>
            <p:nvPr userDrawn="1"/>
          </p:nvSpPr>
          <p:spPr>
            <a:xfrm>
              <a:off x="-569089" y="1677631"/>
              <a:ext cx="304800" cy="285750"/>
            </a:xfrm>
            <a:prstGeom prst="roundRect">
              <a:avLst/>
            </a:prstGeom>
            <a:solidFill>
              <a:srgbClr val="2E404D">
                <a:lumMod val="60000"/>
                <a:lumOff val="40000"/>
              </a:srgbClr>
            </a:solidFill>
            <a:ln>
              <a:noFill/>
            </a:ln>
            <a:effectLst/>
          </p:spPr>
          <p:txBody>
            <a:bodyPr lIns="108000" tIns="72000" rIns="108000" bIns="72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2" name="Rectangle: Rounded Corners 17">
            <a:extLst>
              <a:ext uri="{FF2B5EF4-FFF2-40B4-BE49-F238E27FC236}">
                <a16:creationId xmlns:a16="http://schemas.microsoft.com/office/drawing/2014/main" id="{3B0B000C-1EAE-A334-E168-114F2916931C}"/>
              </a:ext>
            </a:extLst>
          </p:cNvPr>
          <p:cNvSpPr/>
          <p:nvPr userDrawn="1"/>
        </p:nvSpPr>
        <p:spPr>
          <a:xfrm>
            <a:off x="-569089" y="2727712"/>
            <a:ext cx="304800" cy="28575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72000" rIns="108000" bIns="72000"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0" cap="none" spc="0" normalizeH="0" baseline="0" noProof="0" err="1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1"/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C99D3C16-0AB2-0EC1-AC70-FF3BA3248E2B}"/>
              </a:ext>
            </a:extLst>
          </p:cNvPr>
          <p:cNvSpPr/>
          <p:nvPr userDrawn="1"/>
        </p:nvSpPr>
        <p:spPr>
          <a:xfrm>
            <a:off x="0" y="0"/>
            <a:ext cx="12191695" cy="599846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58" name="Shape 35">
            <a:extLst>
              <a:ext uri="{FF2B5EF4-FFF2-40B4-BE49-F238E27FC236}">
                <a16:creationId xmlns:a16="http://schemas.microsoft.com/office/drawing/2014/main" id="{B30F77B4-0451-74F2-BE56-FF454E7A7F14}"/>
              </a:ext>
            </a:extLst>
          </p:cNvPr>
          <p:cNvSpPr/>
          <p:nvPr userDrawn="1"/>
        </p:nvSpPr>
        <p:spPr>
          <a:xfrm>
            <a:off x="0" y="6558991"/>
            <a:ext cx="12191695" cy="3044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37">
            <a:extLst>
              <a:ext uri="{FF2B5EF4-FFF2-40B4-BE49-F238E27FC236}">
                <a16:creationId xmlns:a16="http://schemas.microsoft.com/office/drawing/2014/main" id="{8D94528F-3E50-1683-9C92-6373A58204FF}"/>
              </a:ext>
            </a:extLst>
          </p:cNvPr>
          <p:cNvSpPr txBox="1"/>
          <p:nvPr userDrawn="1"/>
        </p:nvSpPr>
        <p:spPr>
          <a:xfrm>
            <a:off x="571500" y="6627571"/>
            <a:ext cx="273222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Avangrid | Digital Products Transformation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0" name="Picture 2" descr="NTT Data Inc. - Great Place To Work® Chile">
            <a:extLst>
              <a:ext uri="{FF2B5EF4-FFF2-40B4-BE49-F238E27FC236}">
                <a16:creationId xmlns:a16="http://schemas.microsoft.com/office/drawing/2014/main" id="{5BC02DB3-42D8-4C5D-9A23-29074CD722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9563" y="6628313"/>
            <a:ext cx="984101" cy="200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upo 12">
            <a:extLst>
              <a:ext uri="{FF2B5EF4-FFF2-40B4-BE49-F238E27FC236}">
                <a16:creationId xmlns:a16="http://schemas.microsoft.com/office/drawing/2014/main" id="{CB9CE51D-96F1-07C2-06CA-EC13D3D6084C}"/>
              </a:ext>
            </a:extLst>
          </p:cNvPr>
          <p:cNvGrpSpPr/>
          <p:nvPr userDrawn="1"/>
        </p:nvGrpSpPr>
        <p:grpSpPr>
          <a:xfrm>
            <a:off x="76147" y="127094"/>
            <a:ext cx="453917" cy="376668"/>
            <a:chOff x="5465909" y="2845257"/>
            <a:chExt cx="729516" cy="665904"/>
          </a:xfrm>
        </p:grpSpPr>
        <p:sp>
          <p:nvSpPr>
            <p:cNvPr id="15" name="Forma libre: forma 13">
              <a:extLst>
                <a:ext uri="{FF2B5EF4-FFF2-40B4-BE49-F238E27FC236}">
                  <a16:creationId xmlns:a16="http://schemas.microsoft.com/office/drawing/2014/main" id="{C51FB00B-7A02-D383-F92A-6C67C7F44FF2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solidFill>
              <a:srgbClr val="FF9C1A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16" name="Forma libre: forma 14">
              <a:extLst>
                <a:ext uri="{FF2B5EF4-FFF2-40B4-BE49-F238E27FC236}">
                  <a16:creationId xmlns:a16="http://schemas.microsoft.com/office/drawing/2014/main" id="{9CBC486D-0425-5DFB-2C1E-90C3D5F49212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solidFill>
              <a:srgbClr val="0DA9FF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17" name="Forma libre: forma 15">
              <a:extLst>
                <a:ext uri="{FF2B5EF4-FFF2-40B4-BE49-F238E27FC236}">
                  <a16:creationId xmlns:a16="http://schemas.microsoft.com/office/drawing/2014/main" id="{1C9EF0FE-76F1-71A7-5E3D-815AA693E240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solidFill>
              <a:srgbClr val="00A443"/>
            </a:solidFill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2200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jpe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2.jpeg"/><Relationship Id="rId12" Type="http://schemas.openxmlformats.org/officeDocument/2006/relationships/image" Target="../media/image27.jpe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1.emf"/><Relationship Id="rId11" Type="http://schemas.openxmlformats.org/officeDocument/2006/relationships/image" Target="../media/image26.pn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5.jpe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24.jpeg"/><Relationship Id="rId1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30.svg"/><Relationship Id="rId12" Type="http://schemas.openxmlformats.org/officeDocument/2006/relationships/image" Target="../media/image35.sv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1.emf"/><Relationship Id="rId11" Type="http://schemas.openxmlformats.org/officeDocument/2006/relationships/image" Target="../media/image34.sv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33.sv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32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36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21.emf"/><Relationship Id="rId11" Type="http://schemas.openxmlformats.org/officeDocument/2006/relationships/image" Target="../media/image40.pn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39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41.sv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44.sv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43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slide" Target="slide1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B_CCA4DCFA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svg"/><Relationship Id="rId18" Type="http://schemas.openxmlformats.org/officeDocument/2006/relationships/image" Target="../media/image60.svg"/><Relationship Id="rId3" Type="http://schemas.openxmlformats.org/officeDocument/2006/relationships/image" Target="../media/image45.png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svg"/><Relationship Id="rId17" Type="http://schemas.openxmlformats.org/officeDocument/2006/relationships/image" Target="../media/image59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8.sv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24" Type="http://schemas.openxmlformats.org/officeDocument/2006/relationships/image" Target="../media/image66.png"/><Relationship Id="rId5" Type="http://schemas.openxmlformats.org/officeDocument/2006/relationships/image" Target="../media/image47.png"/><Relationship Id="rId15" Type="http://schemas.openxmlformats.org/officeDocument/2006/relationships/image" Target="../media/image57.svg"/><Relationship Id="rId23" Type="http://schemas.openxmlformats.org/officeDocument/2006/relationships/image" Target="../media/image65.sv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svg"/><Relationship Id="rId22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21.emf"/><Relationship Id="rId11" Type="http://schemas.openxmlformats.org/officeDocument/2006/relationships/image" Target="../media/image71.png"/><Relationship Id="rId5" Type="http://schemas.openxmlformats.org/officeDocument/2006/relationships/oleObject" Target="../embeddings/oleObject7.bin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74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67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tags" Target="../tags/tag30.xml"/><Relationship Id="rId16" Type="http://schemas.openxmlformats.org/officeDocument/2006/relationships/image" Target="../media/image84.png"/><Relationship Id="rId20" Type="http://schemas.openxmlformats.org/officeDocument/2006/relationships/image" Target="../media/image86.png"/><Relationship Id="rId1" Type="http://schemas.openxmlformats.org/officeDocument/2006/relationships/tags" Target="../tags/tag29.xml"/><Relationship Id="rId6" Type="http://schemas.openxmlformats.org/officeDocument/2006/relationships/image" Target="../media/image21.emf"/><Relationship Id="rId11" Type="http://schemas.openxmlformats.org/officeDocument/2006/relationships/image" Target="../media/image79.png"/><Relationship Id="rId5" Type="http://schemas.openxmlformats.org/officeDocument/2006/relationships/oleObject" Target="../embeddings/oleObject7.bin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19" Type="http://schemas.openxmlformats.org/officeDocument/2006/relationships/image" Target="../media/image75.png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67.png"/><Relationship Id="rId12" Type="http://schemas.openxmlformats.org/officeDocument/2006/relationships/image" Target="../media/image9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21.emf"/><Relationship Id="rId11" Type="http://schemas.openxmlformats.org/officeDocument/2006/relationships/image" Target="../media/image90.pn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89.png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88.png"/><Relationship Id="rId14" Type="http://schemas.openxmlformats.org/officeDocument/2006/relationships/image" Target="../media/image93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67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6.png"/><Relationship Id="rId4" Type="http://schemas.openxmlformats.org/officeDocument/2006/relationships/notesSlide" Target="../notesSlides/notesSlide14.xml"/><Relationship Id="rId9" Type="http://schemas.openxmlformats.org/officeDocument/2006/relationships/image" Target="../media/image9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91.png"/><Relationship Id="rId18" Type="http://schemas.openxmlformats.org/officeDocument/2006/relationships/image" Target="../media/image102.png"/><Relationship Id="rId3" Type="http://schemas.openxmlformats.org/officeDocument/2006/relationships/slideLayout" Target="../slideLayouts/slideLayout11.xml"/><Relationship Id="rId21" Type="http://schemas.openxmlformats.org/officeDocument/2006/relationships/image" Target="../media/image80.png"/><Relationship Id="rId7" Type="http://schemas.openxmlformats.org/officeDocument/2006/relationships/image" Target="../media/image67.png"/><Relationship Id="rId12" Type="http://schemas.openxmlformats.org/officeDocument/2006/relationships/image" Target="../media/image90.png"/><Relationship Id="rId17" Type="http://schemas.openxmlformats.org/officeDocument/2006/relationships/image" Target="../media/image101.png"/><Relationship Id="rId2" Type="http://schemas.openxmlformats.org/officeDocument/2006/relationships/tags" Target="../tags/tag36.xml"/><Relationship Id="rId16" Type="http://schemas.openxmlformats.org/officeDocument/2006/relationships/image" Target="../media/image100.png"/><Relationship Id="rId20" Type="http://schemas.openxmlformats.org/officeDocument/2006/relationships/image" Target="../media/image86.png"/><Relationship Id="rId1" Type="http://schemas.openxmlformats.org/officeDocument/2006/relationships/tags" Target="../tags/tag35.xml"/><Relationship Id="rId6" Type="http://schemas.openxmlformats.org/officeDocument/2006/relationships/image" Target="../media/image21.emf"/><Relationship Id="rId11" Type="http://schemas.openxmlformats.org/officeDocument/2006/relationships/image" Target="../media/image99.png"/><Relationship Id="rId5" Type="http://schemas.openxmlformats.org/officeDocument/2006/relationships/oleObject" Target="../embeddings/oleObject7.bin"/><Relationship Id="rId15" Type="http://schemas.openxmlformats.org/officeDocument/2006/relationships/image" Target="../media/image93.emf"/><Relationship Id="rId10" Type="http://schemas.openxmlformats.org/officeDocument/2006/relationships/image" Target="../media/image98.png"/><Relationship Id="rId19" Type="http://schemas.openxmlformats.org/officeDocument/2006/relationships/image" Target="../media/image103.png"/><Relationship Id="rId4" Type="http://schemas.openxmlformats.org/officeDocument/2006/relationships/notesSlide" Target="../notesSlides/notesSlide15.xml"/><Relationship Id="rId9" Type="http://schemas.openxmlformats.org/officeDocument/2006/relationships/image" Target="../media/image97.png"/><Relationship Id="rId14" Type="http://schemas.openxmlformats.org/officeDocument/2006/relationships/image" Target="../media/image92.png"/><Relationship Id="rId22" Type="http://schemas.openxmlformats.org/officeDocument/2006/relationships/image" Target="../media/image8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67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7900D-5BF5-01F1-6131-EF760608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3A8310E9-F0DB-9E85-4BCF-91F69CE15EDE}"/>
              </a:ext>
            </a:extLst>
          </p:cNvPr>
          <p:cNvSpPr/>
          <p:nvPr/>
        </p:nvSpPr>
        <p:spPr>
          <a:xfrm>
            <a:off x="838307" y="2008370"/>
            <a:ext cx="9590483" cy="1420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1" u="none" strike="noStrike" kern="1200" cap="none" spc="0" normalizeH="0" baseline="0" noProof="0">
                <a:ln>
                  <a:noFill/>
                </a:ln>
                <a:solidFill>
                  <a:srgbClr val="00A443"/>
                </a:solidFill>
                <a:effectLst/>
                <a:uLnTx/>
                <a:uFillTx/>
                <a:latin typeface="Georgia Pro" panose="02040502050405020303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SAP </a:t>
            </a:r>
            <a:r>
              <a:rPr kumimoji="0" lang="en-US" sz="4800" b="0" i="1" u="none" strike="noStrike" kern="1200" cap="none" spc="0" normalizeH="0" baseline="0" noProof="0" err="1">
                <a:ln>
                  <a:noFill/>
                </a:ln>
                <a:solidFill>
                  <a:srgbClr val="00A443"/>
                </a:solidFill>
                <a:effectLst/>
                <a:uLnTx/>
                <a:uFillTx/>
                <a:latin typeface="Georgia Pro" panose="02040502050405020303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CoE</a:t>
            </a:r>
            <a:r>
              <a:rPr lang="en-US" sz="4800" i="1" noProof="0">
                <a:solidFill>
                  <a:srgbClr val="00A443"/>
                </a:solidFill>
                <a:latin typeface="Georgia Pro" panose="02040502050405020303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: New Ways of Working</a:t>
            </a:r>
            <a:endParaRPr kumimoji="0" lang="en-US" sz="4800" b="1" i="1" u="none" strike="noStrike" kern="1200" cap="none" spc="0" normalizeH="0" baseline="0" noProof="0">
              <a:ln>
                <a:noFill/>
              </a:ln>
              <a:solidFill>
                <a:srgbClr val="00A443"/>
              </a:solidFill>
              <a:effectLst/>
              <a:uLnTx/>
              <a:uFillTx/>
              <a:latin typeface="Georgia Pro" panose="02040502050405020303" pitchFamily="18" charset="0"/>
              <a:ea typeface="Noto Serif" panose="02020502060505020204" pitchFamily="18" charset="0"/>
              <a:cs typeface="Noto Serif" panose="020205020605050202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A443"/>
                </a:solidFill>
                <a:effectLst/>
                <a:uLnTx/>
                <a:uFillTx/>
                <a:latin typeface="Georgia Pro" panose="02040502050405020303" pitchFamily="18" charset="0"/>
                <a:ea typeface="Gordita Bold"/>
                <a:cs typeface="Gordita Bold"/>
                <a:sym typeface="Gordita Bold"/>
              </a:rPr>
              <a:t>Project Pre-Launch</a:t>
            </a:r>
          </a:p>
        </p:txBody>
      </p:sp>
      <p:pic>
        <p:nvPicPr>
          <p:cNvPr id="6" name="Picture 5" descr="Avangrid - Wikipedia">
            <a:extLst>
              <a:ext uri="{FF2B5EF4-FFF2-40B4-BE49-F238E27FC236}">
                <a16:creationId xmlns:a16="http://schemas.microsoft.com/office/drawing/2014/main" id="{C3E48F2A-A39E-9064-EA37-AEA9AA7A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01" y="3659594"/>
            <a:ext cx="3310865" cy="116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B76E4EE3-B822-92CF-DB6A-932C43F08759}"/>
              </a:ext>
            </a:extLst>
          </p:cNvPr>
          <p:cNvSpPr/>
          <p:nvPr/>
        </p:nvSpPr>
        <p:spPr bwMode="black">
          <a:xfrm>
            <a:off x="4349288" y="4017485"/>
            <a:ext cx="2280180" cy="511079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938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73D1F-48EF-982F-ACA2-19978139F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ángulo: esquinas redondeadas 133">
            <a:extLst>
              <a:ext uri="{FF2B5EF4-FFF2-40B4-BE49-F238E27FC236}">
                <a16:creationId xmlns:a16="http://schemas.microsoft.com/office/drawing/2014/main" id="{DEEDD352-AF3F-F91E-36A4-C7FACA4E1531}"/>
              </a:ext>
            </a:extLst>
          </p:cNvPr>
          <p:cNvSpPr/>
          <p:nvPr/>
        </p:nvSpPr>
        <p:spPr>
          <a:xfrm>
            <a:off x="345440" y="1021080"/>
            <a:ext cx="11592560" cy="2540000"/>
          </a:xfrm>
          <a:prstGeom prst="roundRect">
            <a:avLst>
              <a:gd name="adj" fmla="val 9394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5" name="Rectángulo: esquinas redondeadas 134">
            <a:extLst>
              <a:ext uri="{FF2B5EF4-FFF2-40B4-BE49-F238E27FC236}">
                <a16:creationId xmlns:a16="http://schemas.microsoft.com/office/drawing/2014/main" id="{37F1D673-B978-D5AD-BA7C-54E36E9A1E42}"/>
              </a:ext>
            </a:extLst>
          </p:cNvPr>
          <p:cNvSpPr/>
          <p:nvPr/>
        </p:nvSpPr>
        <p:spPr>
          <a:xfrm>
            <a:off x="345440" y="3723640"/>
            <a:ext cx="11592560" cy="2540000"/>
          </a:xfrm>
          <a:prstGeom prst="roundRect">
            <a:avLst>
              <a:gd name="adj" fmla="val 9394"/>
            </a:avLst>
          </a:prstGeom>
          <a:solidFill>
            <a:srgbClr val="3585F9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DEE4AF95-3CA2-6985-D6F1-5779AB223E9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DEE4AF95-3CA2-6985-D6F1-5779AB223E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FED57DE6-A5F7-EF48-1DC0-DAC6A1ACFB7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3FAE5058-ECD0-58A6-CBF0-93098EDFBC1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200" noProof="0">
                <a:solidFill>
                  <a:schemeClr val="tx1"/>
                </a:solidFill>
                <a:latin typeface="+mn-lt"/>
              </a:rPr>
              <a:t>Introduction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4F8BD1C4-F4F2-4982-663B-9CE486CD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" y="450009"/>
            <a:ext cx="5748956" cy="342471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n-lt"/>
              </a:rPr>
              <a:t>TEAM MEMBERS</a:t>
            </a:r>
          </a:p>
        </p:txBody>
      </p:sp>
      <p:sp>
        <p:nvSpPr>
          <p:cNvPr id="18" name="TextBox 37">
            <a:extLst>
              <a:ext uri="{FF2B5EF4-FFF2-40B4-BE49-F238E27FC236}">
                <a16:creationId xmlns:a16="http://schemas.microsoft.com/office/drawing/2014/main" id="{F2300562-3477-B58B-C089-8FCF89E0084B}"/>
              </a:ext>
            </a:extLst>
          </p:cNvPr>
          <p:cNvSpPr txBox="1"/>
          <p:nvPr/>
        </p:nvSpPr>
        <p:spPr>
          <a:xfrm>
            <a:off x="3928344" y="5362685"/>
            <a:ext cx="2086753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1100" b="1">
                <a:solidFill>
                  <a:srgbClr val="000000"/>
                </a:solidFill>
                <a:latin typeface="Montserrat" pitchFamily="2" charset="77"/>
                <a:cs typeface="Poppins"/>
              </a:rPr>
              <a:t>Head of Talent &amp; Organizational Transformation</a:t>
            </a:r>
          </a:p>
          <a:p>
            <a:pPr algn="ctr">
              <a:defRPr/>
            </a:pPr>
            <a:r>
              <a:rPr lang="en-US" sz="1100" i="1">
                <a:solidFill>
                  <a:srgbClr val="000000"/>
                </a:solidFill>
                <a:latin typeface="Montserrat" pitchFamily="2" charset="77"/>
                <a:cs typeface="Poppins"/>
              </a:rPr>
              <a:t>Ana Sancha NTTDATA US</a:t>
            </a:r>
          </a:p>
        </p:txBody>
      </p:sp>
      <p:sp>
        <p:nvSpPr>
          <p:cNvPr id="27" name="TextBox 37">
            <a:extLst>
              <a:ext uri="{FF2B5EF4-FFF2-40B4-BE49-F238E27FC236}">
                <a16:creationId xmlns:a16="http://schemas.microsoft.com/office/drawing/2014/main" id="{4A351752-5240-32ED-6C31-82979D441B76}"/>
              </a:ext>
            </a:extLst>
          </p:cNvPr>
          <p:cNvSpPr txBox="1"/>
          <p:nvPr/>
        </p:nvSpPr>
        <p:spPr>
          <a:xfrm>
            <a:off x="6183865" y="5362682"/>
            <a:ext cx="2086753" cy="5078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1100" b="1">
                <a:solidFill>
                  <a:srgbClr val="000000"/>
                </a:solidFill>
                <a:latin typeface="Montserrat" pitchFamily="2" charset="77"/>
                <a:cs typeface="Poppins"/>
              </a:rPr>
              <a:t>Delivery Lead</a:t>
            </a:r>
          </a:p>
          <a:p>
            <a:pPr algn="ctr">
              <a:defRPr/>
            </a:pPr>
            <a:r>
              <a:rPr lang="en-US" sz="1100" i="1">
                <a:solidFill>
                  <a:srgbClr val="000000"/>
                </a:solidFill>
                <a:latin typeface="Montserrat" pitchFamily="2" charset="77"/>
                <a:cs typeface="Poppins"/>
              </a:rPr>
              <a:t>Gustavo Castellano NTTDATA US</a:t>
            </a:r>
          </a:p>
        </p:txBody>
      </p:sp>
      <p:sp>
        <p:nvSpPr>
          <p:cNvPr id="34" name="TextBox 37">
            <a:extLst>
              <a:ext uri="{FF2B5EF4-FFF2-40B4-BE49-F238E27FC236}">
                <a16:creationId xmlns:a16="http://schemas.microsoft.com/office/drawing/2014/main" id="{884EB81D-9961-C57E-CC13-12AA81D37AFC}"/>
              </a:ext>
            </a:extLst>
          </p:cNvPr>
          <p:cNvSpPr txBox="1"/>
          <p:nvPr/>
        </p:nvSpPr>
        <p:spPr>
          <a:xfrm>
            <a:off x="8439384" y="5362685"/>
            <a:ext cx="2086753" cy="5078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1100" b="1">
                <a:solidFill>
                  <a:srgbClr val="000000"/>
                </a:solidFill>
                <a:latin typeface="Montserrat" pitchFamily="2" charset="77"/>
                <a:cs typeface="Poppins"/>
              </a:rPr>
              <a:t>Consulting Manager</a:t>
            </a:r>
          </a:p>
          <a:p>
            <a:pPr algn="ctr">
              <a:defRPr/>
            </a:pPr>
            <a:r>
              <a:rPr lang="en-US" sz="1100" i="1">
                <a:solidFill>
                  <a:srgbClr val="000000"/>
                </a:solidFill>
                <a:latin typeface="Montserrat" pitchFamily="2" charset="77"/>
                <a:cs typeface="Poppins"/>
              </a:rPr>
              <a:t>Alfredo Soto </a:t>
            </a:r>
          </a:p>
          <a:p>
            <a:pPr algn="ctr">
              <a:defRPr/>
            </a:pPr>
            <a:r>
              <a:rPr lang="en-US" sz="1100" i="1">
                <a:solidFill>
                  <a:srgbClr val="000000"/>
                </a:solidFill>
                <a:latin typeface="Montserrat" pitchFamily="2" charset="77"/>
                <a:cs typeface="Poppins"/>
              </a:rPr>
              <a:t>NTTDATA US</a:t>
            </a:r>
          </a:p>
        </p:txBody>
      </p:sp>
      <p:sp>
        <p:nvSpPr>
          <p:cNvPr id="39" name="TextBox 37">
            <a:extLst>
              <a:ext uri="{FF2B5EF4-FFF2-40B4-BE49-F238E27FC236}">
                <a16:creationId xmlns:a16="http://schemas.microsoft.com/office/drawing/2014/main" id="{C6EE9A6B-6BDE-7954-3B70-27BCC17759DA}"/>
              </a:ext>
            </a:extLst>
          </p:cNvPr>
          <p:cNvSpPr txBox="1"/>
          <p:nvPr/>
        </p:nvSpPr>
        <p:spPr>
          <a:xfrm>
            <a:off x="8429224" y="2589005"/>
            <a:ext cx="2086753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1100" b="1">
                <a:solidFill>
                  <a:srgbClr val="000000"/>
                </a:solidFill>
                <a:latin typeface="Montserrat" pitchFamily="2" charset="77"/>
                <a:cs typeface="Poppins"/>
              </a:rPr>
              <a:t>Director of IT Product Management</a:t>
            </a:r>
          </a:p>
          <a:p>
            <a:pPr algn="ctr">
              <a:defRPr/>
            </a:pPr>
            <a:r>
              <a:rPr lang="en-US" sz="1100" i="1">
                <a:solidFill>
                  <a:srgbClr val="000000"/>
                </a:solidFill>
                <a:latin typeface="Montserrat" pitchFamily="2" charset="77"/>
                <a:cs typeface="Poppins"/>
              </a:rPr>
              <a:t>Heather Lajoie</a:t>
            </a:r>
          </a:p>
          <a:p>
            <a:pPr algn="ctr">
              <a:defRPr/>
            </a:pPr>
            <a:endParaRPr lang="en-US" sz="1100" i="1">
              <a:solidFill>
                <a:srgbClr val="000000"/>
              </a:solidFill>
              <a:latin typeface="Montserrat" pitchFamily="2" charset="77"/>
              <a:cs typeface="Poppins"/>
            </a:endParaRPr>
          </a:p>
        </p:txBody>
      </p:sp>
      <p:sp>
        <p:nvSpPr>
          <p:cNvPr id="44" name="TextBox 37">
            <a:extLst>
              <a:ext uri="{FF2B5EF4-FFF2-40B4-BE49-F238E27FC236}">
                <a16:creationId xmlns:a16="http://schemas.microsoft.com/office/drawing/2014/main" id="{824355FA-C174-DD85-05DC-4D76E108FBB2}"/>
              </a:ext>
            </a:extLst>
          </p:cNvPr>
          <p:cNvSpPr txBox="1"/>
          <p:nvPr/>
        </p:nvSpPr>
        <p:spPr>
          <a:xfrm>
            <a:off x="1459464" y="2589002"/>
            <a:ext cx="2086753" cy="338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1100" b="1">
                <a:solidFill>
                  <a:srgbClr val="000000"/>
                </a:solidFill>
                <a:latin typeface="Montserrat" pitchFamily="2" charset="77"/>
                <a:cs typeface="Poppins"/>
              </a:rPr>
              <a:t>VP of Digital Products</a:t>
            </a:r>
          </a:p>
          <a:p>
            <a:pPr algn="ctr">
              <a:defRPr/>
            </a:pPr>
            <a:r>
              <a:rPr lang="en-US" sz="1100" i="1">
                <a:solidFill>
                  <a:srgbClr val="000000"/>
                </a:solidFill>
                <a:latin typeface="Montserrat" pitchFamily="2" charset="77"/>
                <a:cs typeface="Poppins"/>
              </a:rPr>
              <a:t>Vitor Cruz</a:t>
            </a:r>
          </a:p>
        </p:txBody>
      </p:sp>
      <p:sp>
        <p:nvSpPr>
          <p:cNvPr id="49" name="TextBox 37">
            <a:extLst>
              <a:ext uri="{FF2B5EF4-FFF2-40B4-BE49-F238E27FC236}">
                <a16:creationId xmlns:a16="http://schemas.microsoft.com/office/drawing/2014/main" id="{8895E643-67CD-B528-A86A-18D53B7E9F0A}"/>
              </a:ext>
            </a:extLst>
          </p:cNvPr>
          <p:cNvSpPr txBox="1"/>
          <p:nvPr/>
        </p:nvSpPr>
        <p:spPr>
          <a:xfrm>
            <a:off x="3918185" y="2589005"/>
            <a:ext cx="2086753" cy="5078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1100" b="1">
                <a:solidFill>
                  <a:srgbClr val="000000"/>
                </a:solidFill>
                <a:latin typeface="Montserrat" pitchFamily="2" charset="77"/>
                <a:cs typeface="Poppins"/>
              </a:rPr>
              <a:t>Director of Customer Service Products</a:t>
            </a:r>
          </a:p>
          <a:p>
            <a:pPr algn="ctr">
              <a:defRPr/>
            </a:pPr>
            <a:r>
              <a:rPr lang="en-US" sz="1100" i="1">
                <a:solidFill>
                  <a:srgbClr val="000000"/>
                </a:solidFill>
                <a:latin typeface="Montserrat" pitchFamily="2" charset="77"/>
                <a:cs typeface="Poppins"/>
              </a:rPr>
              <a:t>Kumar </a:t>
            </a:r>
            <a:r>
              <a:rPr lang="en-US" sz="1100" i="1" err="1">
                <a:solidFill>
                  <a:srgbClr val="000000"/>
                </a:solidFill>
                <a:latin typeface="Montserrat" pitchFamily="2" charset="77"/>
                <a:cs typeface="Poppins"/>
              </a:rPr>
              <a:t>Jaladanki</a:t>
            </a:r>
            <a:endParaRPr lang="en-US" sz="1100" i="1">
              <a:solidFill>
                <a:srgbClr val="000000"/>
              </a:solidFill>
              <a:latin typeface="Montserrat" pitchFamily="2" charset="77"/>
              <a:cs typeface="Poppins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13580978-F6BA-661B-59D7-75219A734BFD}"/>
              </a:ext>
            </a:extLst>
          </p:cNvPr>
          <p:cNvSpPr txBox="1"/>
          <p:nvPr/>
        </p:nvSpPr>
        <p:spPr>
          <a:xfrm>
            <a:off x="6173704" y="2589002"/>
            <a:ext cx="2086753" cy="5078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1100" b="1">
                <a:solidFill>
                  <a:srgbClr val="000000"/>
                </a:solidFill>
                <a:latin typeface="Montserrat" pitchFamily="2" charset="77"/>
                <a:cs typeface="Poppins"/>
              </a:rPr>
              <a:t>Director of Networks and Corporate Applications</a:t>
            </a:r>
          </a:p>
          <a:p>
            <a:pPr algn="ctr">
              <a:defRPr/>
            </a:pPr>
            <a:r>
              <a:rPr lang="en-US" sz="1100" i="1">
                <a:solidFill>
                  <a:srgbClr val="000000"/>
                </a:solidFill>
                <a:latin typeface="Montserrat" pitchFamily="2" charset="77"/>
                <a:cs typeface="Poppins"/>
              </a:rPr>
              <a:t>Carlos Garbin</a:t>
            </a:r>
          </a:p>
        </p:txBody>
      </p:sp>
      <p:pic>
        <p:nvPicPr>
          <p:cNvPr id="61" name="Picture 2" descr="Imagen del perfil">
            <a:extLst>
              <a:ext uri="{FF2B5EF4-FFF2-40B4-BE49-F238E27FC236}">
                <a16:creationId xmlns:a16="http://schemas.microsoft.com/office/drawing/2014/main" id="{003C34E0-1008-8655-2D0B-33C07FFFD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1790" y="1332997"/>
            <a:ext cx="1114660" cy="1114660"/>
          </a:xfrm>
          <a:prstGeom prst="ellipse">
            <a:avLst/>
          </a:prstGeom>
          <a:noFill/>
          <a:ln w="34925">
            <a:solidFill>
              <a:srgbClr val="88C8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object 12">
            <a:extLst>
              <a:ext uri="{FF2B5EF4-FFF2-40B4-BE49-F238E27FC236}">
                <a16:creationId xmlns:a16="http://schemas.microsoft.com/office/drawing/2014/main" id="{77831220-684E-8C1A-EBE7-2C0467D88F71}"/>
              </a:ext>
            </a:extLst>
          </p:cNvPr>
          <p:cNvPicPr/>
          <p:nvPr/>
        </p:nvPicPr>
        <p:blipFill>
          <a:blip r:embed="rId8" cstate="print"/>
          <a:srcRect/>
          <a:stretch/>
        </p:blipFill>
        <p:spPr>
          <a:xfrm>
            <a:off x="4416799" y="4145530"/>
            <a:ext cx="1116000" cy="1116000"/>
          </a:xfrm>
          <a:prstGeom prst="ellipse">
            <a:avLst/>
          </a:prstGeom>
          <a:noFill/>
          <a:ln w="28575">
            <a:solidFill>
              <a:srgbClr val="3585F9"/>
            </a:solidFill>
          </a:ln>
        </p:spPr>
      </p:pic>
      <p:pic>
        <p:nvPicPr>
          <p:cNvPr id="63" name="Picture 2" descr="Profile photo of Carlos Garbin">
            <a:extLst>
              <a:ext uri="{FF2B5EF4-FFF2-40B4-BE49-F238E27FC236}">
                <a16:creationId xmlns:a16="http://schemas.microsoft.com/office/drawing/2014/main" id="{1B5D02EE-842A-F295-451B-BAE64343F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080" y="1332327"/>
            <a:ext cx="1116000" cy="1116000"/>
          </a:xfrm>
          <a:prstGeom prst="ellipse">
            <a:avLst/>
          </a:prstGeom>
          <a:noFill/>
          <a:ln w="34925">
            <a:solidFill>
              <a:srgbClr val="88C8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FADCBD9-B536-A2FB-C350-F44EF112B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241" y="4145530"/>
            <a:ext cx="1116000" cy="1116000"/>
          </a:xfrm>
          <a:prstGeom prst="ellipse">
            <a:avLst/>
          </a:prstGeom>
          <a:noFill/>
          <a:ln w="28575">
            <a:solidFill>
              <a:srgbClr val="3585F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Picture 2" descr="user Vector Icons free download in SVG, PNG Format">
            <a:extLst>
              <a:ext uri="{FF2B5EF4-FFF2-40B4-BE49-F238E27FC236}">
                <a16:creationId xmlns:a16="http://schemas.microsoft.com/office/drawing/2014/main" id="{B25CDF53-2789-0692-BFB7-F761DE93E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duotone>
              <a:prstClr val="black"/>
              <a:srgbClr val="19949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451" y="1154385"/>
            <a:ext cx="1473179" cy="147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Picture 2" descr="user Vector Icons free download in SVG, PNG Format">
            <a:extLst>
              <a:ext uri="{FF2B5EF4-FFF2-40B4-BE49-F238E27FC236}">
                <a16:creationId xmlns:a16="http://schemas.microsoft.com/office/drawing/2014/main" id="{B1B18D4F-3514-CA2D-7F0A-0C181EE01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duotone>
              <a:prstClr val="black"/>
              <a:srgbClr val="19949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972" y="1154385"/>
            <a:ext cx="1473179" cy="147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n del perfil">
            <a:extLst>
              <a:ext uri="{FF2B5EF4-FFF2-40B4-BE49-F238E27FC236}">
                <a16:creationId xmlns:a16="http://schemas.microsoft.com/office/drawing/2014/main" id="{CAA35D69-0129-7784-7C17-951CC5A61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413" y="4157183"/>
            <a:ext cx="1092695" cy="1092695"/>
          </a:xfrm>
          <a:prstGeom prst="ellipse">
            <a:avLst/>
          </a:prstGeom>
          <a:noFill/>
          <a:ln w="28575">
            <a:solidFill>
              <a:srgbClr val="3585F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TextBox 37">
            <a:extLst>
              <a:ext uri="{FF2B5EF4-FFF2-40B4-BE49-F238E27FC236}">
                <a16:creationId xmlns:a16="http://schemas.microsoft.com/office/drawing/2014/main" id="{C54ADC0B-5FEA-E3C5-A055-B79A2BD18C04}"/>
              </a:ext>
            </a:extLst>
          </p:cNvPr>
          <p:cNvSpPr txBox="1"/>
          <p:nvPr/>
        </p:nvSpPr>
        <p:spPr>
          <a:xfrm>
            <a:off x="1378184" y="5362685"/>
            <a:ext cx="2086753" cy="5078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1100" b="1">
                <a:solidFill>
                  <a:srgbClr val="171819"/>
                </a:solidFill>
                <a:latin typeface="Montserrat" pitchFamily="2" charset="77"/>
                <a:cs typeface="Poppins"/>
              </a:rPr>
              <a:t>Executive Manager | E&amp;U</a:t>
            </a:r>
          </a:p>
          <a:p>
            <a:pPr algn="ctr">
              <a:defRPr/>
            </a:pPr>
            <a:r>
              <a:rPr lang="en-US" sz="1100">
                <a:solidFill>
                  <a:srgbClr val="171819"/>
                </a:solidFill>
                <a:latin typeface="Montserrat" pitchFamily="2" charset="77"/>
              </a:rPr>
              <a:t>David Zorrilla Sanchez</a:t>
            </a:r>
          </a:p>
          <a:p>
            <a:pPr algn="ctr">
              <a:defRPr/>
            </a:pPr>
            <a:r>
              <a:rPr lang="en-US" sz="1100" i="1">
                <a:solidFill>
                  <a:srgbClr val="171819"/>
                </a:solidFill>
                <a:latin typeface="Montserrat" pitchFamily="2" charset="77"/>
                <a:cs typeface="Poppins"/>
              </a:rPr>
              <a:t>NTTDATA US</a:t>
            </a:r>
          </a:p>
        </p:txBody>
      </p:sp>
      <p:pic>
        <p:nvPicPr>
          <p:cNvPr id="144" name="Picture 10" descr="Profile photo of David Zorrilla">
            <a:extLst>
              <a:ext uri="{FF2B5EF4-FFF2-40B4-BE49-F238E27FC236}">
                <a16:creationId xmlns:a16="http://schemas.microsoft.com/office/drawing/2014/main" id="{70E88AA7-33A7-DFF3-FAC5-2AB5CEC73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507" y="4147024"/>
            <a:ext cx="1114506" cy="1114506"/>
          </a:xfrm>
          <a:prstGeom prst="ellipse">
            <a:avLst/>
          </a:prstGeom>
          <a:noFill/>
          <a:ln w="28575">
            <a:solidFill>
              <a:srgbClr val="3585F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4D0FCD-3F52-17DA-33F7-A46AD01E98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37414" y="1297393"/>
            <a:ext cx="1190454" cy="119045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58337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004ED-CB91-98AA-2500-76110070A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E4BE9AD2-FEE0-D00C-D5D1-F71CF9F87D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E4BE9AD2-FEE0-D00C-D5D1-F71CF9F87D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20672627-733D-A8C0-A0A7-ADDBFF5D71F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324EEC93-86BF-2D7A-E454-4CB3FBF7998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200" noProof="0">
                <a:solidFill>
                  <a:schemeClr val="tx1"/>
                </a:solidFill>
                <a:latin typeface="+mn-lt"/>
              </a:rPr>
              <a:t>Introduction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C6FD55C2-EDAD-4CC7-749F-A584C928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" y="450009"/>
            <a:ext cx="5748956" cy="342471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n-lt"/>
              </a:rPr>
              <a:t>CONTEXT AND SESSSION OBJECTIVES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A1EFF9A-48E1-E885-A880-89C9D55E15BC}"/>
              </a:ext>
            </a:extLst>
          </p:cNvPr>
          <p:cNvSpPr txBox="1"/>
          <p:nvPr/>
        </p:nvSpPr>
        <p:spPr>
          <a:xfrm>
            <a:off x="365760" y="1304935"/>
            <a:ext cx="6096000" cy="55092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600" noProof="0"/>
              <a:t>Digital Products is facing </a:t>
            </a:r>
            <a:r>
              <a:rPr lang="en-US" sz="1600" b="1" noProof="0"/>
              <a:t>rapid growth while lacking a defined end-to-end operating model</a:t>
            </a:r>
            <a:r>
              <a:rPr lang="en-US" sz="1600" noProof="0"/>
              <a:t>, resulting in:</a:t>
            </a:r>
          </a:p>
          <a:p>
            <a:pPr marL="285750" indent="-285750">
              <a:buFont typeface="Noto Sans" panose="020B0502040504020204" pitchFamily="34" charset="0"/>
              <a:buChar char="‒"/>
            </a:pPr>
            <a:r>
              <a:rPr lang="en-US" sz="1600" noProof="0"/>
              <a:t>Operational </a:t>
            </a:r>
            <a:r>
              <a:rPr lang="en-US" sz="1600" b="1" noProof="0"/>
              <a:t>fragmentation</a:t>
            </a:r>
          </a:p>
          <a:p>
            <a:pPr marL="285750" indent="-285750">
              <a:buFont typeface="Noto Sans" panose="020B0502040504020204" pitchFamily="34" charset="0"/>
              <a:buChar char="‒"/>
            </a:pPr>
            <a:r>
              <a:rPr lang="en-US" sz="1600" b="1" noProof="0"/>
              <a:t>Reactive decision-making </a:t>
            </a:r>
            <a:r>
              <a:rPr lang="en-US" sz="1600" noProof="0"/>
              <a:t>without standardized value criteria</a:t>
            </a:r>
          </a:p>
          <a:p>
            <a:pPr marL="285750" indent="-285750">
              <a:buFont typeface="Noto Sans" panose="020B0502040504020204" pitchFamily="34" charset="0"/>
              <a:buChar char="‒"/>
            </a:pPr>
            <a:r>
              <a:rPr lang="en-US" sz="1600" noProof="0"/>
              <a:t>A </a:t>
            </a:r>
            <a:r>
              <a:rPr lang="en-US" sz="1600" b="1" noProof="0"/>
              <a:t>disconnected tool ecosystem </a:t>
            </a:r>
            <a:r>
              <a:rPr lang="en-US" sz="1600" noProof="0"/>
              <a:t>where intake, execution, and reporting are not integrated. </a:t>
            </a:r>
          </a:p>
          <a:p>
            <a:endParaRPr lang="en-US" sz="1600" noProof="0"/>
          </a:p>
          <a:p>
            <a:r>
              <a:rPr lang="en-US" sz="1600" noProof="0"/>
              <a:t>This leads to </a:t>
            </a:r>
            <a:r>
              <a:rPr lang="en-US" sz="1600" b="1" noProof="0"/>
              <a:t>limited portfolio visibility</a:t>
            </a:r>
            <a:r>
              <a:rPr lang="en-US" sz="1600" noProof="0"/>
              <a:t>, </a:t>
            </a:r>
            <a:r>
              <a:rPr lang="en-US" sz="1600" b="1" noProof="0"/>
              <a:t>inefficient resource allocation</a:t>
            </a:r>
            <a:r>
              <a:rPr lang="en-US" sz="1600" noProof="0"/>
              <a:t>, and an </a:t>
            </a:r>
            <a:r>
              <a:rPr lang="en-US" sz="1600" b="1" noProof="0"/>
              <a:t>inability to trace business value </a:t>
            </a:r>
            <a:r>
              <a:rPr lang="en-US" sz="1600" noProof="0"/>
              <a:t>from request to delivery. </a:t>
            </a:r>
          </a:p>
          <a:p>
            <a:endParaRPr lang="en-US" sz="1600" noProof="0"/>
          </a:p>
          <a:p>
            <a:r>
              <a:rPr lang="en-US" sz="1600" noProof="0"/>
              <a:t>To address these challenges, a focused 14-week transformation program is proposed to </a:t>
            </a:r>
            <a:r>
              <a:rPr lang="en-US" sz="1600" b="1" noProof="0"/>
              <a:t>design and implement a unified, value-driven operating model</a:t>
            </a:r>
            <a:r>
              <a:rPr lang="en-US" sz="1600" noProof="0"/>
              <a:t>, including:</a:t>
            </a:r>
          </a:p>
          <a:p>
            <a:endParaRPr lang="en-US" sz="1600" noProof="0"/>
          </a:p>
          <a:p>
            <a:endParaRPr lang="en-US" sz="1600" noProof="0"/>
          </a:p>
          <a:p>
            <a:endParaRPr lang="en-US" sz="1600" noProof="0"/>
          </a:p>
          <a:p>
            <a:endParaRPr lang="en-US" sz="1600" noProof="0"/>
          </a:p>
          <a:p>
            <a:endParaRPr lang="en-US" sz="1600" noProof="0"/>
          </a:p>
          <a:p>
            <a:endParaRPr lang="en-US" sz="1600" noProof="0"/>
          </a:p>
          <a:p>
            <a:endParaRPr lang="en-US" sz="1600" noProof="0"/>
          </a:p>
          <a:p>
            <a:r>
              <a:rPr lang="en-US" sz="1600" noProof="0"/>
              <a:t>All validated through a real pilot execution that will eventually set the stage for a scalable expansion.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E2C29CD-D306-CED9-8E7D-B93ED247A93A}"/>
              </a:ext>
            </a:extLst>
          </p:cNvPr>
          <p:cNvSpPr/>
          <p:nvPr/>
        </p:nvSpPr>
        <p:spPr>
          <a:xfrm>
            <a:off x="413218" y="4833618"/>
            <a:ext cx="2204751" cy="6197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r>
              <a:rPr lang="en-US" sz="1600" b="1" noProof="0"/>
              <a:t>Standardized</a:t>
            </a:r>
          </a:p>
          <a:p>
            <a:r>
              <a:rPr lang="en-US" sz="1600" b="1" noProof="0"/>
              <a:t>Product Lifecycle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F1E3097-985A-55A8-D73F-9F3F554CBD20}"/>
              </a:ext>
            </a:extLst>
          </p:cNvPr>
          <p:cNvSpPr/>
          <p:nvPr/>
        </p:nvSpPr>
        <p:spPr>
          <a:xfrm>
            <a:off x="2312800" y="5483314"/>
            <a:ext cx="2204751" cy="6197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r>
              <a:rPr lang="en-US" sz="1600" b="1" noProof="0"/>
              <a:t>Prioritization framework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BD84F97-7B2A-BA5A-C6D8-954900401029}"/>
              </a:ext>
            </a:extLst>
          </p:cNvPr>
          <p:cNvSpPr/>
          <p:nvPr/>
        </p:nvSpPr>
        <p:spPr>
          <a:xfrm>
            <a:off x="4219185" y="4731474"/>
            <a:ext cx="2204751" cy="6197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r>
              <a:rPr lang="en-US" sz="1600" b="1" noProof="0"/>
              <a:t>Integrated tool ecosystem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462DC46-B84E-7D44-34E2-1689E1784F35}"/>
              </a:ext>
            </a:extLst>
          </p:cNvPr>
          <p:cNvSpPr/>
          <p:nvPr/>
        </p:nvSpPr>
        <p:spPr>
          <a:xfrm>
            <a:off x="6610628" y="927881"/>
            <a:ext cx="124356" cy="56967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C461335-1285-BF3C-7964-36A89E39A9BE}"/>
              </a:ext>
            </a:extLst>
          </p:cNvPr>
          <p:cNvSpPr txBox="1"/>
          <p:nvPr/>
        </p:nvSpPr>
        <p:spPr>
          <a:xfrm>
            <a:off x="8164878" y="1468052"/>
            <a:ext cx="3821777" cy="47059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noProof="0">
                <a:ln>
                  <a:noFill/>
                </a:ln>
                <a:solidFill>
                  <a:schemeClr val="accent2"/>
                </a:solidFill>
                <a:effectLst/>
                <a:latin typeface="+mj-lt"/>
              </a:rPr>
              <a:t>Review the workplan:</a:t>
            </a:r>
            <a:r>
              <a:rPr kumimoji="0" lang="en-US" sz="1600" b="0" i="0" u="none" strike="noStrike" cap="none" normalizeH="0" baseline="0" noProof="0">
                <a:ln>
                  <a:noFill/>
                </a:ln>
                <a:solidFill>
                  <a:schemeClr val="accent2"/>
                </a:solidFill>
                <a:effectLst/>
                <a:latin typeface="+mj-lt"/>
              </a:rPr>
              <a:t> </a:t>
            </a:r>
            <a:r>
              <a:rPr kumimoji="0" lang="en-US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Align on the overall approach and </a:t>
            </a:r>
            <a:r>
              <a:rPr kumimoji="0" lang="en-US" sz="1600" b="1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confirm the sessions required during the first two weeks of the project </a:t>
            </a:r>
            <a:r>
              <a:rPr kumimoji="0" lang="en-US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ensure effective execution of the discovery and baseline phase.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600" noProof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noProof="0">
                <a:ln>
                  <a:noFill/>
                </a:ln>
                <a:solidFill>
                  <a:schemeClr val="accent2"/>
                </a:solidFill>
                <a:effectLst/>
                <a:latin typeface="+mj-lt"/>
              </a:rPr>
              <a:t>Validate the RFI:</a:t>
            </a:r>
            <a:r>
              <a:rPr kumimoji="0" lang="en-US" sz="1600" b="0" i="0" u="none" strike="noStrike" cap="none" normalizeH="0" baseline="0" noProof="0">
                <a:ln>
                  <a:noFill/>
                </a:ln>
                <a:solidFill>
                  <a:schemeClr val="accent2"/>
                </a:solidFill>
                <a:effectLst/>
                <a:latin typeface="+mj-lt"/>
              </a:rPr>
              <a:t> </a:t>
            </a:r>
            <a:r>
              <a:rPr kumimoji="0" lang="en-US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Review and </a:t>
            </a:r>
            <a:r>
              <a:rPr kumimoji="0" lang="en-US" sz="1600" b="1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align on the documentation and information required </a:t>
            </a:r>
            <a:r>
              <a:rPr kumimoji="0" lang="en-US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from </a:t>
            </a:r>
            <a:r>
              <a:rPr lang="en-US" sz="1600" noProof="0">
                <a:latin typeface="+mj-lt"/>
              </a:rPr>
              <a:t>Avangrid </a:t>
            </a:r>
            <a:r>
              <a:rPr kumimoji="0" lang="en-US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successfully initiate the project and support the current state assessment.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600" noProof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noProof="0">
                <a:solidFill>
                  <a:schemeClr val="accent2"/>
                </a:solidFill>
                <a:latin typeface="+mj-lt"/>
              </a:rPr>
              <a:t>Identify reusable assets: </a:t>
            </a:r>
            <a:r>
              <a:rPr kumimoji="0" lang="en-US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Align on which </a:t>
            </a:r>
            <a:r>
              <a:rPr kumimoji="0" lang="en-US" sz="1600" b="1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deliverables and artifacts from previous initiatives can be leveraged to accelerate progress </a:t>
            </a:r>
            <a:r>
              <a:rPr kumimoji="0" lang="en-US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and avoid duplication of effort. </a:t>
            </a:r>
            <a:endParaRPr lang="en-US" sz="1600" noProof="0">
              <a:latin typeface="+mj-lt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D629FD93-4D30-4865-BDA5-4988B8551C8B}"/>
              </a:ext>
            </a:extLst>
          </p:cNvPr>
          <p:cNvSpPr txBox="1">
            <a:spLocks/>
          </p:cNvSpPr>
          <p:nvPr/>
        </p:nvSpPr>
        <p:spPr>
          <a:xfrm>
            <a:off x="381253" y="901421"/>
            <a:ext cx="5748956" cy="342471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1600" b="1" i="0" kern="1200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5pPr>
            <a:lvl6pPr marL="91427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6pPr>
            <a:lvl7pPr marL="182854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7pPr>
            <a:lvl8pPr marL="274282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8pPr>
            <a:lvl9pPr marL="365709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r>
              <a:rPr lang="en-US" sz="2000" u="sng" noProof="0">
                <a:solidFill>
                  <a:schemeClr val="accent5"/>
                </a:solidFill>
                <a:latin typeface="+mn-lt"/>
              </a:rPr>
              <a:t>PROJECT CONTEXT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ABA1DD1E-32CE-B543-F3D5-552259E159A4}"/>
              </a:ext>
            </a:extLst>
          </p:cNvPr>
          <p:cNvSpPr txBox="1">
            <a:spLocks/>
          </p:cNvSpPr>
          <p:nvPr/>
        </p:nvSpPr>
        <p:spPr>
          <a:xfrm>
            <a:off x="7698299" y="901421"/>
            <a:ext cx="3245136" cy="342471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1600" b="1" i="0" kern="1200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5pPr>
            <a:lvl6pPr marL="91427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6pPr>
            <a:lvl7pPr marL="182854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7pPr>
            <a:lvl8pPr marL="274282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8pPr>
            <a:lvl9pPr marL="365709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r>
              <a:rPr lang="en-US" sz="2000" u="sng" noProof="0">
                <a:solidFill>
                  <a:schemeClr val="accent5"/>
                </a:solidFill>
                <a:latin typeface="+mn-lt"/>
              </a:rPr>
              <a:t>OBJECTIVES FOR TODAY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500D4D7-8CFF-08E3-F202-764FC50D18BB}"/>
              </a:ext>
            </a:extLst>
          </p:cNvPr>
          <p:cNvSpPr/>
          <p:nvPr/>
        </p:nvSpPr>
        <p:spPr>
          <a:xfrm>
            <a:off x="6988387" y="1765661"/>
            <a:ext cx="991920" cy="9943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10C838B-44FB-0DCD-2AFC-35965ADA2BDD}"/>
              </a:ext>
            </a:extLst>
          </p:cNvPr>
          <p:cNvSpPr/>
          <p:nvPr/>
        </p:nvSpPr>
        <p:spPr>
          <a:xfrm>
            <a:off x="6988387" y="3443991"/>
            <a:ext cx="991920" cy="9943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4C74831-F829-5DD6-71BF-853ACCEEE8BB}"/>
              </a:ext>
            </a:extLst>
          </p:cNvPr>
          <p:cNvSpPr/>
          <p:nvPr/>
        </p:nvSpPr>
        <p:spPr>
          <a:xfrm>
            <a:off x="6988387" y="5064447"/>
            <a:ext cx="991920" cy="9943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9" name="Gráfico 18" descr="Círculos con flechas con relleno sólido">
            <a:extLst>
              <a:ext uri="{FF2B5EF4-FFF2-40B4-BE49-F238E27FC236}">
                <a16:creationId xmlns:a16="http://schemas.microsoft.com/office/drawing/2014/main" id="{142BE3DB-A771-420D-460F-432F37CE4B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68711" y="5146001"/>
            <a:ext cx="831273" cy="831273"/>
          </a:xfrm>
          <a:prstGeom prst="rect">
            <a:avLst/>
          </a:prstGeom>
        </p:spPr>
      </p:pic>
      <p:pic>
        <p:nvPicPr>
          <p:cNvPr id="21" name="Gráfico 20" descr="Búsqueda de carpetas con relleno sólido">
            <a:extLst>
              <a:ext uri="{FF2B5EF4-FFF2-40B4-BE49-F238E27FC236}">
                <a16:creationId xmlns:a16="http://schemas.microsoft.com/office/drawing/2014/main" id="{598EE599-4071-8702-37F7-21623D90CD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68711" y="3525545"/>
            <a:ext cx="831273" cy="831273"/>
          </a:xfrm>
          <a:prstGeom prst="rect">
            <a:avLst/>
          </a:prstGeom>
        </p:spPr>
      </p:pic>
      <p:pic>
        <p:nvPicPr>
          <p:cNvPr id="23" name="Gráfico 22" descr="Reseña de cliente con relleno sólido">
            <a:extLst>
              <a:ext uri="{FF2B5EF4-FFF2-40B4-BE49-F238E27FC236}">
                <a16:creationId xmlns:a16="http://schemas.microsoft.com/office/drawing/2014/main" id="{93C991C8-9653-C476-AE3D-0FF69EEF8F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40846" y="1919350"/>
            <a:ext cx="687003" cy="687003"/>
          </a:xfrm>
          <a:prstGeom prst="rect">
            <a:avLst/>
          </a:prstGeom>
        </p:spPr>
      </p:pic>
      <p:pic>
        <p:nvPicPr>
          <p:cNvPr id="26" name="Gráfico 25" descr="Diamante con relleno sólido">
            <a:extLst>
              <a:ext uri="{FF2B5EF4-FFF2-40B4-BE49-F238E27FC236}">
                <a16:creationId xmlns:a16="http://schemas.microsoft.com/office/drawing/2014/main" id="{F6819F74-5C95-8FC5-69A2-8522CB348A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38297" y="5504936"/>
            <a:ext cx="567771" cy="567771"/>
          </a:xfrm>
          <a:prstGeom prst="rect">
            <a:avLst/>
          </a:prstGeom>
        </p:spPr>
      </p:pic>
      <p:pic>
        <p:nvPicPr>
          <p:cNvPr id="28" name="Gráfico 27" descr="Sistema solar con relleno sólido">
            <a:extLst>
              <a:ext uri="{FF2B5EF4-FFF2-40B4-BE49-F238E27FC236}">
                <a16:creationId xmlns:a16="http://schemas.microsoft.com/office/drawing/2014/main" id="{0B819E68-1535-9653-7054-E894C1776D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28444" y="4744481"/>
            <a:ext cx="606180" cy="606180"/>
          </a:xfrm>
          <a:prstGeom prst="rect">
            <a:avLst/>
          </a:prstGeom>
        </p:spPr>
      </p:pic>
      <p:pic>
        <p:nvPicPr>
          <p:cNvPr id="30" name="Gráfico 29" descr="Mejora continua con relleno sólido">
            <a:extLst>
              <a:ext uri="{FF2B5EF4-FFF2-40B4-BE49-F238E27FC236}">
                <a16:creationId xmlns:a16="http://schemas.microsoft.com/office/drawing/2014/main" id="{F1C2F326-439B-2D09-A346-F79CAAADE8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3868" y="4711679"/>
            <a:ext cx="624548" cy="62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95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D2245-7BA2-9CF7-13D6-209FC4E8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A8816-C95C-D823-61E0-6DA534D9A6AC}"/>
              </a:ext>
            </a:extLst>
          </p:cNvPr>
          <p:cNvSpPr txBox="1">
            <a:spLocks/>
          </p:cNvSpPr>
          <p:nvPr/>
        </p:nvSpPr>
        <p:spPr>
          <a:xfrm>
            <a:off x="428820" y="349057"/>
            <a:ext cx="9289413" cy="1923891"/>
          </a:xfrm>
          <a:prstGeom prst="rect">
            <a:avLst/>
          </a:prstGeom>
        </p:spPr>
        <p:txBody>
          <a:bodyPr lIns="0" tIns="45720" rIns="91440" bIns="45720" anchor="t">
            <a:normAutofit/>
          </a:bodyPr>
          <a:lstStyle>
            <a:lvl1pPr marL="0" indent="0" algn="l" defTabSz="331171" rtl="0" eaLnBrk="1" fontAlgn="base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Tx/>
              <a:buNone/>
              <a:defRPr sz="7000" b="1" i="0" kern="1200" spc="-150">
                <a:solidFill>
                  <a:schemeClr val="bg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tabLst/>
              <a:defRPr sz="1100" b="1" i="0" kern="1200">
                <a:solidFill>
                  <a:schemeClr val="accent1"/>
                </a:solidFill>
                <a:latin typeface="+mn-lt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111125" indent="-10795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231775" indent="-115888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357188" indent="-1206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154769" indent="-142863" algn="l" defTabSz="182854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5942783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057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1331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31171" rtl="0" eaLnBrk="1" fontAlgn="base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3A3734"/>
              </a:buClr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-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erPangea Text"/>
                <a:ea typeface="IberPangea Text" panose="020B0404000000000000" pitchFamily="34" charset="0"/>
                <a:cs typeface="IberPangea Text" panose="020B0404000000000000" pitchFamily="34" charset="0"/>
              </a:rPr>
              <a:t>index</a:t>
            </a:r>
            <a:endParaRPr kumimoji="0" lang="en-US" sz="7000" b="1" i="0" u="none" strike="noStrike" kern="1200" cap="none" spc="-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erPangea Text"/>
              <a:ea typeface="IberPangea Text" panose="020B0404000000000000" pitchFamily="34" charset="0"/>
              <a:cs typeface="IberPangea Text" panose="020B0404000000000000" pitchFamily="34" charset="0"/>
            </a:endParaRPr>
          </a:p>
        </p:txBody>
      </p:sp>
      <p:sp>
        <p:nvSpPr>
          <p:cNvPr id="2" name="Freeform: Shape 17 - 3">
            <a:extLst>
              <a:ext uri="{FF2B5EF4-FFF2-40B4-BE49-F238E27FC236}">
                <a16:creationId xmlns:a16="http://schemas.microsoft.com/office/drawing/2014/main" id="{A2303B8C-6084-63C8-4044-D1757F43AA6B}"/>
              </a:ext>
            </a:extLst>
          </p:cNvPr>
          <p:cNvSpPr>
            <a:spLocks noChangeAspect="1"/>
          </p:cNvSpPr>
          <p:nvPr/>
        </p:nvSpPr>
        <p:spPr>
          <a:xfrm>
            <a:off x="862099" y="1576254"/>
            <a:ext cx="10599549" cy="916571"/>
          </a:xfrm>
          <a:custGeom>
            <a:avLst/>
            <a:gdLst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2044253 h 3597277"/>
              <a:gd name="connsiteX9" fmla="*/ 0 w 2044253"/>
              <a:gd name="connsiteY9" fmla="*/ 1997421 h 3597277"/>
              <a:gd name="connsiteX10" fmla="*/ 0 w 2044253"/>
              <a:gd name="connsiteY10" fmla="*/ 817701 h 3597277"/>
              <a:gd name="connsiteX11" fmla="*/ 0 w 2044253"/>
              <a:gd name="connsiteY11" fmla="*/ 817673 h 3597277"/>
              <a:gd name="connsiteX12" fmla="*/ 0 w 2044253"/>
              <a:gd name="connsiteY12" fmla="*/ 815712 h 3597277"/>
              <a:gd name="connsiteX13" fmla="*/ 13200 w 2044253"/>
              <a:gd name="connsiteY13" fmla="*/ 693736 h 3597277"/>
              <a:gd name="connsiteX14" fmla="*/ 766962 w 2044253"/>
              <a:gd name="connsiteY14" fmla="*/ 375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817701 h 3597277"/>
              <a:gd name="connsiteX9" fmla="*/ 0 w 2044253"/>
              <a:gd name="connsiteY9" fmla="*/ 817673 h 3597277"/>
              <a:gd name="connsiteX10" fmla="*/ 0 w 2044253"/>
              <a:gd name="connsiteY10" fmla="*/ 815712 h 3597277"/>
              <a:gd name="connsiteX11" fmla="*/ 13200 w 2044253"/>
              <a:gd name="connsiteY11" fmla="*/ 693736 h 3597277"/>
              <a:gd name="connsiteX12" fmla="*/ 766962 w 2044253"/>
              <a:gd name="connsiteY12" fmla="*/ 375 h 3597277"/>
              <a:gd name="connsiteX13" fmla="*/ 802731 w 2044253"/>
              <a:gd name="connsiteY13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3597277 h 3597277"/>
              <a:gd name="connsiteX6" fmla="*/ 0 w 2044253"/>
              <a:gd name="connsiteY6" fmla="*/ 3597277 h 3597277"/>
              <a:gd name="connsiteX7" fmla="*/ 0 w 2044253"/>
              <a:gd name="connsiteY7" fmla="*/ 817701 h 3597277"/>
              <a:gd name="connsiteX8" fmla="*/ 0 w 2044253"/>
              <a:gd name="connsiteY8" fmla="*/ 817673 h 3597277"/>
              <a:gd name="connsiteX9" fmla="*/ 0 w 2044253"/>
              <a:gd name="connsiteY9" fmla="*/ 815712 h 3597277"/>
              <a:gd name="connsiteX10" fmla="*/ 13200 w 2044253"/>
              <a:gd name="connsiteY10" fmla="*/ 693736 h 3597277"/>
              <a:gd name="connsiteX11" fmla="*/ 766962 w 2044253"/>
              <a:gd name="connsiteY11" fmla="*/ 375 h 3597277"/>
              <a:gd name="connsiteX12" fmla="*/ 802731 w 2044253"/>
              <a:gd name="connsiteY12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3597277 h 3597277"/>
              <a:gd name="connsiteX5" fmla="*/ 0 w 2044253"/>
              <a:gd name="connsiteY5" fmla="*/ 3597277 h 3597277"/>
              <a:gd name="connsiteX6" fmla="*/ 0 w 2044253"/>
              <a:gd name="connsiteY6" fmla="*/ 817701 h 3597277"/>
              <a:gd name="connsiteX7" fmla="*/ 0 w 2044253"/>
              <a:gd name="connsiteY7" fmla="*/ 817673 h 3597277"/>
              <a:gd name="connsiteX8" fmla="*/ 0 w 2044253"/>
              <a:gd name="connsiteY8" fmla="*/ 815712 h 3597277"/>
              <a:gd name="connsiteX9" fmla="*/ 13200 w 2044253"/>
              <a:gd name="connsiteY9" fmla="*/ 693736 h 3597277"/>
              <a:gd name="connsiteX10" fmla="*/ 766962 w 2044253"/>
              <a:gd name="connsiteY10" fmla="*/ 375 h 3597277"/>
              <a:gd name="connsiteX11" fmla="*/ 802731 w 2044253"/>
              <a:gd name="connsiteY11" fmla="*/ 0 h 3597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44253" h="3597277">
                <a:moveTo>
                  <a:pt x="802731" y="0"/>
                </a:moveTo>
                <a:lnTo>
                  <a:pt x="809510" y="78"/>
                </a:lnTo>
                <a:lnTo>
                  <a:pt x="809510" y="0"/>
                </a:lnTo>
                <a:lnTo>
                  <a:pt x="2044253" y="0"/>
                </a:lnTo>
                <a:lnTo>
                  <a:pt x="2044253" y="3597277"/>
                </a:lnTo>
                <a:lnTo>
                  <a:pt x="0" y="3597277"/>
                </a:lnTo>
                <a:lnTo>
                  <a:pt x="0" y="817701"/>
                </a:lnTo>
                <a:lnTo>
                  <a:pt x="0" y="817673"/>
                </a:lnTo>
                <a:lnTo>
                  <a:pt x="0" y="815712"/>
                </a:lnTo>
                <a:cubicBezTo>
                  <a:pt x="1696" y="756122"/>
                  <a:pt x="8801" y="734395"/>
                  <a:pt x="13200" y="693736"/>
                </a:cubicBezTo>
                <a:cubicBezTo>
                  <a:pt x="97485" y="115275"/>
                  <a:pt x="449311" y="375"/>
                  <a:pt x="766962" y="375"/>
                </a:cubicBezTo>
                <a:lnTo>
                  <a:pt x="802731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b="1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PROJECT PLAN AND KEY NEXT STEPS</a:t>
            </a:r>
          </a:p>
        </p:txBody>
      </p:sp>
      <p:sp>
        <p:nvSpPr>
          <p:cNvPr id="4" name="Freeform: Shape 17 - 3">
            <a:extLst>
              <a:ext uri="{FF2B5EF4-FFF2-40B4-BE49-F238E27FC236}">
                <a16:creationId xmlns:a16="http://schemas.microsoft.com/office/drawing/2014/main" id="{2CEC4522-02C8-AEB7-904E-A4B47520E19C}"/>
              </a:ext>
            </a:extLst>
          </p:cNvPr>
          <p:cNvSpPr>
            <a:spLocks noChangeAspect="1"/>
          </p:cNvSpPr>
          <p:nvPr/>
        </p:nvSpPr>
        <p:spPr>
          <a:xfrm>
            <a:off x="862099" y="2745297"/>
            <a:ext cx="10599549" cy="916571"/>
          </a:xfrm>
          <a:custGeom>
            <a:avLst/>
            <a:gdLst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2044253 h 3597277"/>
              <a:gd name="connsiteX9" fmla="*/ 0 w 2044253"/>
              <a:gd name="connsiteY9" fmla="*/ 1997421 h 3597277"/>
              <a:gd name="connsiteX10" fmla="*/ 0 w 2044253"/>
              <a:gd name="connsiteY10" fmla="*/ 817701 h 3597277"/>
              <a:gd name="connsiteX11" fmla="*/ 0 w 2044253"/>
              <a:gd name="connsiteY11" fmla="*/ 817673 h 3597277"/>
              <a:gd name="connsiteX12" fmla="*/ 0 w 2044253"/>
              <a:gd name="connsiteY12" fmla="*/ 815712 h 3597277"/>
              <a:gd name="connsiteX13" fmla="*/ 13200 w 2044253"/>
              <a:gd name="connsiteY13" fmla="*/ 693736 h 3597277"/>
              <a:gd name="connsiteX14" fmla="*/ 766962 w 2044253"/>
              <a:gd name="connsiteY14" fmla="*/ 375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817701 h 3597277"/>
              <a:gd name="connsiteX9" fmla="*/ 0 w 2044253"/>
              <a:gd name="connsiteY9" fmla="*/ 817673 h 3597277"/>
              <a:gd name="connsiteX10" fmla="*/ 0 w 2044253"/>
              <a:gd name="connsiteY10" fmla="*/ 815712 h 3597277"/>
              <a:gd name="connsiteX11" fmla="*/ 13200 w 2044253"/>
              <a:gd name="connsiteY11" fmla="*/ 693736 h 3597277"/>
              <a:gd name="connsiteX12" fmla="*/ 766962 w 2044253"/>
              <a:gd name="connsiteY12" fmla="*/ 375 h 3597277"/>
              <a:gd name="connsiteX13" fmla="*/ 802731 w 2044253"/>
              <a:gd name="connsiteY13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3597277 h 3597277"/>
              <a:gd name="connsiteX6" fmla="*/ 0 w 2044253"/>
              <a:gd name="connsiteY6" fmla="*/ 3597277 h 3597277"/>
              <a:gd name="connsiteX7" fmla="*/ 0 w 2044253"/>
              <a:gd name="connsiteY7" fmla="*/ 817701 h 3597277"/>
              <a:gd name="connsiteX8" fmla="*/ 0 w 2044253"/>
              <a:gd name="connsiteY8" fmla="*/ 817673 h 3597277"/>
              <a:gd name="connsiteX9" fmla="*/ 0 w 2044253"/>
              <a:gd name="connsiteY9" fmla="*/ 815712 h 3597277"/>
              <a:gd name="connsiteX10" fmla="*/ 13200 w 2044253"/>
              <a:gd name="connsiteY10" fmla="*/ 693736 h 3597277"/>
              <a:gd name="connsiteX11" fmla="*/ 766962 w 2044253"/>
              <a:gd name="connsiteY11" fmla="*/ 375 h 3597277"/>
              <a:gd name="connsiteX12" fmla="*/ 802731 w 2044253"/>
              <a:gd name="connsiteY12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3597277 h 3597277"/>
              <a:gd name="connsiteX5" fmla="*/ 0 w 2044253"/>
              <a:gd name="connsiteY5" fmla="*/ 3597277 h 3597277"/>
              <a:gd name="connsiteX6" fmla="*/ 0 w 2044253"/>
              <a:gd name="connsiteY6" fmla="*/ 817701 h 3597277"/>
              <a:gd name="connsiteX7" fmla="*/ 0 w 2044253"/>
              <a:gd name="connsiteY7" fmla="*/ 817673 h 3597277"/>
              <a:gd name="connsiteX8" fmla="*/ 0 w 2044253"/>
              <a:gd name="connsiteY8" fmla="*/ 815712 h 3597277"/>
              <a:gd name="connsiteX9" fmla="*/ 13200 w 2044253"/>
              <a:gd name="connsiteY9" fmla="*/ 693736 h 3597277"/>
              <a:gd name="connsiteX10" fmla="*/ 766962 w 2044253"/>
              <a:gd name="connsiteY10" fmla="*/ 375 h 3597277"/>
              <a:gd name="connsiteX11" fmla="*/ 802731 w 2044253"/>
              <a:gd name="connsiteY11" fmla="*/ 0 h 3597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44253" h="3597277">
                <a:moveTo>
                  <a:pt x="802731" y="0"/>
                </a:moveTo>
                <a:lnTo>
                  <a:pt x="809510" y="78"/>
                </a:lnTo>
                <a:lnTo>
                  <a:pt x="809510" y="0"/>
                </a:lnTo>
                <a:lnTo>
                  <a:pt x="2044253" y="0"/>
                </a:lnTo>
                <a:lnTo>
                  <a:pt x="2044253" y="3597277"/>
                </a:lnTo>
                <a:lnTo>
                  <a:pt x="0" y="3597277"/>
                </a:lnTo>
                <a:lnTo>
                  <a:pt x="0" y="817701"/>
                </a:lnTo>
                <a:lnTo>
                  <a:pt x="0" y="817673"/>
                </a:lnTo>
                <a:lnTo>
                  <a:pt x="0" y="815712"/>
                </a:lnTo>
                <a:cubicBezTo>
                  <a:pt x="1696" y="756122"/>
                  <a:pt x="8801" y="734395"/>
                  <a:pt x="13200" y="693736"/>
                </a:cubicBezTo>
                <a:cubicBezTo>
                  <a:pt x="97485" y="115275"/>
                  <a:pt x="449311" y="375"/>
                  <a:pt x="766962" y="375"/>
                </a:cubicBezTo>
                <a:lnTo>
                  <a:pt x="802731" y="0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b="1" noProof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REQUEST FOR INFORMATION</a:t>
            </a:r>
          </a:p>
        </p:txBody>
      </p:sp>
    </p:spTree>
    <p:extLst>
      <p:ext uri="{BB962C8B-B14F-4D97-AF65-F5344CB8AC3E}">
        <p14:creationId xmlns:p14="http://schemas.microsoft.com/office/powerpoint/2010/main" val="3337422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BCC25-6D15-7C22-6A67-48B9DDDE6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rupo 237">
            <a:extLst>
              <a:ext uri="{FF2B5EF4-FFF2-40B4-BE49-F238E27FC236}">
                <a16:creationId xmlns:a16="http://schemas.microsoft.com/office/drawing/2014/main" id="{0810A747-CB67-CE93-F400-C51802C8C9D6}"/>
              </a:ext>
            </a:extLst>
          </p:cNvPr>
          <p:cNvGrpSpPr/>
          <p:nvPr/>
        </p:nvGrpSpPr>
        <p:grpSpPr>
          <a:xfrm>
            <a:off x="370027" y="4629870"/>
            <a:ext cx="11401426" cy="1608881"/>
            <a:chOff x="370027" y="5074920"/>
            <a:chExt cx="3905402" cy="4993945"/>
          </a:xfrm>
        </p:grpSpPr>
        <p:sp>
          <p:nvSpPr>
            <p:cNvPr id="235" name="Shape 34">
              <a:extLst>
                <a:ext uri="{FF2B5EF4-FFF2-40B4-BE49-F238E27FC236}">
                  <a16:creationId xmlns:a16="http://schemas.microsoft.com/office/drawing/2014/main" id="{E6809F9E-755C-B51F-3FBD-58D88A805B55}"/>
                </a:ext>
              </a:extLst>
            </p:cNvPr>
            <p:cNvSpPr/>
            <p:nvPr/>
          </p:nvSpPr>
          <p:spPr>
            <a:xfrm>
              <a:off x="370027" y="5115560"/>
              <a:ext cx="3905402" cy="4953305"/>
            </a:xfrm>
            <a:prstGeom prst="roundRect">
              <a:avLst>
                <a:gd name="adj" fmla="val 1371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uLnTx/>
                <a:uFillTx/>
                <a:latin typeface="+mj-lt"/>
              </a:endParaRPr>
            </a:p>
          </p:txBody>
        </p:sp>
        <p:sp>
          <p:nvSpPr>
            <p:cNvPr id="237" name="Shape 35">
              <a:extLst>
                <a:ext uri="{FF2B5EF4-FFF2-40B4-BE49-F238E27FC236}">
                  <a16:creationId xmlns:a16="http://schemas.microsoft.com/office/drawing/2014/main" id="{0FC112E7-9A1B-EEE6-8F61-4907FEBEC86A}"/>
                </a:ext>
              </a:extLst>
            </p:cNvPr>
            <p:cNvSpPr/>
            <p:nvPr/>
          </p:nvSpPr>
          <p:spPr>
            <a:xfrm>
              <a:off x="370027" y="5074920"/>
              <a:ext cx="3905402" cy="57607"/>
            </a:xfrm>
            <a:prstGeom prst="roundRect">
              <a:avLst>
                <a:gd name="adj" fmla="val 92916"/>
              </a:avLst>
            </a:prstGeom>
            <a:solidFill>
              <a:schemeClr val="accent2"/>
            </a:solidFill>
            <a:ln w="12700">
              <a:solidFill>
                <a:srgbClr val="00A86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uLnTx/>
                <a:uFillTx/>
                <a:latin typeface="+mj-lt"/>
              </a:endParaRPr>
            </a:p>
          </p:txBody>
        </p:sp>
      </p:grpSp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E493DB63-07AE-49D0-71D3-9578F49871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E493DB63-07AE-49D0-71D3-9578F49871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DE8E19F1-F699-EFB7-D49A-07E001F194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5E9F0194-71FB-0C07-6BED-4184D067B4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200" noProof="0">
                <a:solidFill>
                  <a:schemeClr val="tx1"/>
                </a:solidFill>
                <a:latin typeface="+mn-lt"/>
              </a:rPr>
              <a:t>1. Project Plan &amp; Key Next Steps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CB66A93A-B9BC-29D6-E2F5-D8C77E244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" y="450009"/>
            <a:ext cx="5748956" cy="342471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n-lt"/>
              </a:rPr>
              <a:t>Project Timeline &amp; Key Deliverables </a:t>
            </a:r>
          </a:p>
        </p:txBody>
      </p:sp>
      <p:grpSp>
        <p:nvGrpSpPr>
          <p:cNvPr id="234" name="Grupo 233">
            <a:extLst>
              <a:ext uri="{FF2B5EF4-FFF2-40B4-BE49-F238E27FC236}">
                <a16:creationId xmlns:a16="http://schemas.microsoft.com/office/drawing/2014/main" id="{D37FF263-9609-7FA3-C21F-A77EE9C721EB}"/>
              </a:ext>
            </a:extLst>
          </p:cNvPr>
          <p:cNvGrpSpPr/>
          <p:nvPr/>
        </p:nvGrpSpPr>
        <p:grpSpPr>
          <a:xfrm>
            <a:off x="404106" y="1255782"/>
            <a:ext cx="11463892" cy="4148590"/>
            <a:chOff x="404106" y="960784"/>
            <a:chExt cx="11463892" cy="41485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28A16D5-4377-0B42-B7DB-8385002F7825}"/>
                </a:ext>
              </a:extLst>
            </p:cNvPr>
            <p:cNvSpPr txBox="1"/>
            <p:nvPr/>
          </p:nvSpPr>
          <p:spPr>
            <a:xfrm>
              <a:off x="6388443" y="1161535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A3734"/>
                </a:solidFill>
                <a:effectLst/>
                <a:uLnTx/>
                <a:uFillTx/>
                <a:latin typeface="+mj-lt"/>
                <a:ea typeface="IberPangea Text Light" panose="020B0404000000000000" pitchFamily="34" charset="0"/>
                <a:cs typeface="IberPangea Text Light" panose="020B0404000000000000" pitchFamily="34" charset="0"/>
              </a:endParaRPr>
            </a:p>
          </p:txBody>
        </p:sp>
        <p:sp>
          <p:nvSpPr>
            <p:cNvPr id="92" name="Shape 76">
              <a:extLst>
                <a:ext uri="{FF2B5EF4-FFF2-40B4-BE49-F238E27FC236}">
                  <a16:creationId xmlns:a16="http://schemas.microsoft.com/office/drawing/2014/main" id="{26E26046-B181-334A-9E1F-6CC8463B8F5B}"/>
                </a:ext>
              </a:extLst>
            </p:cNvPr>
            <p:cNvSpPr/>
            <p:nvPr/>
          </p:nvSpPr>
          <p:spPr>
            <a:xfrm>
              <a:off x="404106" y="960784"/>
              <a:ext cx="11383482" cy="260436"/>
            </a:xfrm>
            <a:prstGeom prst="roundRect">
              <a:avLst>
                <a:gd name="adj" fmla="val 239808"/>
              </a:avLst>
            </a:prstGeom>
            <a:solidFill>
              <a:srgbClr val="D1ED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233" name="Grupo 232">
              <a:extLst>
                <a:ext uri="{FF2B5EF4-FFF2-40B4-BE49-F238E27FC236}">
                  <a16:creationId xmlns:a16="http://schemas.microsoft.com/office/drawing/2014/main" id="{EDD387F6-E114-EC27-726E-2EF9FC8D8C81}"/>
                </a:ext>
              </a:extLst>
            </p:cNvPr>
            <p:cNvGrpSpPr/>
            <p:nvPr/>
          </p:nvGrpSpPr>
          <p:grpSpPr>
            <a:xfrm>
              <a:off x="1138427" y="987753"/>
              <a:ext cx="9914839" cy="4071928"/>
              <a:chOff x="1138427" y="987752"/>
              <a:chExt cx="9914839" cy="5130239"/>
            </a:xfrm>
          </p:grpSpPr>
          <p:sp>
            <p:nvSpPr>
              <p:cNvPr id="142" name="Shape 78">
                <a:extLst>
                  <a:ext uri="{FF2B5EF4-FFF2-40B4-BE49-F238E27FC236}">
                    <a16:creationId xmlns:a16="http://schemas.microsoft.com/office/drawing/2014/main" id="{0C812710-CCB2-807D-B728-EDA1298D1AB5}"/>
                  </a:ext>
                </a:extLst>
              </p:cNvPr>
              <p:cNvSpPr/>
              <p:nvPr/>
            </p:nvSpPr>
            <p:spPr>
              <a:xfrm>
                <a:off x="1138427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48" name="Shape 80">
                <a:extLst>
                  <a:ext uri="{FF2B5EF4-FFF2-40B4-BE49-F238E27FC236}">
                    <a16:creationId xmlns:a16="http://schemas.microsoft.com/office/drawing/2014/main" id="{9501D127-9089-7893-FD99-7B7A70DE633C}"/>
                  </a:ext>
                </a:extLst>
              </p:cNvPr>
              <p:cNvSpPr/>
              <p:nvPr/>
            </p:nvSpPr>
            <p:spPr>
              <a:xfrm>
                <a:off x="1900404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49" name="Shape 82">
                <a:extLst>
                  <a:ext uri="{FF2B5EF4-FFF2-40B4-BE49-F238E27FC236}">
                    <a16:creationId xmlns:a16="http://schemas.microsoft.com/office/drawing/2014/main" id="{D70C034F-233D-3ECE-A0A6-C8F8B95BB975}"/>
                  </a:ext>
                </a:extLst>
              </p:cNvPr>
              <p:cNvSpPr/>
              <p:nvPr/>
            </p:nvSpPr>
            <p:spPr>
              <a:xfrm>
                <a:off x="2662381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50" name="Shape 84">
                <a:extLst>
                  <a:ext uri="{FF2B5EF4-FFF2-40B4-BE49-F238E27FC236}">
                    <a16:creationId xmlns:a16="http://schemas.microsoft.com/office/drawing/2014/main" id="{44393DC0-7FE3-9469-D966-AE1F9D967D21}"/>
                  </a:ext>
                </a:extLst>
              </p:cNvPr>
              <p:cNvSpPr/>
              <p:nvPr/>
            </p:nvSpPr>
            <p:spPr>
              <a:xfrm>
                <a:off x="3424358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51" name="Shape 86">
                <a:extLst>
                  <a:ext uri="{FF2B5EF4-FFF2-40B4-BE49-F238E27FC236}">
                    <a16:creationId xmlns:a16="http://schemas.microsoft.com/office/drawing/2014/main" id="{769750BA-14B3-CDFC-B00C-94532C27238B}"/>
                  </a:ext>
                </a:extLst>
              </p:cNvPr>
              <p:cNvSpPr/>
              <p:nvPr/>
            </p:nvSpPr>
            <p:spPr>
              <a:xfrm>
                <a:off x="4186335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54" name="Shape 88">
                <a:extLst>
                  <a:ext uri="{FF2B5EF4-FFF2-40B4-BE49-F238E27FC236}">
                    <a16:creationId xmlns:a16="http://schemas.microsoft.com/office/drawing/2014/main" id="{96A0B710-D198-402F-77CE-07A50997B047}"/>
                  </a:ext>
                </a:extLst>
              </p:cNvPr>
              <p:cNvSpPr/>
              <p:nvPr/>
            </p:nvSpPr>
            <p:spPr>
              <a:xfrm>
                <a:off x="4948312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55" name="Shape 90">
                <a:extLst>
                  <a:ext uri="{FF2B5EF4-FFF2-40B4-BE49-F238E27FC236}">
                    <a16:creationId xmlns:a16="http://schemas.microsoft.com/office/drawing/2014/main" id="{2CA0B1EE-4C3E-0A44-00CD-D3C6E4CAEB15}"/>
                  </a:ext>
                </a:extLst>
              </p:cNvPr>
              <p:cNvSpPr/>
              <p:nvPr/>
            </p:nvSpPr>
            <p:spPr>
              <a:xfrm>
                <a:off x="5710289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57" name="Shape 92">
                <a:extLst>
                  <a:ext uri="{FF2B5EF4-FFF2-40B4-BE49-F238E27FC236}">
                    <a16:creationId xmlns:a16="http://schemas.microsoft.com/office/drawing/2014/main" id="{8BF329AB-589C-EDE5-0D95-BA42F1CEBB9B}"/>
                  </a:ext>
                </a:extLst>
              </p:cNvPr>
              <p:cNvSpPr/>
              <p:nvPr/>
            </p:nvSpPr>
            <p:spPr>
              <a:xfrm>
                <a:off x="6472266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58" name="Shape 94">
                <a:extLst>
                  <a:ext uri="{FF2B5EF4-FFF2-40B4-BE49-F238E27FC236}">
                    <a16:creationId xmlns:a16="http://schemas.microsoft.com/office/drawing/2014/main" id="{8B71CEA2-E406-1664-31D3-12C15E124183}"/>
                  </a:ext>
                </a:extLst>
              </p:cNvPr>
              <p:cNvSpPr/>
              <p:nvPr/>
            </p:nvSpPr>
            <p:spPr>
              <a:xfrm>
                <a:off x="7234243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59" name="Shape 96">
                <a:extLst>
                  <a:ext uri="{FF2B5EF4-FFF2-40B4-BE49-F238E27FC236}">
                    <a16:creationId xmlns:a16="http://schemas.microsoft.com/office/drawing/2014/main" id="{E6762A3C-17E5-BF10-5489-134DEA59C694}"/>
                  </a:ext>
                </a:extLst>
              </p:cNvPr>
              <p:cNvSpPr/>
              <p:nvPr/>
            </p:nvSpPr>
            <p:spPr>
              <a:xfrm>
                <a:off x="7996220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0" name="Shape 98">
                <a:extLst>
                  <a:ext uri="{FF2B5EF4-FFF2-40B4-BE49-F238E27FC236}">
                    <a16:creationId xmlns:a16="http://schemas.microsoft.com/office/drawing/2014/main" id="{65F00ED9-830A-07C5-16EF-55EF113E0505}"/>
                  </a:ext>
                </a:extLst>
              </p:cNvPr>
              <p:cNvSpPr/>
              <p:nvPr/>
            </p:nvSpPr>
            <p:spPr>
              <a:xfrm>
                <a:off x="8758197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1" name="Shape 100">
                <a:extLst>
                  <a:ext uri="{FF2B5EF4-FFF2-40B4-BE49-F238E27FC236}">
                    <a16:creationId xmlns:a16="http://schemas.microsoft.com/office/drawing/2014/main" id="{6D7E01FC-C6D2-0C1A-7317-76BB56584478}"/>
                  </a:ext>
                </a:extLst>
              </p:cNvPr>
              <p:cNvSpPr/>
              <p:nvPr/>
            </p:nvSpPr>
            <p:spPr>
              <a:xfrm>
                <a:off x="9520174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2" name="Shape 102">
                <a:extLst>
                  <a:ext uri="{FF2B5EF4-FFF2-40B4-BE49-F238E27FC236}">
                    <a16:creationId xmlns:a16="http://schemas.microsoft.com/office/drawing/2014/main" id="{0E2EF860-20CF-53CC-D432-D567D5C236A6}"/>
                  </a:ext>
                </a:extLst>
              </p:cNvPr>
              <p:cNvSpPr/>
              <p:nvPr/>
            </p:nvSpPr>
            <p:spPr>
              <a:xfrm>
                <a:off x="10282151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3" name="Shape 104">
                <a:extLst>
                  <a:ext uri="{FF2B5EF4-FFF2-40B4-BE49-F238E27FC236}">
                    <a16:creationId xmlns:a16="http://schemas.microsoft.com/office/drawing/2014/main" id="{48C369F1-C07B-F9FE-ED74-EAFC6F1F93EA}"/>
                  </a:ext>
                </a:extLst>
              </p:cNvPr>
              <p:cNvSpPr/>
              <p:nvPr/>
            </p:nvSpPr>
            <p:spPr>
              <a:xfrm>
                <a:off x="11044122" y="987752"/>
                <a:ext cx="9144" cy="5130239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sp>
          <p:nvSpPr>
            <p:cNvPr id="164" name="Shape 5">
              <a:extLst>
                <a:ext uri="{FF2B5EF4-FFF2-40B4-BE49-F238E27FC236}">
                  <a16:creationId xmlns:a16="http://schemas.microsoft.com/office/drawing/2014/main" id="{1A36804A-12F0-2A98-216F-B62315D578C8}"/>
                </a:ext>
              </a:extLst>
            </p:cNvPr>
            <p:cNvSpPr/>
            <p:nvPr/>
          </p:nvSpPr>
          <p:spPr>
            <a:xfrm>
              <a:off x="571499" y="1476331"/>
              <a:ext cx="1782589" cy="619256"/>
            </a:xfrm>
            <a:prstGeom prst="roundRect">
              <a:avLst>
                <a:gd name="adj" fmla="val 6561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65" name="Shape 6">
              <a:extLst>
                <a:ext uri="{FF2B5EF4-FFF2-40B4-BE49-F238E27FC236}">
                  <a16:creationId xmlns:a16="http://schemas.microsoft.com/office/drawing/2014/main" id="{1A4FFBE7-9A15-9AD9-DCFE-B4935E900B94}"/>
                </a:ext>
              </a:extLst>
            </p:cNvPr>
            <p:cNvSpPr/>
            <p:nvPr/>
          </p:nvSpPr>
          <p:spPr>
            <a:xfrm>
              <a:off x="571500" y="1361411"/>
              <a:ext cx="1743584" cy="45719"/>
            </a:xfrm>
            <a:prstGeom prst="roundRect">
              <a:avLst>
                <a:gd name="adj" fmla="val 201105"/>
              </a:avLst>
            </a:prstGeom>
            <a:solidFill>
              <a:srgbClr val="4299E1"/>
            </a:solidFill>
            <a:ln w="12700">
              <a:solidFill>
                <a:srgbClr val="4299E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66" name="Shape 7">
              <a:extLst>
                <a:ext uri="{FF2B5EF4-FFF2-40B4-BE49-F238E27FC236}">
                  <a16:creationId xmlns:a16="http://schemas.microsoft.com/office/drawing/2014/main" id="{0339DD7C-89C6-FCCE-BB62-D6F11C650F0E}"/>
                </a:ext>
              </a:extLst>
            </p:cNvPr>
            <p:cNvSpPr/>
            <p:nvPr/>
          </p:nvSpPr>
          <p:spPr>
            <a:xfrm>
              <a:off x="714146" y="1654562"/>
              <a:ext cx="304495" cy="304495"/>
            </a:xfrm>
            <a:prstGeom prst="ellipse">
              <a:avLst/>
            </a:prstGeom>
            <a:solidFill>
              <a:srgbClr val="4299E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67" name="Text 8">
              <a:extLst>
                <a:ext uri="{FF2B5EF4-FFF2-40B4-BE49-F238E27FC236}">
                  <a16:creationId xmlns:a16="http://schemas.microsoft.com/office/drawing/2014/main" id="{D3243C6F-AED6-25DD-E24B-929783FF53F5}"/>
                </a:ext>
              </a:extLst>
            </p:cNvPr>
            <p:cNvSpPr txBox="1"/>
            <p:nvPr/>
          </p:nvSpPr>
          <p:spPr>
            <a:xfrm>
              <a:off x="1114655" y="1566779"/>
              <a:ext cx="794894" cy="486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+mj-lt"/>
                  <a:ea typeface="Montserrat" pitchFamily="34" charset="-122"/>
                  <a:cs typeface="Montserrat" pitchFamily="34" charset="-120"/>
                </a:rPr>
                <a:t>Step 1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+mj-lt"/>
                  <a:ea typeface="Montserrat" pitchFamily="34" charset="-122"/>
                  <a:cs typeface="Montserrat" pitchFamily="34" charset="-120"/>
                </a:rPr>
                <a:t>Review &amp; Baseline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68" name="Shape 21">
              <a:extLst>
                <a:ext uri="{FF2B5EF4-FFF2-40B4-BE49-F238E27FC236}">
                  <a16:creationId xmlns:a16="http://schemas.microsoft.com/office/drawing/2014/main" id="{CC6E2E6D-A0E8-3B02-A9CE-126ECB56F631}"/>
                </a:ext>
              </a:extLst>
            </p:cNvPr>
            <p:cNvSpPr/>
            <p:nvPr/>
          </p:nvSpPr>
          <p:spPr>
            <a:xfrm>
              <a:off x="1370686" y="2232787"/>
              <a:ext cx="3057754" cy="618843"/>
            </a:xfrm>
            <a:prstGeom prst="roundRect">
              <a:avLst>
                <a:gd name="adj" fmla="val 2238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69" name="Shape 23">
              <a:extLst>
                <a:ext uri="{FF2B5EF4-FFF2-40B4-BE49-F238E27FC236}">
                  <a16:creationId xmlns:a16="http://schemas.microsoft.com/office/drawing/2014/main" id="{41BD21AF-46C5-2242-942E-F7F855449E6D}"/>
                </a:ext>
              </a:extLst>
            </p:cNvPr>
            <p:cNvSpPr/>
            <p:nvPr/>
          </p:nvSpPr>
          <p:spPr>
            <a:xfrm>
              <a:off x="1513332" y="2366232"/>
              <a:ext cx="304495" cy="304495"/>
            </a:xfrm>
            <a:prstGeom prst="ellipse">
              <a:avLst/>
            </a:prstGeom>
            <a:solidFill>
              <a:srgbClr val="4299E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70" name="Text 24">
              <a:extLst>
                <a:ext uri="{FF2B5EF4-FFF2-40B4-BE49-F238E27FC236}">
                  <a16:creationId xmlns:a16="http://schemas.microsoft.com/office/drawing/2014/main" id="{D142E552-F8F3-D21A-EB7E-45CF6BB70CBF}"/>
                </a:ext>
              </a:extLst>
            </p:cNvPr>
            <p:cNvSpPr txBox="1"/>
            <p:nvPr/>
          </p:nvSpPr>
          <p:spPr>
            <a:xfrm>
              <a:off x="1913839" y="2358917"/>
              <a:ext cx="1181405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+mj-lt"/>
                  <a:ea typeface="Montserrat" pitchFamily="34" charset="-122"/>
                  <a:cs typeface="Montserrat" pitchFamily="34" charset="-120"/>
                </a:rPr>
                <a:t>Step 2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+mj-lt"/>
                  <a:ea typeface="Montserrat" pitchFamily="34" charset="-122"/>
                  <a:cs typeface="Montserrat" pitchFamily="34" charset="-120"/>
                </a:rPr>
                <a:t>Define Lifecycle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71" name="Image 2" descr="preencoded.png">
              <a:extLst>
                <a:ext uri="{FF2B5EF4-FFF2-40B4-BE49-F238E27FC236}">
                  <a16:creationId xmlns:a16="http://schemas.microsoft.com/office/drawing/2014/main" id="{5E44F258-AC80-381D-E593-6CFFEA66F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-837" r="-837"/>
            <a:stretch/>
          </p:blipFill>
          <p:spPr>
            <a:xfrm>
              <a:off x="1590142" y="2452186"/>
              <a:ext cx="152705" cy="133502"/>
            </a:xfrm>
            <a:prstGeom prst="rect">
              <a:avLst/>
            </a:prstGeom>
          </p:spPr>
        </p:pic>
        <p:pic>
          <p:nvPicPr>
            <p:cNvPr id="172" name="Image 0" descr="preencoded.png">
              <a:extLst>
                <a:ext uri="{FF2B5EF4-FFF2-40B4-BE49-F238E27FC236}">
                  <a16:creationId xmlns:a16="http://schemas.microsoft.com/office/drawing/2014/main" id="{F04A1B4B-DF3C-946F-2B88-27FE4A594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800100" y="1728942"/>
              <a:ext cx="133502" cy="133502"/>
            </a:xfrm>
            <a:prstGeom prst="rect">
              <a:avLst/>
            </a:prstGeom>
          </p:spPr>
        </p:pic>
        <p:sp>
          <p:nvSpPr>
            <p:cNvPr id="173" name="Shape 22">
              <a:extLst>
                <a:ext uri="{FF2B5EF4-FFF2-40B4-BE49-F238E27FC236}">
                  <a16:creationId xmlns:a16="http://schemas.microsoft.com/office/drawing/2014/main" id="{3B1A06D9-E294-6423-E2BB-1160F8090AED}"/>
                </a:ext>
              </a:extLst>
            </p:cNvPr>
            <p:cNvSpPr/>
            <p:nvPr/>
          </p:nvSpPr>
          <p:spPr>
            <a:xfrm>
              <a:off x="1370686" y="2167808"/>
              <a:ext cx="3057754" cy="47549"/>
            </a:xfrm>
            <a:prstGeom prst="roundRect">
              <a:avLst>
                <a:gd name="adj" fmla="val 117439"/>
              </a:avLst>
            </a:prstGeom>
            <a:solidFill>
              <a:srgbClr val="4299E1"/>
            </a:solidFill>
            <a:ln w="12700">
              <a:solidFill>
                <a:srgbClr val="2B6CB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74" name="Shape 32">
              <a:extLst>
                <a:ext uri="{FF2B5EF4-FFF2-40B4-BE49-F238E27FC236}">
                  <a16:creationId xmlns:a16="http://schemas.microsoft.com/office/drawing/2014/main" id="{205607A6-0835-C65D-E5BB-8BEE35328C35}"/>
                </a:ext>
              </a:extLst>
            </p:cNvPr>
            <p:cNvSpPr/>
            <p:nvPr/>
          </p:nvSpPr>
          <p:spPr>
            <a:xfrm>
              <a:off x="2969971" y="3031764"/>
              <a:ext cx="3057754" cy="619200"/>
            </a:xfrm>
            <a:prstGeom prst="roundRect">
              <a:avLst>
                <a:gd name="adj" fmla="val 2238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75" name="Shape 33">
              <a:extLst>
                <a:ext uri="{FF2B5EF4-FFF2-40B4-BE49-F238E27FC236}">
                  <a16:creationId xmlns:a16="http://schemas.microsoft.com/office/drawing/2014/main" id="{82A907E3-0F6E-71E0-157F-0E1E0D03BCA7}"/>
                </a:ext>
              </a:extLst>
            </p:cNvPr>
            <p:cNvSpPr/>
            <p:nvPr/>
          </p:nvSpPr>
          <p:spPr>
            <a:xfrm>
              <a:off x="2969971" y="2970288"/>
              <a:ext cx="3057754" cy="47549"/>
            </a:xfrm>
            <a:prstGeom prst="roundRect">
              <a:avLst>
                <a:gd name="adj" fmla="val 117439"/>
              </a:avLst>
            </a:prstGeom>
            <a:solidFill>
              <a:srgbClr val="4299E1"/>
            </a:solidFill>
            <a:ln w="12700">
              <a:solidFill>
                <a:srgbClr val="ED893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76" name="Shape 34">
              <a:extLst>
                <a:ext uri="{FF2B5EF4-FFF2-40B4-BE49-F238E27FC236}">
                  <a16:creationId xmlns:a16="http://schemas.microsoft.com/office/drawing/2014/main" id="{CC8A5EF4-3019-0AA7-700F-FE2E8F965D7F}"/>
                </a:ext>
              </a:extLst>
            </p:cNvPr>
            <p:cNvSpPr/>
            <p:nvPr/>
          </p:nvSpPr>
          <p:spPr>
            <a:xfrm>
              <a:off x="3112618" y="3183889"/>
              <a:ext cx="304495" cy="304495"/>
            </a:xfrm>
            <a:prstGeom prst="ellipse">
              <a:avLst/>
            </a:prstGeom>
            <a:solidFill>
              <a:srgbClr val="4299E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77" name="Image 4" descr="preencoded.png">
              <a:extLst>
                <a:ext uri="{FF2B5EF4-FFF2-40B4-BE49-F238E27FC236}">
                  <a16:creationId xmlns:a16="http://schemas.microsoft.com/office/drawing/2014/main" id="{E38D83DC-999E-5693-85CB-FB4F4E302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198571" y="3268928"/>
              <a:ext cx="133502" cy="133502"/>
            </a:xfrm>
            <a:prstGeom prst="rect">
              <a:avLst/>
            </a:prstGeom>
          </p:spPr>
        </p:pic>
        <p:sp>
          <p:nvSpPr>
            <p:cNvPr id="178" name="Text 35">
              <a:extLst>
                <a:ext uri="{FF2B5EF4-FFF2-40B4-BE49-F238E27FC236}">
                  <a16:creationId xmlns:a16="http://schemas.microsoft.com/office/drawing/2014/main" id="{C56533F7-B7F7-D03C-3564-70705E97F78F}"/>
                </a:ext>
              </a:extLst>
            </p:cNvPr>
            <p:cNvSpPr txBox="1"/>
            <p:nvPr/>
          </p:nvSpPr>
          <p:spPr>
            <a:xfrm>
              <a:off x="3512210" y="3175659"/>
              <a:ext cx="1684325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+mj-lt"/>
                  <a:ea typeface="Montserrat" pitchFamily="34" charset="-122"/>
                  <a:cs typeface="Montserrat" pitchFamily="34" charset="-120"/>
                </a:rPr>
                <a:t>Step 3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+mj-lt"/>
                  <a:ea typeface="Montserrat" pitchFamily="34" charset="-122"/>
                  <a:cs typeface="Montserrat" pitchFamily="34" charset="-120"/>
                </a:rPr>
                <a:t>Design Tool Ecosystem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79" name="Text 77">
              <a:extLst>
                <a:ext uri="{FF2B5EF4-FFF2-40B4-BE49-F238E27FC236}">
                  <a16:creationId xmlns:a16="http://schemas.microsoft.com/office/drawing/2014/main" id="{A641F47A-8A48-0A59-4A55-E345B7D02510}"/>
                </a:ext>
              </a:extLst>
            </p:cNvPr>
            <p:cNvSpPr txBox="1"/>
            <p:nvPr/>
          </p:nvSpPr>
          <p:spPr>
            <a:xfrm>
              <a:off x="723747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prstClr val="black"/>
                  </a:solidFill>
                  <a:latin typeface="+mj-lt"/>
                  <a:ea typeface="Open Sans" pitchFamily="34" charset="-122"/>
                  <a:cs typeface="Open Sans" pitchFamily="34" charset="-120"/>
                </a:rPr>
                <a:t>Apr 13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80" name="Text 79">
              <a:extLst>
                <a:ext uri="{FF2B5EF4-FFF2-40B4-BE49-F238E27FC236}">
                  <a16:creationId xmlns:a16="http://schemas.microsoft.com/office/drawing/2014/main" id="{D5CB7AE3-CBF2-E666-B137-02CA4B40EDB0}"/>
                </a:ext>
              </a:extLst>
            </p:cNvPr>
            <p:cNvSpPr txBox="1"/>
            <p:nvPr/>
          </p:nvSpPr>
          <p:spPr>
            <a:xfrm>
              <a:off x="1485724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prstClr val="black"/>
                  </a:solidFill>
                  <a:latin typeface="+mj-lt"/>
                  <a:ea typeface="Open Sans" pitchFamily="34" charset="-122"/>
                  <a:cs typeface="Open Sans" pitchFamily="34" charset="-120"/>
                </a:rPr>
                <a:t>Apr 20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81" name="Text 81">
              <a:extLst>
                <a:ext uri="{FF2B5EF4-FFF2-40B4-BE49-F238E27FC236}">
                  <a16:creationId xmlns:a16="http://schemas.microsoft.com/office/drawing/2014/main" id="{34871AB0-034C-F5F4-EBDE-844FDBE64DDF}"/>
                </a:ext>
              </a:extLst>
            </p:cNvPr>
            <p:cNvSpPr txBox="1"/>
            <p:nvPr/>
          </p:nvSpPr>
          <p:spPr>
            <a:xfrm>
              <a:off x="2247701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prstClr val="black"/>
                  </a:solidFill>
                  <a:latin typeface="+mj-lt"/>
                  <a:ea typeface="Open Sans" pitchFamily="34" charset="-122"/>
                  <a:cs typeface="Open Sans" pitchFamily="34" charset="-120"/>
                </a:rPr>
                <a:t>Apr 27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82" name="Text 83">
              <a:extLst>
                <a:ext uri="{FF2B5EF4-FFF2-40B4-BE49-F238E27FC236}">
                  <a16:creationId xmlns:a16="http://schemas.microsoft.com/office/drawing/2014/main" id="{C464489A-951F-D654-DB32-CEF2214C6E05}"/>
                </a:ext>
              </a:extLst>
            </p:cNvPr>
            <p:cNvSpPr txBox="1"/>
            <p:nvPr/>
          </p:nvSpPr>
          <p:spPr>
            <a:xfrm>
              <a:off x="3009678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prstClr val="black"/>
                  </a:solidFill>
                  <a:latin typeface="+mj-lt"/>
                  <a:ea typeface="Open Sans" pitchFamily="34" charset="-122"/>
                  <a:cs typeface="Open Sans" pitchFamily="34" charset="-120"/>
                </a:rPr>
                <a:t>May 4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83" name="Text 85">
              <a:extLst>
                <a:ext uri="{FF2B5EF4-FFF2-40B4-BE49-F238E27FC236}">
                  <a16:creationId xmlns:a16="http://schemas.microsoft.com/office/drawing/2014/main" id="{D46F3ED6-6748-053F-D7D2-130A18AC33D4}"/>
                </a:ext>
              </a:extLst>
            </p:cNvPr>
            <p:cNvSpPr txBox="1"/>
            <p:nvPr/>
          </p:nvSpPr>
          <p:spPr>
            <a:xfrm>
              <a:off x="3771655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May 11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84" name="Text 87">
              <a:extLst>
                <a:ext uri="{FF2B5EF4-FFF2-40B4-BE49-F238E27FC236}">
                  <a16:creationId xmlns:a16="http://schemas.microsoft.com/office/drawing/2014/main" id="{9AAD6A56-16D9-CEC6-EFBC-7263D0FDB069}"/>
                </a:ext>
              </a:extLst>
            </p:cNvPr>
            <p:cNvSpPr txBox="1"/>
            <p:nvPr/>
          </p:nvSpPr>
          <p:spPr>
            <a:xfrm>
              <a:off x="4533632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May 18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85" name="Text 89">
              <a:extLst>
                <a:ext uri="{FF2B5EF4-FFF2-40B4-BE49-F238E27FC236}">
                  <a16:creationId xmlns:a16="http://schemas.microsoft.com/office/drawing/2014/main" id="{49D5022D-633A-37A1-279E-E031ADF4BAFF}"/>
                </a:ext>
              </a:extLst>
            </p:cNvPr>
            <p:cNvSpPr txBox="1"/>
            <p:nvPr/>
          </p:nvSpPr>
          <p:spPr>
            <a:xfrm>
              <a:off x="5295609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May 25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86" name="Text 91">
              <a:extLst>
                <a:ext uri="{FF2B5EF4-FFF2-40B4-BE49-F238E27FC236}">
                  <a16:creationId xmlns:a16="http://schemas.microsoft.com/office/drawing/2014/main" id="{0710AC1C-1D70-4938-BD7B-762AF3B78C6D}"/>
                </a:ext>
              </a:extLst>
            </p:cNvPr>
            <p:cNvSpPr txBox="1"/>
            <p:nvPr/>
          </p:nvSpPr>
          <p:spPr>
            <a:xfrm>
              <a:off x="6057586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Jun 1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87" name="Text 93">
              <a:extLst>
                <a:ext uri="{FF2B5EF4-FFF2-40B4-BE49-F238E27FC236}">
                  <a16:creationId xmlns:a16="http://schemas.microsoft.com/office/drawing/2014/main" id="{277ACAAF-72FF-76CC-0A72-625B712F9BE0}"/>
                </a:ext>
              </a:extLst>
            </p:cNvPr>
            <p:cNvSpPr txBox="1"/>
            <p:nvPr/>
          </p:nvSpPr>
          <p:spPr>
            <a:xfrm>
              <a:off x="6819563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Jun 8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88" name="Text 95">
              <a:extLst>
                <a:ext uri="{FF2B5EF4-FFF2-40B4-BE49-F238E27FC236}">
                  <a16:creationId xmlns:a16="http://schemas.microsoft.com/office/drawing/2014/main" id="{0F8AECF8-9C1C-7A40-FD00-BD021BAFBAA3}"/>
                </a:ext>
              </a:extLst>
            </p:cNvPr>
            <p:cNvSpPr txBox="1"/>
            <p:nvPr/>
          </p:nvSpPr>
          <p:spPr>
            <a:xfrm>
              <a:off x="7581540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Jun 15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89" name="Text 97">
              <a:extLst>
                <a:ext uri="{FF2B5EF4-FFF2-40B4-BE49-F238E27FC236}">
                  <a16:creationId xmlns:a16="http://schemas.microsoft.com/office/drawing/2014/main" id="{69F71054-B3D3-6A4A-7CC1-3992B07DF19E}"/>
                </a:ext>
              </a:extLst>
            </p:cNvPr>
            <p:cNvSpPr txBox="1"/>
            <p:nvPr/>
          </p:nvSpPr>
          <p:spPr>
            <a:xfrm>
              <a:off x="8343517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Jun 22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90" name="Text 99">
              <a:extLst>
                <a:ext uri="{FF2B5EF4-FFF2-40B4-BE49-F238E27FC236}">
                  <a16:creationId xmlns:a16="http://schemas.microsoft.com/office/drawing/2014/main" id="{BF7D66E9-9D59-005A-E3AB-593AAF5D3D6A}"/>
                </a:ext>
              </a:extLst>
            </p:cNvPr>
            <p:cNvSpPr txBox="1"/>
            <p:nvPr/>
          </p:nvSpPr>
          <p:spPr>
            <a:xfrm>
              <a:off x="9105494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Jun 29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91" name="Text 101">
              <a:extLst>
                <a:ext uri="{FF2B5EF4-FFF2-40B4-BE49-F238E27FC236}">
                  <a16:creationId xmlns:a16="http://schemas.microsoft.com/office/drawing/2014/main" id="{A79EDF0E-078D-5B9D-F127-6E9FAB9F1C63}"/>
                </a:ext>
              </a:extLst>
            </p:cNvPr>
            <p:cNvSpPr txBox="1"/>
            <p:nvPr/>
          </p:nvSpPr>
          <p:spPr>
            <a:xfrm>
              <a:off x="10608256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Jul 13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92" name="Text 103">
              <a:extLst>
                <a:ext uri="{FF2B5EF4-FFF2-40B4-BE49-F238E27FC236}">
                  <a16:creationId xmlns:a16="http://schemas.microsoft.com/office/drawing/2014/main" id="{E050C662-8FC6-199B-0BC0-C8CCF1D979BC}"/>
                </a:ext>
              </a:extLst>
            </p:cNvPr>
            <p:cNvSpPr txBox="1"/>
            <p:nvPr/>
          </p:nvSpPr>
          <p:spPr>
            <a:xfrm>
              <a:off x="9865513" y="1019222"/>
              <a:ext cx="838505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Jul 6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93" name="Shape 86">
              <a:extLst>
                <a:ext uri="{FF2B5EF4-FFF2-40B4-BE49-F238E27FC236}">
                  <a16:creationId xmlns:a16="http://schemas.microsoft.com/office/drawing/2014/main" id="{DD622B14-7A27-2F05-85F0-6B90926649A9}"/>
                </a:ext>
              </a:extLst>
            </p:cNvPr>
            <p:cNvSpPr/>
            <p:nvPr/>
          </p:nvSpPr>
          <p:spPr>
            <a:xfrm>
              <a:off x="4190695" y="1363833"/>
              <a:ext cx="9144" cy="75895"/>
            </a:xfrm>
            <a:prstGeom prst="rect">
              <a:avLst/>
            </a:prstGeom>
            <a:solidFill>
              <a:srgbClr val="CBD5E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94" name="Shape 88">
              <a:extLst>
                <a:ext uri="{FF2B5EF4-FFF2-40B4-BE49-F238E27FC236}">
                  <a16:creationId xmlns:a16="http://schemas.microsoft.com/office/drawing/2014/main" id="{01B2592B-5DB5-5D9A-880B-D94B912EC159}"/>
                </a:ext>
              </a:extLst>
            </p:cNvPr>
            <p:cNvSpPr/>
            <p:nvPr/>
          </p:nvSpPr>
          <p:spPr>
            <a:xfrm>
              <a:off x="4953305" y="1363833"/>
              <a:ext cx="9144" cy="75895"/>
            </a:xfrm>
            <a:prstGeom prst="rect">
              <a:avLst/>
            </a:prstGeom>
            <a:solidFill>
              <a:srgbClr val="CBD5E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195" name="Grupo 194">
              <a:extLst>
                <a:ext uri="{FF2B5EF4-FFF2-40B4-BE49-F238E27FC236}">
                  <a16:creationId xmlns:a16="http://schemas.microsoft.com/office/drawing/2014/main" id="{591B1E9F-DE0E-2D38-FECB-C64908B6656D}"/>
                </a:ext>
              </a:extLst>
            </p:cNvPr>
            <p:cNvGrpSpPr/>
            <p:nvPr/>
          </p:nvGrpSpPr>
          <p:grpSpPr>
            <a:xfrm>
              <a:off x="5286247" y="3718814"/>
              <a:ext cx="6450480" cy="1390560"/>
              <a:chOff x="5286248" y="4023614"/>
              <a:chExt cx="5475631" cy="1390560"/>
            </a:xfrm>
          </p:grpSpPr>
          <p:sp>
            <p:nvSpPr>
              <p:cNvPr id="196" name="Shape 65">
                <a:extLst>
                  <a:ext uri="{FF2B5EF4-FFF2-40B4-BE49-F238E27FC236}">
                    <a16:creationId xmlns:a16="http://schemas.microsoft.com/office/drawing/2014/main" id="{6CA6C69E-309D-5E06-9DEC-1F3DE1AC6A33}"/>
                  </a:ext>
                </a:extLst>
              </p:cNvPr>
              <p:cNvSpPr/>
              <p:nvPr/>
            </p:nvSpPr>
            <p:spPr>
              <a:xfrm>
                <a:off x="5286248" y="4069913"/>
                <a:ext cx="4657954" cy="619200"/>
              </a:xfrm>
              <a:prstGeom prst="roundRect">
                <a:avLst>
                  <a:gd name="adj" fmla="val 2238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7" name="Shape 66">
                <a:extLst>
                  <a:ext uri="{FF2B5EF4-FFF2-40B4-BE49-F238E27FC236}">
                    <a16:creationId xmlns:a16="http://schemas.microsoft.com/office/drawing/2014/main" id="{52CCAAFE-98A6-B8EA-F228-650156031E24}"/>
                  </a:ext>
                </a:extLst>
              </p:cNvPr>
              <p:cNvSpPr/>
              <p:nvPr/>
            </p:nvSpPr>
            <p:spPr>
              <a:xfrm>
                <a:off x="5286248" y="4023614"/>
                <a:ext cx="4657954" cy="47549"/>
              </a:xfrm>
              <a:prstGeom prst="roundRect">
                <a:avLst>
                  <a:gd name="adj" fmla="val 117439"/>
                </a:avLst>
              </a:prstGeom>
              <a:solidFill>
                <a:srgbClr val="4299E1"/>
              </a:solidFill>
              <a:ln w="12700">
                <a:solidFill>
                  <a:srgbClr val="48BB78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8" name="Text 68">
                <a:extLst>
                  <a:ext uri="{FF2B5EF4-FFF2-40B4-BE49-F238E27FC236}">
                    <a16:creationId xmlns:a16="http://schemas.microsoft.com/office/drawing/2014/main" id="{84770328-1FEF-133B-8AEA-6E3218E36FF1}"/>
                  </a:ext>
                </a:extLst>
              </p:cNvPr>
              <p:cNvSpPr txBox="1"/>
              <p:nvPr/>
            </p:nvSpPr>
            <p:spPr>
              <a:xfrm>
                <a:off x="5829402" y="4214723"/>
                <a:ext cx="1546250" cy="3246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2D3748"/>
                    </a:solidFill>
                    <a:effectLst/>
                    <a:uLnTx/>
                    <a:uFillTx/>
                    <a:latin typeface="+mj-lt"/>
                    <a:ea typeface="Montserrat" pitchFamily="34" charset="-122"/>
                    <a:cs typeface="Montserrat" pitchFamily="34" charset="-120"/>
                  </a:rPr>
                  <a:t>Step 4</a:t>
                </a: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2D3748"/>
                    </a:solidFill>
                    <a:effectLst/>
                    <a:uLnTx/>
                    <a:uFillTx/>
                    <a:latin typeface="+mj-lt"/>
                    <a:ea typeface="Montserrat" pitchFamily="34" charset="-122"/>
                    <a:cs typeface="Montserrat" pitchFamily="34" charset="-120"/>
                  </a:rPr>
                  <a:t>Pilot Execution (BRS)</a:t>
                </a: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9" name="Shape 43">
                <a:extLst>
                  <a:ext uri="{FF2B5EF4-FFF2-40B4-BE49-F238E27FC236}">
                    <a16:creationId xmlns:a16="http://schemas.microsoft.com/office/drawing/2014/main" id="{1A4DBD3C-F60D-EA16-5A39-E90829B60677}"/>
                  </a:ext>
                </a:extLst>
              </p:cNvPr>
              <p:cNvSpPr/>
              <p:nvPr/>
            </p:nvSpPr>
            <p:spPr>
              <a:xfrm>
                <a:off x="9304325" y="4794974"/>
                <a:ext cx="1457554" cy="619200"/>
              </a:xfrm>
              <a:prstGeom prst="roundRect">
                <a:avLst>
                  <a:gd name="adj" fmla="val 6561"/>
                </a:avLst>
              </a:prstGeom>
              <a:solidFill>
                <a:srgbClr val="FFFFFF"/>
              </a:solidFill>
              <a:ln/>
              <a:effectLst>
                <a:outerShdw blurRad="63500" dist="38100" dir="16200000" algn="bl" rotWithShape="0">
                  <a:srgbClr val="000000">
                    <a:alpha val="5000"/>
                  </a:srgb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200" name="Shape 44">
                <a:extLst>
                  <a:ext uri="{FF2B5EF4-FFF2-40B4-BE49-F238E27FC236}">
                    <a16:creationId xmlns:a16="http://schemas.microsoft.com/office/drawing/2014/main" id="{CB3E81F8-7627-209F-F86E-BA5DDC8BA0BE}"/>
                  </a:ext>
                </a:extLst>
              </p:cNvPr>
              <p:cNvSpPr/>
              <p:nvPr/>
            </p:nvSpPr>
            <p:spPr>
              <a:xfrm>
                <a:off x="9304325" y="4733499"/>
                <a:ext cx="1457554" cy="47549"/>
              </a:xfrm>
              <a:prstGeom prst="roundRect">
                <a:avLst>
                  <a:gd name="adj" fmla="val 201105"/>
                </a:avLst>
              </a:prstGeom>
              <a:solidFill>
                <a:srgbClr val="4299E1"/>
              </a:solidFill>
              <a:ln w="12700">
                <a:solidFill>
                  <a:srgbClr val="ECC94B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201" name="Text 46">
                <a:extLst>
                  <a:ext uri="{FF2B5EF4-FFF2-40B4-BE49-F238E27FC236}">
                    <a16:creationId xmlns:a16="http://schemas.microsoft.com/office/drawing/2014/main" id="{49D76A18-2EB0-B89E-7EDA-B7C0F053EC90}"/>
                  </a:ext>
                </a:extLst>
              </p:cNvPr>
              <p:cNvSpPr txBox="1"/>
              <p:nvPr/>
            </p:nvSpPr>
            <p:spPr>
              <a:xfrm>
                <a:off x="9846564" y="4869422"/>
                <a:ext cx="829361" cy="4864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2D3748"/>
                    </a:solidFill>
                    <a:effectLst/>
                    <a:uLnTx/>
                    <a:uFillTx/>
                    <a:latin typeface="+mj-lt"/>
                    <a:ea typeface="Montserrat" pitchFamily="34" charset="-122"/>
                    <a:cs typeface="Montserrat" pitchFamily="34" charset="-120"/>
                  </a:rPr>
                  <a:t>Step 5</a:t>
                </a: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2D3748"/>
                    </a:solidFill>
                    <a:effectLst/>
                    <a:uLnTx/>
                    <a:uFillTx/>
                    <a:latin typeface="+mj-lt"/>
                    <a:ea typeface="Montserrat" pitchFamily="34" charset="-122"/>
                    <a:cs typeface="Montserrat" pitchFamily="34" charset="-120"/>
                  </a:rPr>
                  <a:t>Learn &amp; Adjust</a:t>
                </a: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202" name="Shape 92">
                <a:extLst>
                  <a:ext uri="{FF2B5EF4-FFF2-40B4-BE49-F238E27FC236}">
                    <a16:creationId xmlns:a16="http://schemas.microsoft.com/office/drawing/2014/main" id="{A263B961-82AB-82FF-B8C3-D059F271935D}"/>
                  </a:ext>
                </a:extLst>
              </p:cNvPr>
              <p:cNvSpPr/>
              <p:nvPr/>
            </p:nvSpPr>
            <p:spPr>
              <a:xfrm>
                <a:off x="6476695" y="4191914"/>
                <a:ext cx="9144" cy="75895"/>
              </a:xfrm>
              <a:prstGeom prst="rect">
                <a:avLst/>
              </a:prstGeom>
              <a:solidFill>
                <a:srgbClr val="CBD5E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sp>
          <p:nvSpPr>
            <p:cNvPr id="203" name="Shape 94">
              <a:extLst>
                <a:ext uri="{FF2B5EF4-FFF2-40B4-BE49-F238E27FC236}">
                  <a16:creationId xmlns:a16="http://schemas.microsoft.com/office/drawing/2014/main" id="{E12C6F34-270E-BCBA-6456-6B3AEAA0149C}"/>
                </a:ext>
              </a:extLst>
            </p:cNvPr>
            <p:cNvSpPr/>
            <p:nvPr/>
          </p:nvSpPr>
          <p:spPr>
            <a:xfrm>
              <a:off x="7239305" y="1386982"/>
              <a:ext cx="9144" cy="75895"/>
            </a:xfrm>
            <a:prstGeom prst="rect">
              <a:avLst/>
            </a:prstGeom>
            <a:solidFill>
              <a:srgbClr val="CBD5E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4" name="Shape 96">
              <a:extLst>
                <a:ext uri="{FF2B5EF4-FFF2-40B4-BE49-F238E27FC236}">
                  <a16:creationId xmlns:a16="http://schemas.microsoft.com/office/drawing/2014/main" id="{647074FC-3828-9FAC-3E7A-49142F2825FD}"/>
                </a:ext>
              </a:extLst>
            </p:cNvPr>
            <p:cNvSpPr/>
            <p:nvPr/>
          </p:nvSpPr>
          <p:spPr>
            <a:xfrm>
              <a:off x="8001000" y="1386982"/>
              <a:ext cx="9144" cy="75895"/>
            </a:xfrm>
            <a:prstGeom prst="rect">
              <a:avLst/>
            </a:prstGeom>
            <a:solidFill>
              <a:srgbClr val="CBD5E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5" name="Shape 98">
              <a:extLst>
                <a:ext uri="{FF2B5EF4-FFF2-40B4-BE49-F238E27FC236}">
                  <a16:creationId xmlns:a16="http://schemas.microsoft.com/office/drawing/2014/main" id="{042A41BB-7E75-BBEF-E4E2-0290E2BE560B}"/>
                </a:ext>
              </a:extLst>
            </p:cNvPr>
            <p:cNvSpPr/>
            <p:nvPr/>
          </p:nvSpPr>
          <p:spPr>
            <a:xfrm>
              <a:off x="8762695" y="1386982"/>
              <a:ext cx="9144" cy="75895"/>
            </a:xfrm>
            <a:prstGeom prst="rect">
              <a:avLst/>
            </a:prstGeom>
            <a:solidFill>
              <a:srgbClr val="CBD5E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6" name="Shape 100">
              <a:extLst>
                <a:ext uri="{FF2B5EF4-FFF2-40B4-BE49-F238E27FC236}">
                  <a16:creationId xmlns:a16="http://schemas.microsoft.com/office/drawing/2014/main" id="{B9B438CC-C961-F0BB-4341-4580D76CA192}"/>
                </a:ext>
              </a:extLst>
            </p:cNvPr>
            <p:cNvSpPr/>
            <p:nvPr/>
          </p:nvSpPr>
          <p:spPr>
            <a:xfrm>
              <a:off x="10150340" y="1386982"/>
              <a:ext cx="9144" cy="75895"/>
            </a:xfrm>
            <a:prstGeom prst="rect">
              <a:avLst/>
            </a:prstGeom>
            <a:solidFill>
              <a:srgbClr val="CBD5E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7" name="Shape 102">
              <a:extLst>
                <a:ext uri="{FF2B5EF4-FFF2-40B4-BE49-F238E27FC236}">
                  <a16:creationId xmlns:a16="http://schemas.microsoft.com/office/drawing/2014/main" id="{76F33EB7-69A3-A7F2-7F88-39D97CB402C1}"/>
                </a:ext>
              </a:extLst>
            </p:cNvPr>
            <p:cNvSpPr/>
            <p:nvPr/>
          </p:nvSpPr>
          <p:spPr>
            <a:xfrm>
              <a:off x="10912035" y="1386982"/>
              <a:ext cx="9144" cy="75895"/>
            </a:xfrm>
            <a:prstGeom prst="rect">
              <a:avLst/>
            </a:prstGeom>
            <a:solidFill>
              <a:srgbClr val="CBD5E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8" name="Shape 104">
              <a:extLst>
                <a:ext uri="{FF2B5EF4-FFF2-40B4-BE49-F238E27FC236}">
                  <a16:creationId xmlns:a16="http://schemas.microsoft.com/office/drawing/2014/main" id="{CB452038-AC2C-EA8E-BA1E-0BE999915CFA}"/>
                </a:ext>
              </a:extLst>
            </p:cNvPr>
            <p:cNvSpPr/>
            <p:nvPr/>
          </p:nvSpPr>
          <p:spPr>
            <a:xfrm>
              <a:off x="11048695" y="1386982"/>
              <a:ext cx="9144" cy="75895"/>
            </a:xfrm>
            <a:prstGeom prst="rect">
              <a:avLst/>
            </a:prstGeom>
            <a:solidFill>
              <a:srgbClr val="CBD5E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9" name="Shape 105">
              <a:extLst>
                <a:ext uri="{FF2B5EF4-FFF2-40B4-BE49-F238E27FC236}">
                  <a16:creationId xmlns:a16="http://schemas.microsoft.com/office/drawing/2014/main" id="{92ACB393-99FB-CC7E-1FD0-B24F36D9BA49}"/>
                </a:ext>
              </a:extLst>
            </p:cNvPr>
            <p:cNvSpPr/>
            <p:nvPr/>
          </p:nvSpPr>
          <p:spPr>
            <a:xfrm>
              <a:off x="4121201" y="1271479"/>
              <a:ext cx="857707" cy="200254"/>
            </a:xfrm>
            <a:prstGeom prst="roundRect">
              <a:avLst>
                <a:gd name="adj" fmla="val 173951"/>
              </a:avLst>
            </a:prstGeom>
            <a:solidFill>
              <a:srgbClr val="FFF5F5"/>
            </a:solidFill>
            <a:ln w="12700">
              <a:solidFill>
                <a:srgbClr val="FEB2B2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10" name="Text 106">
              <a:extLst>
                <a:ext uri="{FF2B5EF4-FFF2-40B4-BE49-F238E27FC236}">
                  <a16:creationId xmlns:a16="http://schemas.microsoft.com/office/drawing/2014/main" id="{47684B29-304C-F8D1-AFA0-6E7F762E333C}"/>
                </a:ext>
              </a:extLst>
            </p:cNvPr>
            <p:cNvSpPr txBox="1"/>
            <p:nvPr/>
          </p:nvSpPr>
          <p:spPr>
            <a:xfrm>
              <a:off x="4075481" y="1271479"/>
              <a:ext cx="1005840" cy="2002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63500" tIns="25400" rIns="63500" bIns="2540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C53030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Pilot Readiness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11" name="Shape 107">
              <a:extLst>
                <a:ext uri="{FF2B5EF4-FFF2-40B4-BE49-F238E27FC236}">
                  <a16:creationId xmlns:a16="http://schemas.microsoft.com/office/drawing/2014/main" id="{993CA862-24D0-A805-757B-F4EAA263C933}"/>
                </a:ext>
              </a:extLst>
            </p:cNvPr>
            <p:cNvSpPr/>
            <p:nvPr/>
          </p:nvSpPr>
          <p:spPr>
            <a:xfrm rot="2700000">
              <a:off x="4434840" y="995330"/>
              <a:ext cx="228600" cy="228600"/>
            </a:xfrm>
            <a:prstGeom prst="rect">
              <a:avLst/>
            </a:prstGeom>
            <a:solidFill>
              <a:srgbClr val="C53030"/>
            </a:solidFill>
            <a:ln w="25400">
              <a:solidFill>
                <a:srgbClr val="FFFFFF"/>
              </a:solidFill>
              <a:prstDash val="solid"/>
            </a:ln>
            <a:effectLst>
              <a:outerShdw blurRad="38100" dist="25400" dir="162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12" name="Text 108">
              <a:extLst>
                <a:ext uri="{FF2B5EF4-FFF2-40B4-BE49-F238E27FC236}">
                  <a16:creationId xmlns:a16="http://schemas.microsoft.com/office/drawing/2014/main" id="{7AA0704F-59DD-2A69-91BA-4E69D34A1D94}"/>
                </a:ext>
              </a:extLst>
            </p:cNvPr>
            <p:cNvSpPr txBox="1"/>
            <p:nvPr/>
          </p:nvSpPr>
          <p:spPr>
            <a:xfrm rot="18900000">
              <a:off x="4454957" y="1015447"/>
              <a:ext cx="2670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G1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13" name="Shape 109">
              <a:extLst>
                <a:ext uri="{FF2B5EF4-FFF2-40B4-BE49-F238E27FC236}">
                  <a16:creationId xmlns:a16="http://schemas.microsoft.com/office/drawing/2014/main" id="{C87E5128-1972-D984-5985-67F10FEBBB24}"/>
                </a:ext>
              </a:extLst>
            </p:cNvPr>
            <p:cNvSpPr/>
            <p:nvPr/>
          </p:nvSpPr>
          <p:spPr>
            <a:xfrm>
              <a:off x="7205472" y="1294628"/>
              <a:ext cx="875995" cy="200254"/>
            </a:xfrm>
            <a:prstGeom prst="roundRect">
              <a:avLst>
                <a:gd name="adj" fmla="val 173951"/>
              </a:avLst>
            </a:prstGeom>
            <a:solidFill>
              <a:srgbClr val="FFF5F5"/>
            </a:solidFill>
            <a:ln w="12700">
              <a:solidFill>
                <a:srgbClr val="FEB2B2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14" name="Text 110">
              <a:extLst>
                <a:ext uri="{FF2B5EF4-FFF2-40B4-BE49-F238E27FC236}">
                  <a16:creationId xmlns:a16="http://schemas.microsoft.com/office/drawing/2014/main" id="{25E97F7C-80D9-765B-BEE3-65BD7C6EDD4F}"/>
                </a:ext>
              </a:extLst>
            </p:cNvPr>
            <p:cNvSpPr txBox="1"/>
            <p:nvPr/>
          </p:nvSpPr>
          <p:spPr>
            <a:xfrm>
              <a:off x="7158792" y="1294628"/>
              <a:ext cx="1026962" cy="2002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63500" tIns="25400" rIns="63500" bIns="2540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C53030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Mid-Pilot Check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15" name="Shape 111">
              <a:extLst>
                <a:ext uri="{FF2B5EF4-FFF2-40B4-BE49-F238E27FC236}">
                  <a16:creationId xmlns:a16="http://schemas.microsoft.com/office/drawing/2014/main" id="{836BC60B-F072-ABCD-0167-73ABEA89A658}"/>
                </a:ext>
              </a:extLst>
            </p:cNvPr>
            <p:cNvSpPr/>
            <p:nvPr/>
          </p:nvSpPr>
          <p:spPr>
            <a:xfrm rot="2700000">
              <a:off x="7528255" y="1018479"/>
              <a:ext cx="228600" cy="228600"/>
            </a:xfrm>
            <a:prstGeom prst="rect">
              <a:avLst/>
            </a:prstGeom>
            <a:solidFill>
              <a:srgbClr val="C53030"/>
            </a:solidFill>
            <a:ln w="25400">
              <a:solidFill>
                <a:srgbClr val="FFFFFF"/>
              </a:solidFill>
              <a:prstDash val="solid"/>
            </a:ln>
            <a:effectLst>
              <a:outerShdw blurRad="38100" dist="25400" dir="162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16" name="Text 112">
              <a:extLst>
                <a:ext uri="{FF2B5EF4-FFF2-40B4-BE49-F238E27FC236}">
                  <a16:creationId xmlns:a16="http://schemas.microsoft.com/office/drawing/2014/main" id="{0E8210EA-05C1-77AE-2F4E-ADC30CDAE776}"/>
                </a:ext>
              </a:extLst>
            </p:cNvPr>
            <p:cNvSpPr txBox="1"/>
            <p:nvPr/>
          </p:nvSpPr>
          <p:spPr>
            <a:xfrm rot="18900000">
              <a:off x="7548372" y="1038596"/>
              <a:ext cx="2670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G2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17" name="Shape 113">
              <a:extLst>
                <a:ext uri="{FF2B5EF4-FFF2-40B4-BE49-F238E27FC236}">
                  <a16:creationId xmlns:a16="http://schemas.microsoft.com/office/drawing/2014/main" id="{27BE99F8-0678-8246-698B-764E115DA2FA}"/>
                </a:ext>
              </a:extLst>
            </p:cNvPr>
            <p:cNvSpPr/>
            <p:nvPr/>
          </p:nvSpPr>
          <p:spPr>
            <a:xfrm>
              <a:off x="10080845" y="1294628"/>
              <a:ext cx="1019556" cy="200254"/>
            </a:xfrm>
            <a:prstGeom prst="roundRect">
              <a:avLst>
                <a:gd name="adj" fmla="val 173951"/>
              </a:avLst>
            </a:prstGeom>
            <a:solidFill>
              <a:srgbClr val="FFF5F5"/>
            </a:solidFill>
            <a:ln w="12700">
              <a:solidFill>
                <a:srgbClr val="FEB2B2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20" name="Text 114">
              <a:extLst>
                <a:ext uri="{FF2B5EF4-FFF2-40B4-BE49-F238E27FC236}">
                  <a16:creationId xmlns:a16="http://schemas.microsoft.com/office/drawing/2014/main" id="{58B7AD5F-2084-5C47-7695-A906C6EBD50D}"/>
                </a:ext>
              </a:extLst>
            </p:cNvPr>
            <p:cNvSpPr txBox="1"/>
            <p:nvPr/>
          </p:nvSpPr>
          <p:spPr>
            <a:xfrm>
              <a:off x="10026987" y="1294628"/>
              <a:ext cx="1184879" cy="2002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63500" tIns="25400" rIns="63500" bIns="2540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C53030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Adjustments Done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21" name="Shape 115">
              <a:extLst>
                <a:ext uri="{FF2B5EF4-FFF2-40B4-BE49-F238E27FC236}">
                  <a16:creationId xmlns:a16="http://schemas.microsoft.com/office/drawing/2014/main" id="{35EBF227-6F16-3BAC-8F85-9F26CA206FE1}"/>
                </a:ext>
              </a:extLst>
            </p:cNvPr>
            <p:cNvSpPr/>
            <p:nvPr/>
          </p:nvSpPr>
          <p:spPr>
            <a:xfrm rot="2700000">
              <a:off x="10474037" y="1018479"/>
              <a:ext cx="228600" cy="228600"/>
            </a:xfrm>
            <a:prstGeom prst="rect">
              <a:avLst/>
            </a:prstGeom>
            <a:solidFill>
              <a:srgbClr val="C53030"/>
            </a:solidFill>
            <a:ln w="25400">
              <a:solidFill>
                <a:srgbClr val="FFFFFF"/>
              </a:solidFill>
              <a:prstDash val="solid"/>
            </a:ln>
            <a:effectLst>
              <a:outerShdw blurRad="38100" dist="25400" dir="162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22" name="Text 116">
              <a:extLst>
                <a:ext uri="{FF2B5EF4-FFF2-40B4-BE49-F238E27FC236}">
                  <a16:creationId xmlns:a16="http://schemas.microsoft.com/office/drawing/2014/main" id="{965CA979-0FDD-1985-E1BF-E4940A68574B}"/>
                </a:ext>
              </a:extLst>
            </p:cNvPr>
            <p:cNvSpPr txBox="1"/>
            <p:nvPr/>
          </p:nvSpPr>
          <p:spPr>
            <a:xfrm rot="18900000">
              <a:off x="10494154" y="1038596"/>
              <a:ext cx="2670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G3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23" name="Shape 117">
              <a:extLst>
                <a:ext uri="{FF2B5EF4-FFF2-40B4-BE49-F238E27FC236}">
                  <a16:creationId xmlns:a16="http://schemas.microsoft.com/office/drawing/2014/main" id="{431CB266-3151-8E8A-1027-049793938A2F}"/>
                </a:ext>
              </a:extLst>
            </p:cNvPr>
            <p:cNvSpPr/>
            <p:nvPr/>
          </p:nvSpPr>
          <p:spPr>
            <a:xfrm>
              <a:off x="11210544" y="1294628"/>
              <a:ext cx="599846" cy="200254"/>
            </a:xfrm>
            <a:prstGeom prst="roundRect">
              <a:avLst>
                <a:gd name="adj" fmla="val 173951"/>
              </a:avLst>
            </a:prstGeom>
            <a:solidFill>
              <a:srgbClr val="FFF5F5"/>
            </a:solidFill>
            <a:ln w="12700">
              <a:solidFill>
                <a:srgbClr val="FEB2B2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25" name="Text 118">
              <a:extLst>
                <a:ext uri="{FF2B5EF4-FFF2-40B4-BE49-F238E27FC236}">
                  <a16:creationId xmlns:a16="http://schemas.microsoft.com/office/drawing/2014/main" id="{76F843E8-A01F-71BB-2666-128A4249038B}"/>
                </a:ext>
              </a:extLst>
            </p:cNvPr>
            <p:cNvSpPr txBox="1"/>
            <p:nvPr/>
          </p:nvSpPr>
          <p:spPr>
            <a:xfrm>
              <a:off x="11210544" y="1294628"/>
              <a:ext cx="657454" cy="2002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63500" tIns="25400" rIns="63500" bIns="2540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C53030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Decision</a:t>
              </a:r>
            </a:p>
          </p:txBody>
        </p:sp>
        <p:sp>
          <p:nvSpPr>
            <p:cNvPr id="226" name="Shape 119">
              <a:extLst>
                <a:ext uri="{FF2B5EF4-FFF2-40B4-BE49-F238E27FC236}">
                  <a16:creationId xmlns:a16="http://schemas.microsoft.com/office/drawing/2014/main" id="{2D3BBD8D-10EF-00A4-822E-A7D4F381CE21}"/>
                </a:ext>
              </a:extLst>
            </p:cNvPr>
            <p:cNvSpPr/>
            <p:nvPr/>
          </p:nvSpPr>
          <p:spPr>
            <a:xfrm rot="2700000">
              <a:off x="11395253" y="1018479"/>
              <a:ext cx="228600" cy="228600"/>
            </a:xfrm>
            <a:prstGeom prst="rect">
              <a:avLst/>
            </a:prstGeom>
            <a:solidFill>
              <a:srgbClr val="C53030"/>
            </a:solidFill>
            <a:ln w="25400">
              <a:solidFill>
                <a:srgbClr val="FFFFFF"/>
              </a:solidFill>
              <a:prstDash val="solid"/>
            </a:ln>
            <a:effectLst>
              <a:outerShdw blurRad="38100" dist="25400" dir="162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27" name="Text 120">
              <a:extLst>
                <a:ext uri="{FF2B5EF4-FFF2-40B4-BE49-F238E27FC236}">
                  <a16:creationId xmlns:a16="http://schemas.microsoft.com/office/drawing/2014/main" id="{14459F39-683D-B22A-BD3C-91DD9B30DA77}"/>
                </a:ext>
              </a:extLst>
            </p:cNvPr>
            <p:cNvSpPr txBox="1"/>
            <p:nvPr/>
          </p:nvSpPr>
          <p:spPr>
            <a:xfrm rot="18900000">
              <a:off x="11415370" y="1038596"/>
              <a:ext cx="2670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Open Sans" pitchFamily="34" charset="-122"/>
                  <a:cs typeface="Open Sans" pitchFamily="34" charset="-120"/>
                </a:rPr>
                <a:t>G4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28" name="Shape 67">
              <a:extLst>
                <a:ext uri="{FF2B5EF4-FFF2-40B4-BE49-F238E27FC236}">
                  <a16:creationId xmlns:a16="http://schemas.microsoft.com/office/drawing/2014/main" id="{203AF364-A1BF-B0E4-AFE0-CE77E8903E52}"/>
                </a:ext>
              </a:extLst>
            </p:cNvPr>
            <p:cNvSpPr/>
            <p:nvPr/>
          </p:nvSpPr>
          <p:spPr>
            <a:xfrm>
              <a:off x="5429809" y="3917238"/>
              <a:ext cx="304495" cy="304495"/>
            </a:xfrm>
            <a:prstGeom prst="ellipse">
              <a:avLst/>
            </a:prstGeom>
            <a:solidFill>
              <a:srgbClr val="4299E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229" name="Image 10" descr="preencoded.png">
              <a:extLst>
                <a:ext uri="{FF2B5EF4-FFF2-40B4-BE49-F238E27FC236}">
                  <a16:creationId xmlns:a16="http://schemas.microsoft.com/office/drawing/2014/main" id="{E0BA5713-A6FB-C911-2C33-C30FBA49D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-1507" r="-1507"/>
            <a:stretch/>
          </p:blipFill>
          <p:spPr>
            <a:xfrm>
              <a:off x="5496560" y="4003192"/>
              <a:ext cx="171907" cy="133502"/>
            </a:xfrm>
            <a:prstGeom prst="rect">
              <a:avLst/>
            </a:prstGeom>
          </p:spPr>
        </p:pic>
        <p:sp>
          <p:nvSpPr>
            <p:cNvPr id="230" name="Shape 90">
              <a:extLst>
                <a:ext uri="{FF2B5EF4-FFF2-40B4-BE49-F238E27FC236}">
                  <a16:creationId xmlns:a16="http://schemas.microsoft.com/office/drawing/2014/main" id="{091943EA-9CC2-3882-F263-4B9A8015624D}"/>
                </a:ext>
              </a:extLst>
            </p:cNvPr>
            <p:cNvSpPr/>
            <p:nvPr/>
          </p:nvSpPr>
          <p:spPr>
            <a:xfrm>
              <a:off x="5715000" y="3887114"/>
              <a:ext cx="9144" cy="75895"/>
            </a:xfrm>
            <a:prstGeom prst="rect">
              <a:avLst/>
            </a:prstGeom>
            <a:solidFill>
              <a:srgbClr val="CBD5E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31" name="Shape 45">
              <a:extLst>
                <a:ext uri="{FF2B5EF4-FFF2-40B4-BE49-F238E27FC236}">
                  <a16:creationId xmlns:a16="http://schemas.microsoft.com/office/drawing/2014/main" id="{F1A4DC9B-D69C-64E2-D845-083D38303DD3}"/>
                </a:ext>
              </a:extLst>
            </p:cNvPr>
            <p:cNvSpPr/>
            <p:nvPr/>
          </p:nvSpPr>
          <p:spPr>
            <a:xfrm>
              <a:off x="10141450" y="4652405"/>
              <a:ext cx="304495" cy="304495"/>
            </a:xfrm>
            <a:prstGeom prst="ellipse">
              <a:avLst/>
            </a:prstGeom>
            <a:solidFill>
              <a:srgbClr val="4299E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232" name="Image 6" descr="preencoded.png">
              <a:extLst>
                <a:ext uri="{FF2B5EF4-FFF2-40B4-BE49-F238E27FC236}">
                  <a16:creationId xmlns:a16="http://schemas.microsoft.com/office/drawing/2014/main" id="{2AA10C1C-E313-30F6-D23B-2CD6B737E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10227404" y="4738358"/>
              <a:ext cx="133502" cy="133502"/>
            </a:xfrm>
            <a:prstGeom prst="rect">
              <a:avLst/>
            </a:prstGeom>
          </p:spPr>
        </p:pic>
      </p:grpSp>
      <p:sp>
        <p:nvSpPr>
          <p:cNvPr id="236" name="Text 36">
            <a:extLst>
              <a:ext uri="{FF2B5EF4-FFF2-40B4-BE49-F238E27FC236}">
                <a16:creationId xmlns:a16="http://schemas.microsoft.com/office/drawing/2014/main" id="{FBD9E5FF-D4C7-72CB-E8D6-7AE2BE79AFA5}"/>
              </a:ext>
            </a:extLst>
          </p:cNvPr>
          <p:cNvSpPr txBox="1"/>
          <p:nvPr/>
        </p:nvSpPr>
        <p:spPr>
          <a:xfrm>
            <a:off x="531451" y="4716426"/>
            <a:ext cx="17602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uLnTx/>
                <a:uFillTx/>
                <a:latin typeface="+mj-lt"/>
                <a:ea typeface="Montserrat" pitchFamily="34" charset="-122"/>
                <a:cs typeface="Montserrat" pitchFamily="34" charset="-120"/>
              </a:rPr>
              <a:t>Key Deliverables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uLnTx/>
              <a:uFillTx/>
              <a:latin typeface="+mj-lt"/>
            </a:endParaRPr>
          </a:p>
        </p:txBody>
      </p:sp>
      <p:sp>
        <p:nvSpPr>
          <p:cNvPr id="239" name="Shape 37">
            <a:extLst>
              <a:ext uri="{FF2B5EF4-FFF2-40B4-BE49-F238E27FC236}">
                <a16:creationId xmlns:a16="http://schemas.microsoft.com/office/drawing/2014/main" id="{A888DDE8-121E-76BE-5776-F41B6EB1C7AE}"/>
              </a:ext>
            </a:extLst>
          </p:cNvPr>
          <p:cNvSpPr/>
          <p:nvPr/>
        </p:nvSpPr>
        <p:spPr>
          <a:xfrm>
            <a:off x="503569" y="5035113"/>
            <a:ext cx="2193654" cy="1541343"/>
          </a:xfrm>
          <a:prstGeom prst="roundRect">
            <a:avLst>
              <a:gd name="adj" fmla="val 3746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r>
              <a:rPr lang="en-US" sz="1200" b="1" u="sng" noProof="0">
                <a:latin typeface="+mj-lt"/>
              </a:rPr>
              <a:t>Review &amp; baseline</a:t>
            </a:r>
            <a:endParaRPr kumimoji="0" lang="en-US" sz="1200" b="0" i="0" u="sng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kumimoji="0" lang="en-US" sz="12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Baseline report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kumimoji="0" lang="en-US" sz="12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Demand map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kumimoji="0" lang="en-US" sz="12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Project portfolio landscape</a:t>
            </a:r>
            <a:endParaRPr lang="en-US" sz="1200" b="1" noProof="0">
              <a:latin typeface="+mj-lt"/>
            </a:endParaRPr>
          </a:p>
        </p:txBody>
      </p:sp>
      <p:sp>
        <p:nvSpPr>
          <p:cNvPr id="240" name="Shape 37">
            <a:extLst>
              <a:ext uri="{FF2B5EF4-FFF2-40B4-BE49-F238E27FC236}">
                <a16:creationId xmlns:a16="http://schemas.microsoft.com/office/drawing/2014/main" id="{8FE718DC-2080-AF06-B82A-47272636646D}"/>
              </a:ext>
            </a:extLst>
          </p:cNvPr>
          <p:cNvSpPr/>
          <p:nvPr/>
        </p:nvSpPr>
        <p:spPr>
          <a:xfrm>
            <a:off x="2737483" y="5035113"/>
            <a:ext cx="2193654" cy="1541343"/>
          </a:xfrm>
          <a:prstGeom prst="roundRect">
            <a:avLst>
              <a:gd name="adj" fmla="val 3746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r>
              <a:rPr lang="en-US" sz="1200" b="1" u="sng" noProof="0">
                <a:latin typeface="+mj-lt"/>
              </a:rPr>
              <a:t>Define Lifecyle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Lifecycle map v1.0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Demand typology framework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Prioritization framework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Roles &amp; RACI matrix</a:t>
            </a:r>
          </a:p>
        </p:txBody>
      </p:sp>
      <p:sp>
        <p:nvSpPr>
          <p:cNvPr id="241" name="Shape 37">
            <a:extLst>
              <a:ext uri="{FF2B5EF4-FFF2-40B4-BE49-F238E27FC236}">
                <a16:creationId xmlns:a16="http://schemas.microsoft.com/office/drawing/2014/main" id="{4D821840-F7A9-9CAA-CCC9-9A8FC9203232}"/>
              </a:ext>
            </a:extLst>
          </p:cNvPr>
          <p:cNvSpPr/>
          <p:nvPr/>
        </p:nvSpPr>
        <p:spPr>
          <a:xfrm>
            <a:off x="4971397" y="5035113"/>
            <a:ext cx="2193654" cy="1541343"/>
          </a:xfrm>
          <a:prstGeom prst="roundRect">
            <a:avLst>
              <a:gd name="adj" fmla="val 3746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r>
              <a:rPr lang="en-US" sz="1200" b="1" u="sng" noProof="0">
                <a:latin typeface="+mj-lt"/>
              </a:rPr>
              <a:t>Design Tool Ecosystem</a:t>
            </a:r>
            <a:endParaRPr kumimoji="0" lang="en-US" sz="1200" b="0" i="0" u="sng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Tool ecosystem design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Jira configuration v1.0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Portfolio concept blueprint</a:t>
            </a:r>
          </a:p>
        </p:txBody>
      </p:sp>
      <p:sp>
        <p:nvSpPr>
          <p:cNvPr id="242" name="Shape 37">
            <a:extLst>
              <a:ext uri="{FF2B5EF4-FFF2-40B4-BE49-F238E27FC236}">
                <a16:creationId xmlns:a16="http://schemas.microsoft.com/office/drawing/2014/main" id="{03B1AD91-C776-D3C5-55B9-37DD4A9ABED6}"/>
              </a:ext>
            </a:extLst>
          </p:cNvPr>
          <p:cNvSpPr/>
          <p:nvPr/>
        </p:nvSpPr>
        <p:spPr>
          <a:xfrm>
            <a:off x="7205312" y="5035113"/>
            <a:ext cx="2193654" cy="1541343"/>
          </a:xfrm>
          <a:prstGeom prst="roundRect">
            <a:avLst>
              <a:gd name="adj" fmla="val 3746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r>
              <a:rPr lang="en-US" sz="1200" b="1" u="sng" noProof="0">
                <a:latin typeface="+mj-lt"/>
              </a:rPr>
              <a:t>Pilot Execution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Pilot execution report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First reporting output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Structured feedback log</a:t>
            </a:r>
          </a:p>
        </p:txBody>
      </p:sp>
      <p:sp>
        <p:nvSpPr>
          <p:cNvPr id="243" name="Shape 37">
            <a:extLst>
              <a:ext uri="{FF2B5EF4-FFF2-40B4-BE49-F238E27FC236}">
                <a16:creationId xmlns:a16="http://schemas.microsoft.com/office/drawing/2014/main" id="{3E54F096-F3A2-584E-614B-A3C12C117521}"/>
              </a:ext>
            </a:extLst>
          </p:cNvPr>
          <p:cNvSpPr/>
          <p:nvPr/>
        </p:nvSpPr>
        <p:spPr>
          <a:xfrm>
            <a:off x="9439227" y="5035113"/>
            <a:ext cx="2193654" cy="1541343"/>
          </a:xfrm>
          <a:prstGeom prst="roundRect">
            <a:avLst>
              <a:gd name="adj" fmla="val 3746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r>
              <a:rPr lang="en-US" sz="1200" b="1" u="sng" noProof="0">
                <a:latin typeface="+mj-lt"/>
              </a:rPr>
              <a:t>Learn &amp; Adjust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Lifecycle map v2.0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Jira configuration v2.0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Value criteria framework v2.0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Ways of Working playbook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200" noProof="0">
                <a:latin typeface="+mj-lt"/>
              </a:rPr>
              <a:t>Lessons learned document </a:t>
            </a:r>
          </a:p>
          <a:p>
            <a:endParaRPr lang="en-US" sz="1200" b="1" noProof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2492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56FF2-A8D5-5783-606C-3FA74FE9F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CD781A12-8B29-6DAD-50FF-C36B64BBBC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CD781A12-8B29-6DAD-50FF-C36B64BBBC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0F9D96C5-D008-6731-C1F7-42FA6893A66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78F52CA8-B09F-886E-7736-97CAB9421FA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200" noProof="0">
                <a:solidFill>
                  <a:schemeClr val="tx1"/>
                </a:solidFill>
                <a:latin typeface="+mn-lt"/>
              </a:rPr>
              <a:t>1. Project Plan &amp; Key Next Steps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2F356AA5-D060-152A-9424-630943D3C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" y="450009"/>
            <a:ext cx="5748956" cy="342471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n-lt"/>
              </a:rPr>
              <a:t>Initial Discovery Sessions</a:t>
            </a:r>
          </a:p>
        </p:txBody>
      </p:sp>
      <p:graphicFrame>
        <p:nvGraphicFramePr>
          <p:cNvPr id="34" name="Table 28">
            <a:extLst>
              <a:ext uri="{FF2B5EF4-FFF2-40B4-BE49-F238E27FC236}">
                <a16:creationId xmlns:a16="http://schemas.microsoft.com/office/drawing/2014/main" id="{90FF0C61-710A-8673-28E4-E1387D893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903597"/>
              </p:ext>
            </p:extLst>
          </p:nvPr>
        </p:nvGraphicFramePr>
        <p:xfrm>
          <a:off x="306893" y="1002794"/>
          <a:ext cx="11649755" cy="2409814"/>
        </p:xfrm>
        <a:graphic>
          <a:graphicData uri="http://schemas.openxmlformats.org/drawingml/2006/table">
            <a:tbl>
              <a:tblPr firstRow="1" bandRow="1"/>
              <a:tblGrid>
                <a:gridCol w="2329951">
                  <a:extLst>
                    <a:ext uri="{9D8B030D-6E8A-4147-A177-3AD203B41FA5}">
                      <a16:colId xmlns:a16="http://schemas.microsoft.com/office/drawing/2014/main" val="2607517312"/>
                    </a:ext>
                  </a:extLst>
                </a:gridCol>
                <a:gridCol w="2329951">
                  <a:extLst>
                    <a:ext uri="{9D8B030D-6E8A-4147-A177-3AD203B41FA5}">
                      <a16:colId xmlns:a16="http://schemas.microsoft.com/office/drawing/2014/main" val="2090764540"/>
                    </a:ext>
                  </a:extLst>
                </a:gridCol>
                <a:gridCol w="2329951">
                  <a:extLst>
                    <a:ext uri="{9D8B030D-6E8A-4147-A177-3AD203B41FA5}">
                      <a16:colId xmlns:a16="http://schemas.microsoft.com/office/drawing/2014/main" val="820110994"/>
                    </a:ext>
                  </a:extLst>
                </a:gridCol>
                <a:gridCol w="2329951">
                  <a:extLst>
                    <a:ext uri="{9D8B030D-6E8A-4147-A177-3AD203B41FA5}">
                      <a16:colId xmlns:a16="http://schemas.microsoft.com/office/drawing/2014/main" val="1002228680"/>
                    </a:ext>
                  </a:extLst>
                </a:gridCol>
                <a:gridCol w="2329951">
                  <a:extLst>
                    <a:ext uri="{9D8B030D-6E8A-4147-A177-3AD203B41FA5}">
                      <a16:colId xmlns:a16="http://schemas.microsoft.com/office/drawing/2014/main" val="2375160315"/>
                    </a:ext>
                  </a:extLst>
                </a:gridCol>
              </a:tblGrid>
              <a:tr h="340907">
                <a:tc gridSpan="5">
                  <a:txBody>
                    <a:bodyPr/>
                    <a:lstStyle>
                      <a:lvl1pPr marL="0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Week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44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latin typeface="Montserrat" pitchFamily="2" charset="7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latin typeface="Montserrat" pitchFamily="2" charset="7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latin typeface="Montserrat" pitchFamily="2" charset="7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latin typeface="Montserrat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209877"/>
                  </a:ext>
                </a:extLst>
              </a:tr>
              <a:tr h="340907"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50" noProof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Day 1 – April 13</a:t>
                      </a:r>
                      <a:r>
                        <a:rPr lang="en-US" sz="1050" baseline="30000" noProof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th</a:t>
                      </a:r>
                      <a:endParaRPr lang="en-US" sz="1050" noProof="0">
                        <a:solidFill>
                          <a:schemeClr val="tx1"/>
                        </a:solidFill>
                        <a:latin typeface="Montserrat" pitchFamily="2" charset="7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50" noProof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Day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50" noProof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Day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50" noProof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Day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50" noProof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Day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793419"/>
                  </a:ext>
                </a:extLst>
              </a:tr>
              <a:tr h="1728000"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en-US" sz="1200" noProof="0">
                        <a:latin typeface="Montserrat" pitchFamily="2" charset="7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en-US" sz="1200" noProof="0">
                        <a:latin typeface="Montserrat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en-US" sz="1200" noProof="0">
                        <a:latin typeface="Montserrat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en-US" sz="1200" noProof="0">
                        <a:latin typeface="Montserrat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en-US" sz="1200" noProof="0">
                        <a:latin typeface="Montserrat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437889"/>
                  </a:ext>
                </a:extLst>
              </a:tr>
            </a:tbl>
          </a:graphicData>
        </a:graphic>
      </p:graphicFrame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00117C72-3A8C-C3F1-3416-1D320A29E689}"/>
              </a:ext>
            </a:extLst>
          </p:cNvPr>
          <p:cNvSpPr/>
          <p:nvPr/>
        </p:nvSpPr>
        <p:spPr>
          <a:xfrm>
            <a:off x="399029" y="1996771"/>
            <a:ext cx="1987200" cy="941677"/>
          </a:xfrm>
          <a:prstGeom prst="roundRect">
            <a:avLst>
              <a:gd name="adj" fmla="val 30402"/>
            </a:avLst>
          </a:prstGeom>
          <a:solidFill>
            <a:srgbClr val="FFFFFF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Project Kickoff Meeting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noProof="0">
                <a:solidFill>
                  <a:srgbClr val="070F26"/>
                </a:solidFill>
                <a:latin typeface="+mj-lt"/>
              </a:rPr>
              <a:t>Align scope, objective, timelines, roles and ways of working</a:t>
            </a:r>
            <a:endParaRPr kumimoji="0" lang="en-US" sz="1100" i="0" u="none" strike="noStrike" kern="0" cap="none" spc="0" normalizeH="0" baseline="0" noProof="0">
              <a:ln>
                <a:noFill/>
              </a:ln>
              <a:solidFill>
                <a:srgbClr val="2E404D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DB90778B-09B4-CC50-5637-D599E8D1FF58}"/>
              </a:ext>
            </a:extLst>
          </p:cNvPr>
          <p:cNvSpPr/>
          <p:nvPr/>
        </p:nvSpPr>
        <p:spPr>
          <a:xfrm>
            <a:off x="5090160" y="2621626"/>
            <a:ext cx="6739270" cy="709200"/>
          </a:xfrm>
          <a:prstGeom prst="roundRect">
            <a:avLst>
              <a:gd name="adj" fmla="val 23874"/>
            </a:avLst>
          </a:prstGeom>
          <a:solidFill>
            <a:srgbClr val="FFFFFF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Demand sources mapping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noProof="0">
                <a:solidFill>
                  <a:srgbClr val="070F26"/>
                </a:solidFill>
                <a:latin typeface="+mj-lt"/>
              </a:rPr>
              <a:t>Identify all entry points, value stream flow, etc..</a:t>
            </a:r>
            <a:endParaRPr kumimoji="0" lang="en-US" sz="1100" i="0" u="none" strike="noStrike" kern="0" cap="none" spc="0" normalizeH="0" baseline="0" noProof="0">
              <a:ln>
                <a:noFill/>
              </a:ln>
              <a:solidFill>
                <a:srgbClr val="2E404D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aphicFrame>
        <p:nvGraphicFramePr>
          <p:cNvPr id="6" name="Table 28">
            <a:extLst>
              <a:ext uri="{FF2B5EF4-FFF2-40B4-BE49-F238E27FC236}">
                <a16:creationId xmlns:a16="http://schemas.microsoft.com/office/drawing/2014/main" id="{56B7B455-8294-A680-BBD1-937BBBAD6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432260"/>
              </p:ext>
            </p:extLst>
          </p:nvPr>
        </p:nvGraphicFramePr>
        <p:xfrm>
          <a:off x="306893" y="3711270"/>
          <a:ext cx="11649755" cy="2409814"/>
        </p:xfrm>
        <a:graphic>
          <a:graphicData uri="http://schemas.openxmlformats.org/drawingml/2006/table">
            <a:tbl>
              <a:tblPr firstRow="1" bandRow="1"/>
              <a:tblGrid>
                <a:gridCol w="2329951">
                  <a:extLst>
                    <a:ext uri="{9D8B030D-6E8A-4147-A177-3AD203B41FA5}">
                      <a16:colId xmlns:a16="http://schemas.microsoft.com/office/drawing/2014/main" val="2607517312"/>
                    </a:ext>
                  </a:extLst>
                </a:gridCol>
                <a:gridCol w="2329951">
                  <a:extLst>
                    <a:ext uri="{9D8B030D-6E8A-4147-A177-3AD203B41FA5}">
                      <a16:colId xmlns:a16="http://schemas.microsoft.com/office/drawing/2014/main" val="2090764540"/>
                    </a:ext>
                  </a:extLst>
                </a:gridCol>
                <a:gridCol w="2329951">
                  <a:extLst>
                    <a:ext uri="{9D8B030D-6E8A-4147-A177-3AD203B41FA5}">
                      <a16:colId xmlns:a16="http://schemas.microsoft.com/office/drawing/2014/main" val="820110994"/>
                    </a:ext>
                  </a:extLst>
                </a:gridCol>
                <a:gridCol w="2329951">
                  <a:extLst>
                    <a:ext uri="{9D8B030D-6E8A-4147-A177-3AD203B41FA5}">
                      <a16:colId xmlns:a16="http://schemas.microsoft.com/office/drawing/2014/main" val="1002228680"/>
                    </a:ext>
                  </a:extLst>
                </a:gridCol>
                <a:gridCol w="2329951">
                  <a:extLst>
                    <a:ext uri="{9D8B030D-6E8A-4147-A177-3AD203B41FA5}">
                      <a16:colId xmlns:a16="http://schemas.microsoft.com/office/drawing/2014/main" val="2375160315"/>
                    </a:ext>
                  </a:extLst>
                </a:gridCol>
              </a:tblGrid>
              <a:tr h="340907">
                <a:tc gridSpan="5">
                  <a:txBody>
                    <a:bodyPr/>
                    <a:lstStyle>
                      <a:lvl1pPr marL="0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Week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44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latin typeface="Montserrat" pitchFamily="2" charset="7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latin typeface="Montserrat" pitchFamily="2" charset="7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latin typeface="Montserrat" pitchFamily="2" charset="7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>
                        <a:latin typeface="Montserrat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209877"/>
                  </a:ext>
                </a:extLst>
              </a:tr>
              <a:tr h="340907"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50" noProof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Day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50" noProof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Day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50" noProof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Day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50" noProof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Day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50" noProof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Day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793419"/>
                  </a:ext>
                </a:extLst>
              </a:tr>
              <a:tr h="1728000"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en-US" sz="1200" noProof="0">
                        <a:latin typeface="Montserrat" pitchFamily="2" charset="7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en-US" sz="1200" noProof="0">
                        <a:latin typeface="Montserrat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en-US" sz="1200" noProof="0">
                        <a:latin typeface="Montserrat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en-US" sz="1200" noProof="0">
                        <a:latin typeface="Montserrat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en-US" sz="1200" noProof="0">
                        <a:latin typeface="Montserrat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04D">
                          <a:lumMod val="60000"/>
                          <a:lumOff val="40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437889"/>
                  </a:ext>
                </a:extLst>
              </a:tr>
            </a:tbl>
          </a:graphicData>
        </a:graphic>
      </p:graphicFrame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C68B43A4-2E0E-9E46-7651-5D91E39FD18E}"/>
              </a:ext>
            </a:extLst>
          </p:cNvPr>
          <p:cNvSpPr/>
          <p:nvPr/>
        </p:nvSpPr>
        <p:spPr>
          <a:xfrm>
            <a:off x="5156223" y="4705247"/>
            <a:ext cx="1987200" cy="941677"/>
          </a:xfrm>
          <a:prstGeom prst="roundRect">
            <a:avLst>
              <a:gd name="adj" fmla="val 30402"/>
            </a:avLst>
          </a:prstGeom>
          <a:solidFill>
            <a:srgbClr val="FFFFFF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Tool ecosystem Review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noProof="0">
                <a:solidFill>
                  <a:srgbClr val="070F26"/>
                </a:solidFill>
                <a:latin typeface="+mj-lt"/>
              </a:rPr>
              <a:t>Map tools and fragmentation across lifecycle</a:t>
            </a:r>
            <a:endParaRPr kumimoji="0" lang="en-US" sz="1100" i="0" u="none" strike="noStrike" kern="0" cap="none" spc="0" normalizeH="0" baseline="0" noProof="0">
              <a:ln>
                <a:noFill/>
              </a:ln>
              <a:solidFill>
                <a:srgbClr val="2E404D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BE8EA510-D3EE-0479-CCA6-2DD0F986FD39}"/>
              </a:ext>
            </a:extLst>
          </p:cNvPr>
          <p:cNvSpPr/>
          <p:nvPr/>
        </p:nvSpPr>
        <p:spPr>
          <a:xfrm>
            <a:off x="7472912" y="4705247"/>
            <a:ext cx="1986687" cy="941677"/>
          </a:xfrm>
          <a:prstGeom prst="roundRect">
            <a:avLst>
              <a:gd name="adj" fmla="val 30402"/>
            </a:avLst>
          </a:prstGeom>
          <a:solidFill>
            <a:srgbClr val="FFFFFF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Reporting and metrics review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kern="0" noProof="0">
                <a:solidFill>
                  <a:srgbClr val="070F26"/>
                </a:solidFill>
                <a:latin typeface="+mj-lt"/>
              </a:rPr>
              <a:t>U</a:t>
            </a:r>
            <a:r>
              <a:rPr lang="en-US" sz="1100" kern="0" noProof="0">
                <a:solidFill>
                  <a:srgbClr val="070F26"/>
                </a:solidFill>
                <a:latin typeface="+mj-lt"/>
              </a:rPr>
              <a:t>nderstand current reporting, KPIS &amp; gaps</a:t>
            </a:r>
            <a:endParaRPr kumimoji="0" lang="en-US" sz="1100" i="0" u="none" strike="noStrike" kern="0" cap="none" spc="0" normalizeH="0" baseline="0" noProof="0">
              <a:ln>
                <a:noFill/>
              </a:ln>
              <a:solidFill>
                <a:srgbClr val="2E404D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EB323ED7-49D8-B52B-6CB8-6DCF90093D7F}"/>
              </a:ext>
            </a:extLst>
          </p:cNvPr>
          <p:cNvSpPr/>
          <p:nvPr/>
        </p:nvSpPr>
        <p:spPr>
          <a:xfrm>
            <a:off x="2839670" y="4705247"/>
            <a:ext cx="1987200" cy="941677"/>
          </a:xfrm>
          <a:prstGeom prst="roundRect">
            <a:avLst>
              <a:gd name="adj" fmla="val 30402"/>
            </a:avLst>
          </a:prstGeom>
          <a:solidFill>
            <a:srgbClr val="FFFFFF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Capacity &amp; resource model review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noProof="0">
                <a:solidFill>
                  <a:srgbClr val="070F26"/>
                </a:solidFill>
                <a:latin typeface="+mj-lt"/>
              </a:rPr>
              <a:t>Understand team allocations and constraints</a:t>
            </a:r>
            <a:endParaRPr kumimoji="0" lang="en-US" sz="1100" i="0" u="none" strike="noStrike" kern="0" cap="none" spc="0" normalizeH="0" baseline="0" noProof="0">
              <a:ln>
                <a:noFill/>
              </a:ln>
              <a:solidFill>
                <a:srgbClr val="2E404D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74A9E561-461B-1A6A-98A3-454585EDA0D0}"/>
              </a:ext>
            </a:extLst>
          </p:cNvPr>
          <p:cNvSpPr/>
          <p:nvPr/>
        </p:nvSpPr>
        <p:spPr>
          <a:xfrm>
            <a:off x="9764089" y="4705247"/>
            <a:ext cx="1987200" cy="941677"/>
          </a:xfrm>
          <a:prstGeom prst="roundRect">
            <a:avLst>
              <a:gd name="adj" fmla="val 30402"/>
            </a:avLst>
          </a:prstGeom>
          <a:solidFill>
            <a:srgbClr val="FFFFFF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Baseline validation workshop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noProof="0">
                <a:solidFill>
                  <a:srgbClr val="070F26"/>
                </a:solidFill>
                <a:latin typeface="+mj-lt"/>
              </a:rPr>
              <a:t>Validate findings, confirm gaps and align on baseline</a:t>
            </a:r>
            <a:endParaRPr kumimoji="0" lang="en-US" sz="1100" i="0" u="none" strike="noStrike" kern="0" cap="none" spc="0" normalizeH="0" baseline="0" noProof="0">
              <a:ln>
                <a:noFill/>
              </a:ln>
              <a:solidFill>
                <a:srgbClr val="2E404D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FB57E1F2-B7FE-7294-EE7B-A7F63211EE58}"/>
              </a:ext>
            </a:extLst>
          </p:cNvPr>
          <p:cNvSpPr/>
          <p:nvPr/>
        </p:nvSpPr>
        <p:spPr>
          <a:xfrm>
            <a:off x="434894" y="4739971"/>
            <a:ext cx="1987200" cy="941677"/>
          </a:xfrm>
          <a:prstGeom prst="roundRect">
            <a:avLst>
              <a:gd name="adj" fmla="val 30402"/>
            </a:avLst>
          </a:prstGeom>
          <a:solidFill>
            <a:srgbClr val="FFFFFF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Portfolio review session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noProof="0">
                <a:solidFill>
                  <a:srgbClr val="070F26"/>
                </a:solidFill>
                <a:latin typeface="+mj-lt"/>
              </a:rPr>
              <a:t>Build a full view of active initiatives and scope, including demand typology and prioritization</a:t>
            </a:r>
            <a:endParaRPr kumimoji="0" lang="en-US" sz="1100" i="0" u="none" strike="noStrike" kern="0" cap="none" spc="0" normalizeH="0" baseline="0" noProof="0">
              <a:ln>
                <a:noFill/>
              </a:ln>
              <a:solidFill>
                <a:srgbClr val="2E404D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EB8F0BF7-D500-3CAF-852D-5DF95ADB3555}"/>
              </a:ext>
            </a:extLst>
          </p:cNvPr>
          <p:cNvSpPr/>
          <p:nvPr/>
        </p:nvSpPr>
        <p:spPr>
          <a:xfrm>
            <a:off x="7484230" y="1776672"/>
            <a:ext cx="4345200" cy="709200"/>
          </a:xfrm>
          <a:prstGeom prst="roundRect">
            <a:avLst>
              <a:gd name="adj" fmla="val 23874"/>
            </a:avLst>
          </a:prstGeom>
          <a:solidFill>
            <a:srgbClr val="FFFFFF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sz="1100" b="1" kern="0" noProof="0">
                <a:solidFill>
                  <a:srgbClr val="070F26"/>
                </a:solidFill>
              </a:rPr>
              <a:t>Stakeholders interviews</a:t>
            </a:r>
          </a:p>
          <a:p>
            <a:pPr lvl="0" algn="ctr">
              <a:defRPr/>
            </a:pPr>
            <a:r>
              <a:rPr lang="en-US" sz="1100" kern="0" noProof="0">
                <a:solidFill>
                  <a:srgbClr val="070F26"/>
                </a:solidFill>
              </a:rPr>
              <a:t>Leadership: Understand strategic priorities and expectations</a:t>
            </a:r>
          </a:p>
          <a:p>
            <a:pPr lvl="0" algn="ctr">
              <a:defRPr/>
            </a:pPr>
            <a:r>
              <a:rPr lang="en-US" sz="1100" kern="0" noProof="0">
                <a:solidFill>
                  <a:srgbClr val="070F26"/>
                </a:solidFill>
              </a:rPr>
              <a:t>Operation: Understand day-to-day execution, pain points, challenges and bottlenecks</a:t>
            </a:r>
            <a:endParaRPr lang="en-US" sz="1100" kern="0" noProof="0">
              <a:solidFill>
                <a:srgbClr val="2E404D"/>
              </a:solidFill>
            </a:endParaRP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E11D0476-A912-2C00-9935-BD59092831C8}"/>
              </a:ext>
            </a:extLst>
          </p:cNvPr>
          <p:cNvSpPr/>
          <p:nvPr/>
        </p:nvSpPr>
        <p:spPr>
          <a:xfrm>
            <a:off x="2796485" y="1776672"/>
            <a:ext cx="4345200" cy="709200"/>
          </a:xfrm>
          <a:prstGeom prst="roundRect">
            <a:avLst>
              <a:gd name="adj" fmla="val 23874"/>
            </a:avLst>
          </a:prstGeom>
          <a:solidFill>
            <a:srgbClr val="FFFFFF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sz="1100" b="1" kern="0" noProof="0">
                <a:solidFill>
                  <a:srgbClr val="070F26"/>
                </a:solidFill>
              </a:rPr>
              <a:t>Review reusable deliverables and tools</a:t>
            </a:r>
          </a:p>
          <a:p>
            <a:pPr lvl="0" algn="ctr">
              <a:defRPr/>
            </a:pPr>
            <a:r>
              <a:rPr lang="en-US" sz="1100" kern="0" noProof="0">
                <a:solidFill>
                  <a:srgbClr val="070F26"/>
                </a:solidFill>
              </a:rPr>
              <a:t>Discuss and align which previous deliverables can be leveraged to accelerate project activities</a:t>
            </a:r>
            <a:endParaRPr lang="en-US" sz="1100" kern="0" noProof="0">
              <a:solidFill>
                <a:srgbClr val="2E404D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8489CBA-2BB5-6F42-884A-EE0246D585E7}"/>
              </a:ext>
            </a:extLst>
          </p:cNvPr>
          <p:cNvSpPr/>
          <p:nvPr/>
        </p:nvSpPr>
        <p:spPr>
          <a:xfrm>
            <a:off x="10473509" y="1044155"/>
            <a:ext cx="1394823" cy="2586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/>
              <a:t>PROPOSAL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6512B35-047F-EC31-C4B4-69E91483B6A9}"/>
              </a:ext>
            </a:extLst>
          </p:cNvPr>
          <p:cNvSpPr/>
          <p:nvPr/>
        </p:nvSpPr>
        <p:spPr>
          <a:xfrm>
            <a:off x="10473509" y="3787355"/>
            <a:ext cx="1394823" cy="2586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/>
              <a:t>PROPOSAL</a:t>
            </a:r>
          </a:p>
        </p:txBody>
      </p:sp>
    </p:spTree>
    <p:extLst>
      <p:ext uri="{BB962C8B-B14F-4D97-AF65-F5344CB8AC3E}">
        <p14:creationId xmlns:p14="http://schemas.microsoft.com/office/powerpoint/2010/main" val="193740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250A1-6464-ED34-CF73-1EAF88BA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9DD60585-DB38-F4BB-1047-4A465E5F4E4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9DD60585-DB38-F4BB-1047-4A465E5F4E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E77BBA1C-BF41-7E10-3B7C-EE0BECA89DA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6DB08647-27EA-A795-A007-5FB7516301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200" noProof="0">
                <a:solidFill>
                  <a:schemeClr val="tx1"/>
                </a:solidFill>
                <a:latin typeface="+mn-lt"/>
              </a:rPr>
              <a:t>1. Project Plan &amp; Key Next Steps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A3856031-08C4-2754-775B-D34A0AC76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" y="450009"/>
            <a:ext cx="5748956" cy="342471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n-lt"/>
              </a:rPr>
              <a:t>Initial Discovery Sessions</a:t>
            </a:r>
          </a:p>
        </p:txBody>
      </p:sp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E84E5922-43F1-90A1-97FF-2CBC78190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032655"/>
              </p:ext>
            </p:extLst>
          </p:nvPr>
        </p:nvGraphicFramePr>
        <p:xfrm>
          <a:off x="253998" y="812703"/>
          <a:ext cx="11707063" cy="5773865"/>
        </p:xfrm>
        <a:graphic>
          <a:graphicData uri="http://schemas.openxmlformats.org/drawingml/2006/table">
            <a:tbl>
              <a:tblPr/>
              <a:tblGrid>
                <a:gridCol w="1239755">
                  <a:extLst>
                    <a:ext uri="{9D8B030D-6E8A-4147-A177-3AD203B41FA5}">
                      <a16:colId xmlns:a16="http://schemas.microsoft.com/office/drawing/2014/main" val="3199706530"/>
                    </a:ext>
                  </a:extLst>
                </a:gridCol>
                <a:gridCol w="3855100">
                  <a:extLst>
                    <a:ext uri="{9D8B030D-6E8A-4147-A177-3AD203B41FA5}">
                      <a16:colId xmlns:a16="http://schemas.microsoft.com/office/drawing/2014/main" val="1894700144"/>
                    </a:ext>
                  </a:extLst>
                </a:gridCol>
                <a:gridCol w="3306104">
                  <a:extLst>
                    <a:ext uri="{9D8B030D-6E8A-4147-A177-3AD203B41FA5}">
                      <a16:colId xmlns:a16="http://schemas.microsoft.com/office/drawing/2014/main" val="3813216634"/>
                    </a:ext>
                  </a:extLst>
                </a:gridCol>
                <a:gridCol w="3306104">
                  <a:extLst>
                    <a:ext uri="{9D8B030D-6E8A-4147-A177-3AD203B41FA5}">
                      <a16:colId xmlns:a16="http://schemas.microsoft.com/office/drawing/2014/main" val="3470487719"/>
                    </a:ext>
                  </a:extLst>
                </a:gridCol>
              </a:tblGrid>
              <a:tr h="267665"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00" b="1" noProof="0">
                          <a:solidFill>
                            <a:schemeClr val="bg1"/>
                          </a:solidFill>
                          <a:latin typeface="+mj-lt"/>
                        </a:rPr>
                        <a:t>Session</a:t>
                      </a:r>
                      <a:endParaRPr lang="en-US" sz="1000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00" b="1" noProof="0">
                          <a:solidFill>
                            <a:schemeClr val="bg1"/>
                          </a:solidFill>
                          <a:latin typeface="+mj-lt"/>
                        </a:rPr>
                        <a:t>Purpose</a:t>
                      </a:r>
                      <a:endParaRPr lang="en-US" sz="1000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00" b="1" noProof="0">
                          <a:solidFill>
                            <a:schemeClr val="bg1"/>
                          </a:solidFill>
                          <a:latin typeface="+mj-lt"/>
                        </a:rPr>
                        <a:t>Participants</a:t>
                      </a:r>
                      <a:endParaRPr lang="en-US" sz="1000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000" b="1" noProof="0">
                          <a:solidFill>
                            <a:schemeClr val="bg1"/>
                          </a:solidFill>
                          <a:latin typeface="+mj-lt"/>
                        </a:rPr>
                        <a:t>Description</a:t>
                      </a:r>
                      <a:endParaRPr lang="en-US" sz="1000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176121"/>
                  </a:ext>
                </a:extLst>
              </a:tr>
              <a:tr h="611800"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70F26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1. Project Kickoff Meeting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Align on project scope, objectives, timeline, roles, and ways of working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Executive Sponsor, Product Owners, PMO, Management, BRS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Number of sessions: 1 </a:t>
                      </a:r>
                    </a:p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Duration: 60–90 minutes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339172"/>
                  </a:ext>
                </a:extLst>
              </a:tr>
              <a:tr h="611800"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70F26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2. Reusable Deliverables &amp; Tools Review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Identify and align on existing deliverables, frameworks, and tools that can be leveraged to accelerate the project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Executive Sponsor, Product Owner, 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Number of sessions: 1 </a:t>
                      </a:r>
                    </a:p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Duration: 60–90 minutes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465219"/>
                  </a:ext>
                </a:extLst>
              </a:tr>
              <a:tr h="611800"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70F26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3. Stakeholders interviews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Understand strategic priorities, operational challenges, and current pain points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Executive Sponsor, Product Owner, PMO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Number of sessions: 6–10 (depending on stakeholder availability) </a:t>
                      </a:r>
                    </a:p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Duration: 45–60 minutes each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779097"/>
                  </a:ext>
                </a:extLst>
              </a:tr>
              <a:tr h="611800"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70F26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4. Demand sources mapping 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Identify and map all demand entry points, channels, and current intake flows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Product Owner, PMO, BRS Liason, demand sources representatives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91427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828549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2742823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3657097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4571371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5485646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6399920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7314195" algn="l" defTabSz="1828549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Number of sessions: 1–2 </a:t>
                      </a:r>
                    </a:p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Duration: 90–120 minutes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993218"/>
                  </a:ext>
                </a:extLst>
              </a:tr>
              <a:tr h="611800">
                <a:tc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70F26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5. Portfolio review session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Build a comprehensive view of active initiatives, scope, and prioritization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Product Owner, PMO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Number of sessions: 1-2 </a:t>
                      </a:r>
                    </a:p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Duration: 90–120 minutes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429897"/>
                  </a:ext>
                </a:extLst>
              </a:tr>
              <a:tr h="611800">
                <a:tc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70F26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6. Tool ecosystem Review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Assess current tools and identify fragmentation across the lifecycle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Product Owner, PMO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Number of sessions: 1–2 </a:t>
                      </a:r>
                    </a:p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Duration: 90–120 minutes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767929"/>
                  </a:ext>
                </a:extLst>
              </a:tr>
              <a:tr h="611800">
                <a:tc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70F26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7. Capacity &amp; Resource Model Review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Understand team structure, allocation model, and delivery constraints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Executive Sponsor, Product Owner, PMO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Number of sessions: 1 </a:t>
                      </a:r>
                    </a:p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Duration: 60–90 minutes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677681"/>
                  </a:ext>
                </a:extLst>
              </a:tr>
              <a:tr h="611800">
                <a:tc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70F26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8. Reporting &amp; Metrics Review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Understand current reporting practices, KPIs, and visibility gaps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Product Owner, PMO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Number of sessions: 1 </a:t>
                      </a:r>
                    </a:p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Duration: 60–90 minutes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12582"/>
                  </a:ext>
                </a:extLst>
              </a:tr>
              <a:tr h="611800">
                <a:tc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70F26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9. Baseline Validation Workshop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Validate findings, confirm key gaps, and align on current state baseline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Executive Sponsor, Product Owners, PMO, Management, BRS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Number of sessions: 1 </a:t>
                      </a:r>
                    </a:p>
                    <a:p>
                      <a:pPr marL="0" algn="l" defTabSz="1828549" rtl="0" eaLnBrk="1" latinLnBrk="0" hangingPunct="1"/>
                      <a:r>
                        <a:rPr lang="en-US" sz="100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Duration: 90–120 minutes</a:t>
                      </a:r>
                    </a:p>
                  </a:txBody>
                  <a:tcPr marL="61899" marR="61899" marT="30166" marB="3016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70F26">
                          <a:lumMod val="7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587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669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91032-6B77-F4E9-FB5A-A6FA2129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878FA2A0-A0D9-7706-0017-9ED5B28354D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878FA2A0-A0D9-7706-0017-9ED5B28354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28021E5A-8DC9-CF4E-2009-46D9A2674AA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CCE69B8A-D1B6-EE03-693F-8AD046C817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200" noProof="0">
                <a:solidFill>
                  <a:schemeClr val="tx1"/>
                </a:solidFill>
                <a:latin typeface="+mn-lt"/>
              </a:rPr>
              <a:t>1. Project Plan &amp; Key Next Steps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BC230E40-28C8-B0B6-C8C9-EA995D39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" y="450009"/>
            <a:ext cx="5748956" cy="342471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n-lt"/>
              </a:rPr>
              <a:t>Champion selection</a:t>
            </a:r>
          </a:p>
        </p:txBody>
      </p:sp>
      <p:sp>
        <p:nvSpPr>
          <p:cNvPr id="181" name="TextBox 7">
            <a:extLst>
              <a:ext uri="{FF2B5EF4-FFF2-40B4-BE49-F238E27FC236}">
                <a16:creationId xmlns:a16="http://schemas.microsoft.com/office/drawing/2014/main" id="{AF20F8AE-B37F-6943-2C1B-71D5DF550E9A}"/>
              </a:ext>
            </a:extLst>
          </p:cNvPr>
          <p:cNvSpPr txBox="1"/>
          <p:nvPr/>
        </p:nvSpPr>
        <p:spPr>
          <a:xfrm>
            <a:off x="6454115" y="1918947"/>
            <a:ext cx="550414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rgbClr val="070F26"/>
                </a:solidFill>
                <a:latin typeface="+mj-lt"/>
              </a:rPr>
              <a:t>Act as the </a:t>
            </a:r>
            <a:r>
              <a:rPr lang="en-US" sz="1400" b="1">
                <a:solidFill>
                  <a:srgbClr val="070F26"/>
                </a:solidFill>
                <a:latin typeface="+mj-lt"/>
              </a:rPr>
              <a:t>single point of contact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for their respective area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rgbClr val="070F26"/>
                </a:solidFill>
                <a:latin typeface="+mj-lt"/>
              </a:rPr>
              <a:t>Ensure </a:t>
            </a:r>
            <a:r>
              <a:rPr lang="en-US" sz="1400" b="1">
                <a:solidFill>
                  <a:srgbClr val="070F26"/>
                </a:solidFill>
                <a:latin typeface="+mj-lt"/>
              </a:rPr>
              <a:t>end-to-end visibility of demand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from intake to delivery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rgbClr val="070F26"/>
                </a:solidFill>
                <a:latin typeface="+mj-lt"/>
              </a:rPr>
              <a:t>Ensure </a:t>
            </a:r>
            <a:r>
              <a:rPr lang="en-US" sz="1400" b="1">
                <a:solidFill>
                  <a:srgbClr val="070F26"/>
                </a:solidFill>
                <a:latin typeface="+mj-lt"/>
              </a:rPr>
              <a:t>demand is clearly defined, structured, and aligned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with business needs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 b="1">
                <a:solidFill>
                  <a:srgbClr val="070F26"/>
                </a:solidFill>
                <a:latin typeface="+mj-lt"/>
              </a:rPr>
              <a:t>Validate feasibility and identify constraints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, dependencies, and integration impacts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 b="1">
                <a:solidFill>
                  <a:srgbClr val="070F26"/>
                </a:solidFill>
                <a:latin typeface="+mj-lt"/>
              </a:rPr>
              <a:t>Support prioritization decisions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based on </a:t>
            </a:r>
            <a:r>
              <a:rPr lang="en-US" sz="1400" b="1">
                <a:solidFill>
                  <a:srgbClr val="070F26"/>
                </a:solidFill>
                <a:latin typeface="+mj-lt"/>
              </a:rPr>
              <a:t>business value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and strategic alignment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 b="1">
                <a:solidFill>
                  <a:srgbClr val="070F26"/>
                </a:solidFill>
                <a:latin typeface="+mj-lt"/>
              </a:rPr>
              <a:t>Ensure backlog quality, readiness, and proper structuring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of work items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 b="1">
                <a:solidFill>
                  <a:srgbClr val="070F26"/>
                </a:solidFill>
                <a:latin typeface="+mj-lt"/>
              </a:rPr>
              <a:t>Coordinate across teams to ensure alignment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and smooth handoffs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rgbClr val="070F26"/>
                </a:solidFill>
                <a:latin typeface="+mj-lt"/>
              </a:rPr>
              <a:t>Monitor </a:t>
            </a:r>
            <a:r>
              <a:rPr lang="en-US" sz="1400" b="1">
                <a:solidFill>
                  <a:srgbClr val="070F26"/>
                </a:solidFill>
                <a:latin typeface="+mj-lt"/>
              </a:rPr>
              <a:t>execution progress and provide visibility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on </a:t>
            </a:r>
            <a:r>
              <a:rPr lang="en-US" sz="1400" b="1">
                <a:solidFill>
                  <a:srgbClr val="070F26"/>
                </a:solidFill>
                <a:latin typeface="+mj-lt"/>
              </a:rPr>
              <a:t>status and risks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rgbClr val="070F26"/>
                </a:solidFill>
                <a:latin typeface="+mj-lt"/>
              </a:rPr>
              <a:t>Identify and escalate </a:t>
            </a:r>
            <a:r>
              <a:rPr lang="en-US" sz="1400" b="1">
                <a:solidFill>
                  <a:srgbClr val="070F26"/>
                </a:solidFill>
                <a:latin typeface="+mj-lt"/>
              </a:rPr>
              <a:t>bottlenecks, risks, and cross-team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dependencies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rgbClr val="070F26"/>
                </a:solidFill>
                <a:latin typeface="+mj-lt"/>
              </a:rPr>
              <a:t>Ensure </a:t>
            </a:r>
            <a:r>
              <a:rPr lang="en-US" sz="1400" b="1">
                <a:solidFill>
                  <a:srgbClr val="070F26"/>
                </a:solidFill>
                <a:latin typeface="+mj-lt"/>
              </a:rPr>
              <a:t>data accuracy and traceability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across tools and reporting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 b="1">
                <a:solidFill>
                  <a:srgbClr val="070F26"/>
                </a:solidFill>
                <a:latin typeface="+mj-lt"/>
              </a:rPr>
              <a:t>Validate delivered outcomes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against business expectations and value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rgbClr val="070F26"/>
                </a:solidFill>
                <a:latin typeface="+mj-lt"/>
              </a:rPr>
              <a:t>Provide </a:t>
            </a:r>
            <a:r>
              <a:rPr lang="en-US" sz="1400" b="1">
                <a:solidFill>
                  <a:srgbClr val="070F26"/>
                </a:solidFill>
                <a:latin typeface="+mj-lt"/>
              </a:rPr>
              <a:t>continuous feedback during pilot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execution and improvement cycles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>
                <a:solidFill>
                  <a:srgbClr val="070F26"/>
                </a:solidFill>
                <a:latin typeface="+mj-lt"/>
              </a:rPr>
              <a:t>Support </a:t>
            </a:r>
            <a:r>
              <a:rPr lang="en-US" sz="1400" b="1">
                <a:solidFill>
                  <a:srgbClr val="070F26"/>
                </a:solidFill>
                <a:latin typeface="+mj-lt"/>
              </a:rPr>
              <a:t>governance processes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and </a:t>
            </a:r>
            <a:r>
              <a:rPr lang="en-US" sz="1400" b="1">
                <a:solidFill>
                  <a:srgbClr val="070F26"/>
                </a:solidFill>
                <a:latin typeface="+mj-lt"/>
              </a:rPr>
              <a:t>decision-making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forums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 b="1">
                <a:solidFill>
                  <a:srgbClr val="070F26"/>
                </a:solidFill>
                <a:latin typeface="+mj-lt"/>
              </a:rPr>
              <a:t>Drive adoption of the defined ways of working </a:t>
            </a:r>
            <a:r>
              <a:rPr lang="en-US" sz="1400">
                <a:solidFill>
                  <a:srgbClr val="070F26"/>
                </a:solidFill>
                <a:latin typeface="+mj-lt"/>
              </a:rPr>
              <a:t>and lifecycle model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A7403BD-2D6D-4357-0ED3-86D99277EFF0}"/>
              </a:ext>
            </a:extLst>
          </p:cNvPr>
          <p:cNvSpPr txBox="1"/>
          <p:nvPr/>
        </p:nvSpPr>
        <p:spPr>
          <a:xfrm>
            <a:off x="1774238" y="1200268"/>
            <a:ext cx="3821777" cy="51398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>
                <a:solidFill>
                  <a:schemeClr val="accent2"/>
                </a:solidFill>
                <a:latin typeface="+mj-lt"/>
              </a:rPr>
              <a:t>PRODUCT </a:t>
            </a:r>
            <a:r>
              <a:rPr kumimoji="0" lang="en-US" sz="1600" b="1" i="0" u="none" strike="noStrike" cap="none" normalizeH="0" baseline="0" noProof="0">
                <a:ln>
                  <a:noFill/>
                </a:ln>
                <a:solidFill>
                  <a:schemeClr val="accent2"/>
                </a:solidFill>
                <a:effectLst/>
                <a:latin typeface="+mj-lt"/>
              </a:rPr>
              <a:t>MANAGEMENT CHAMPION</a:t>
            </a:r>
            <a:endParaRPr lang="en-US" sz="1600" noProof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/>
              <a:t>Ensures </a:t>
            </a:r>
            <a:r>
              <a:rPr lang="en-US" sz="1200" b="1"/>
              <a:t>alignment at the portfolio level</a:t>
            </a:r>
            <a:r>
              <a:rPr lang="en-US" sz="1200"/>
              <a:t>, connecting </a:t>
            </a:r>
            <a:r>
              <a:rPr lang="en-US" sz="1200" b="1"/>
              <a:t>initiatives to strategic priorities</a:t>
            </a:r>
            <a:r>
              <a:rPr lang="en-US" sz="1200"/>
              <a:t>, managing cross-team dependencies, and providing </a:t>
            </a:r>
            <a:r>
              <a:rPr lang="en-US" sz="1200" b="1"/>
              <a:t>governance and visibility </a:t>
            </a:r>
            <a:r>
              <a:rPr lang="en-US" sz="1200"/>
              <a:t>across the program.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1" i="0" u="none" strike="noStrike" cap="none" normalizeH="0" baseline="0" noProof="0">
              <a:ln>
                <a:noFill/>
              </a:ln>
              <a:solidFill>
                <a:schemeClr val="accent2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noProof="0">
                <a:ln>
                  <a:noFill/>
                </a:ln>
                <a:solidFill>
                  <a:schemeClr val="accent2"/>
                </a:solidFill>
                <a:effectLst/>
                <a:latin typeface="+mj-lt"/>
              </a:rPr>
              <a:t>SAP CHAMPION</a:t>
            </a:r>
            <a:endParaRPr lang="en-US" sz="1600" noProof="0"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/>
              <a:t>Acts as the </a:t>
            </a:r>
            <a:r>
              <a:rPr lang="en-US" sz="1200" b="1"/>
              <a:t>primary representative of SAP delivery</a:t>
            </a:r>
            <a:r>
              <a:rPr lang="en-US" sz="1200"/>
              <a:t>, ensuring </a:t>
            </a:r>
            <a:r>
              <a:rPr lang="en-US" sz="1200" b="1"/>
              <a:t>alignment between business demand, functional scope, and SAP execution capabilities</a:t>
            </a:r>
            <a:r>
              <a:rPr lang="en-US" sz="1200"/>
              <a:t>. This role provides visibility into SAP constraints, dependencies, and delivery implications across the lifecycle.</a:t>
            </a:r>
            <a:endParaRPr kumimoji="0" lang="en-US" sz="12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noProof="0">
                <a:solidFill>
                  <a:schemeClr val="accent2"/>
                </a:solidFill>
                <a:latin typeface="+mj-lt"/>
              </a:rPr>
              <a:t>DIGITAL APPLICATIONS CHAMPION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/>
              <a:t>Acts as the </a:t>
            </a:r>
            <a:r>
              <a:rPr lang="en-US" sz="1200" b="1"/>
              <a:t>primary representative of Digital Applications</a:t>
            </a:r>
            <a:r>
              <a:rPr lang="en-US" sz="1200"/>
              <a:t>, ensuring </a:t>
            </a:r>
            <a:r>
              <a:rPr lang="en-US" sz="1200" b="1"/>
              <a:t>alignment between business demand, functional scope, and execution capabilities</a:t>
            </a:r>
            <a:r>
              <a:rPr lang="en-US" sz="1200"/>
              <a:t>. This role provides visibility into constraints, dependencies, and delivery implications across the lifecycle.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chemeClr val="accent2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noProof="0">
                <a:solidFill>
                  <a:schemeClr val="accent2"/>
                </a:solidFill>
                <a:latin typeface="+mj-lt"/>
              </a:rPr>
              <a:t>BRS PILOT CHAMPION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/>
              <a:t>Represents the business side and owns the demand from intake to validation</a:t>
            </a:r>
            <a:r>
              <a:rPr lang="en-US" sz="1200"/>
              <a:t>. Ensures that requests are clearly defined, aligned with business value, and actively participates in prioritization and pilot execution.</a:t>
            </a:r>
          </a:p>
        </p:txBody>
      </p:sp>
      <p:pic>
        <p:nvPicPr>
          <p:cNvPr id="11" name="Graphic 27">
            <a:extLst>
              <a:ext uri="{FF2B5EF4-FFF2-40B4-BE49-F238E27FC236}">
                <a16:creationId xmlns:a16="http://schemas.microsoft.com/office/drawing/2014/main" id="{A10B0AE3-3A4F-E45A-DA29-3152D6AA7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0371" y="1432216"/>
            <a:ext cx="927841" cy="927841"/>
          </a:xfrm>
          <a:prstGeom prst="rect">
            <a:avLst/>
          </a:prstGeom>
        </p:spPr>
      </p:pic>
      <p:pic>
        <p:nvPicPr>
          <p:cNvPr id="12" name="Graphic 132">
            <a:extLst>
              <a:ext uri="{FF2B5EF4-FFF2-40B4-BE49-F238E27FC236}">
                <a16:creationId xmlns:a16="http://schemas.microsoft.com/office/drawing/2014/main" id="{5FEF8CBE-FF8C-0E6C-F40A-6437FBF85B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0371" y="4066674"/>
            <a:ext cx="927841" cy="927841"/>
          </a:xfrm>
          <a:prstGeom prst="rect">
            <a:avLst/>
          </a:prstGeom>
        </p:spPr>
      </p:pic>
      <p:pic>
        <p:nvPicPr>
          <p:cNvPr id="13" name="Graphic 42">
            <a:extLst>
              <a:ext uri="{FF2B5EF4-FFF2-40B4-BE49-F238E27FC236}">
                <a16:creationId xmlns:a16="http://schemas.microsoft.com/office/drawing/2014/main" id="{753D28E6-1CC9-A099-4BFA-1FB58A986E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0371" y="5287382"/>
            <a:ext cx="927841" cy="927841"/>
          </a:xfrm>
          <a:prstGeom prst="rect">
            <a:avLst/>
          </a:prstGeom>
        </p:spPr>
      </p:pic>
      <p:pic>
        <p:nvPicPr>
          <p:cNvPr id="14" name="Graphic 138">
            <a:extLst>
              <a:ext uri="{FF2B5EF4-FFF2-40B4-BE49-F238E27FC236}">
                <a16:creationId xmlns:a16="http://schemas.microsoft.com/office/drawing/2014/main" id="{CACD05DE-8EF9-D79B-0176-9061288FD8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0371" y="2815485"/>
            <a:ext cx="927841" cy="927841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5765F7D5-9CFC-9AD3-84D7-0FA42BF6C921}"/>
              </a:ext>
            </a:extLst>
          </p:cNvPr>
          <p:cNvSpPr/>
          <p:nvPr/>
        </p:nvSpPr>
        <p:spPr>
          <a:xfrm>
            <a:off x="5823451" y="1237623"/>
            <a:ext cx="93431" cy="51788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B3FF4D8-8F7A-61C8-4CA8-0BCE00A3635D}"/>
              </a:ext>
            </a:extLst>
          </p:cNvPr>
          <p:cNvSpPr txBox="1"/>
          <p:nvPr/>
        </p:nvSpPr>
        <p:spPr>
          <a:xfrm>
            <a:off x="6096000" y="13342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+mj-lt"/>
              </a:rPr>
              <a:t>🎯 CHAMPION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2466466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46DAB-2DD9-AB0E-04AA-32AB52704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E76F4-3F66-459E-8CF4-5A3871810800}"/>
              </a:ext>
            </a:extLst>
          </p:cNvPr>
          <p:cNvSpPr txBox="1">
            <a:spLocks/>
          </p:cNvSpPr>
          <p:nvPr/>
        </p:nvSpPr>
        <p:spPr>
          <a:xfrm>
            <a:off x="428820" y="349057"/>
            <a:ext cx="9289413" cy="1923891"/>
          </a:xfrm>
          <a:prstGeom prst="rect">
            <a:avLst/>
          </a:prstGeom>
        </p:spPr>
        <p:txBody>
          <a:bodyPr lIns="0" tIns="45720" rIns="91440" bIns="45720" anchor="t">
            <a:normAutofit/>
          </a:bodyPr>
          <a:lstStyle>
            <a:lvl1pPr marL="0" indent="0" algn="l" defTabSz="331171" rtl="0" eaLnBrk="1" fontAlgn="base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Tx/>
              <a:buNone/>
              <a:defRPr sz="7000" b="1" i="0" kern="1200" spc="-150">
                <a:solidFill>
                  <a:schemeClr val="bg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tabLst/>
              <a:defRPr sz="1100" b="1" i="0" kern="1200">
                <a:solidFill>
                  <a:schemeClr val="accent1"/>
                </a:solidFill>
                <a:latin typeface="+mn-lt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111125" indent="-10795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231775" indent="-115888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357188" indent="-1206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154769" indent="-142863" algn="l" defTabSz="182854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5942783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057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1331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31171" rtl="0" eaLnBrk="1" fontAlgn="base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3A3734"/>
              </a:buClr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-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erPangea Text"/>
                <a:ea typeface="IberPangea Text" panose="020B0404000000000000" pitchFamily="34" charset="0"/>
                <a:cs typeface="IberPangea Text" panose="020B0404000000000000" pitchFamily="34" charset="0"/>
              </a:rPr>
              <a:t>index</a:t>
            </a:r>
            <a:endParaRPr kumimoji="0" lang="en-US" sz="7000" b="1" i="0" u="none" strike="noStrike" kern="1200" cap="none" spc="-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erPangea Text"/>
              <a:ea typeface="IberPangea Text" panose="020B0404000000000000" pitchFamily="34" charset="0"/>
              <a:cs typeface="IberPangea Text" panose="020B0404000000000000" pitchFamily="34" charset="0"/>
            </a:endParaRPr>
          </a:p>
        </p:txBody>
      </p:sp>
      <p:sp>
        <p:nvSpPr>
          <p:cNvPr id="4" name="Freeform: Shape 17 - 3">
            <a:extLst>
              <a:ext uri="{FF2B5EF4-FFF2-40B4-BE49-F238E27FC236}">
                <a16:creationId xmlns:a16="http://schemas.microsoft.com/office/drawing/2014/main" id="{957AC0C0-053E-F9FD-2FD7-F147E4EB1634}"/>
              </a:ext>
            </a:extLst>
          </p:cNvPr>
          <p:cNvSpPr>
            <a:spLocks noChangeAspect="1"/>
          </p:cNvSpPr>
          <p:nvPr/>
        </p:nvSpPr>
        <p:spPr>
          <a:xfrm>
            <a:off x="862099" y="2745297"/>
            <a:ext cx="10599549" cy="916571"/>
          </a:xfrm>
          <a:custGeom>
            <a:avLst/>
            <a:gdLst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2044253 h 3597277"/>
              <a:gd name="connsiteX9" fmla="*/ 0 w 2044253"/>
              <a:gd name="connsiteY9" fmla="*/ 1997421 h 3597277"/>
              <a:gd name="connsiteX10" fmla="*/ 0 w 2044253"/>
              <a:gd name="connsiteY10" fmla="*/ 817701 h 3597277"/>
              <a:gd name="connsiteX11" fmla="*/ 0 w 2044253"/>
              <a:gd name="connsiteY11" fmla="*/ 817673 h 3597277"/>
              <a:gd name="connsiteX12" fmla="*/ 0 w 2044253"/>
              <a:gd name="connsiteY12" fmla="*/ 815712 h 3597277"/>
              <a:gd name="connsiteX13" fmla="*/ 13200 w 2044253"/>
              <a:gd name="connsiteY13" fmla="*/ 693736 h 3597277"/>
              <a:gd name="connsiteX14" fmla="*/ 766962 w 2044253"/>
              <a:gd name="connsiteY14" fmla="*/ 375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817701 h 3597277"/>
              <a:gd name="connsiteX9" fmla="*/ 0 w 2044253"/>
              <a:gd name="connsiteY9" fmla="*/ 817673 h 3597277"/>
              <a:gd name="connsiteX10" fmla="*/ 0 w 2044253"/>
              <a:gd name="connsiteY10" fmla="*/ 815712 h 3597277"/>
              <a:gd name="connsiteX11" fmla="*/ 13200 w 2044253"/>
              <a:gd name="connsiteY11" fmla="*/ 693736 h 3597277"/>
              <a:gd name="connsiteX12" fmla="*/ 766962 w 2044253"/>
              <a:gd name="connsiteY12" fmla="*/ 375 h 3597277"/>
              <a:gd name="connsiteX13" fmla="*/ 802731 w 2044253"/>
              <a:gd name="connsiteY13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3597277 h 3597277"/>
              <a:gd name="connsiteX6" fmla="*/ 0 w 2044253"/>
              <a:gd name="connsiteY6" fmla="*/ 3597277 h 3597277"/>
              <a:gd name="connsiteX7" fmla="*/ 0 w 2044253"/>
              <a:gd name="connsiteY7" fmla="*/ 817701 h 3597277"/>
              <a:gd name="connsiteX8" fmla="*/ 0 w 2044253"/>
              <a:gd name="connsiteY8" fmla="*/ 817673 h 3597277"/>
              <a:gd name="connsiteX9" fmla="*/ 0 w 2044253"/>
              <a:gd name="connsiteY9" fmla="*/ 815712 h 3597277"/>
              <a:gd name="connsiteX10" fmla="*/ 13200 w 2044253"/>
              <a:gd name="connsiteY10" fmla="*/ 693736 h 3597277"/>
              <a:gd name="connsiteX11" fmla="*/ 766962 w 2044253"/>
              <a:gd name="connsiteY11" fmla="*/ 375 h 3597277"/>
              <a:gd name="connsiteX12" fmla="*/ 802731 w 2044253"/>
              <a:gd name="connsiteY12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3597277 h 3597277"/>
              <a:gd name="connsiteX5" fmla="*/ 0 w 2044253"/>
              <a:gd name="connsiteY5" fmla="*/ 3597277 h 3597277"/>
              <a:gd name="connsiteX6" fmla="*/ 0 w 2044253"/>
              <a:gd name="connsiteY6" fmla="*/ 817701 h 3597277"/>
              <a:gd name="connsiteX7" fmla="*/ 0 w 2044253"/>
              <a:gd name="connsiteY7" fmla="*/ 817673 h 3597277"/>
              <a:gd name="connsiteX8" fmla="*/ 0 w 2044253"/>
              <a:gd name="connsiteY8" fmla="*/ 815712 h 3597277"/>
              <a:gd name="connsiteX9" fmla="*/ 13200 w 2044253"/>
              <a:gd name="connsiteY9" fmla="*/ 693736 h 3597277"/>
              <a:gd name="connsiteX10" fmla="*/ 766962 w 2044253"/>
              <a:gd name="connsiteY10" fmla="*/ 375 h 3597277"/>
              <a:gd name="connsiteX11" fmla="*/ 802731 w 2044253"/>
              <a:gd name="connsiteY11" fmla="*/ 0 h 3597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44253" h="3597277">
                <a:moveTo>
                  <a:pt x="802731" y="0"/>
                </a:moveTo>
                <a:lnTo>
                  <a:pt x="809510" y="78"/>
                </a:lnTo>
                <a:lnTo>
                  <a:pt x="809510" y="0"/>
                </a:lnTo>
                <a:lnTo>
                  <a:pt x="2044253" y="0"/>
                </a:lnTo>
                <a:lnTo>
                  <a:pt x="2044253" y="3597277"/>
                </a:lnTo>
                <a:lnTo>
                  <a:pt x="0" y="3597277"/>
                </a:lnTo>
                <a:lnTo>
                  <a:pt x="0" y="817701"/>
                </a:lnTo>
                <a:lnTo>
                  <a:pt x="0" y="817673"/>
                </a:lnTo>
                <a:lnTo>
                  <a:pt x="0" y="815712"/>
                </a:lnTo>
                <a:cubicBezTo>
                  <a:pt x="1696" y="756122"/>
                  <a:pt x="8801" y="734395"/>
                  <a:pt x="13200" y="693736"/>
                </a:cubicBezTo>
                <a:cubicBezTo>
                  <a:pt x="97485" y="115275"/>
                  <a:pt x="449311" y="375"/>
                  <a:pt x="766962" y="375"/>
                </a:cubicBezTo>
                <a:lnTo>
                  <a:pt x="802731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b="1" noProof="0">
                <a:solidFill>
                  <a:srgbClr val="3A37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REQUEST FOR INFORMATION</a:t>
            </a:r>
          </a:p>
        </p:txBody>
      </p:sp>
      <p:sp>
        <p:nvSpPr>
          <p:cNvPr id="6" name="Freeform: Shape 17 - 3">
            <a:extLst>
              <a:ext uri="{FF2B5EF4-FFF2-40B4-BE49-F238E27FC236}">
                <a16:creationId xmlns:a16="http://schemas.microsoft.com/office/drawing/2014/main" id="{F2023B15-9A92-545F-15EE-6A262DE9A708}"/>
              </a:ext>
            </a:extLst>
          </p:cNvPr>
          <p:cNvSpPr>
            <a:spLocks noChangeAspect="1"/>
          </p:cNvSpPr>
          <p:nvPr/>
        </p:nvSpPr>
        <p:spPr>
          <a:xfrm>
            <a:off x="862099" y="1576254"/>
            <a:ext cx="10599549" cy="916571"/>
          </a:xfrm>
          <a:custGeom>
            <a:avLst/>
            <a:gdLst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2044253 h 3597277"/>
              <a:gd name="connsiteX9" fmla="*/ 0 w 2044253"/>
              <a:gd name="connsiteY9" fmla="*/ 1997421 h 3597277"/>
              <a:gd name="connsiteX10" fmla="*/ 0 w 2044253"/>
              <a:gd name="connsiteY10" fmla="*/ 817701 h 3597277"/>
              <a:gd name="connsiteX11" fmla="*/ 0 w 2044253"/>
              <a:gd name="connsiteY11" fmla="*/ 817673 h 3597277"/>
              <a:gd name="connsiteX12" fmla="*/ 0 w 2044253"/>
              <a:gd name="connsiteY12" fmla="*/ 815712 h 3597277"/>
              <a:gd name="connsiteX13" fmla="*/ 13200 w 2044253"/>
              <a:gd name="connsiteY13" fmla="*/ 693736 h 3597277"/>
              <a:gd name="connsiteX14" fmla="*/ 766962 w 2044253"/>
              <a:gd name="connsiteY14" fmla="*/ 375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817701 h 3597277"/>
              <a:gd name="connsiteX9" fmla="*/ 0 w 2044253"/>
              <a:gd name="connsiteY9" fmla="*/ 817673 h 3597277"/>
              <a:gd name="connsiteX10" fmla="*/ 0 w 2044253"/>
              <a:gd name="connsiteY10" fmla="*/ 815712 h 3597277"/>
              <a:gd name="connsiteX11" fmla="*/ 13200 w 2044253"/>
              <a:gd name="connsiteY11" fmla="*/ 693736 h 3597277"/>
              <a:gd name="connsiteX12" fmla="*/ 766962 w 2044253"/>
              <a:gd name="connsiteY12" fmla="*/ 375 h 3597277"/>
              <a:gd name="connsiteX13" fmla="*/ 802731 w 2044253"/>
              <a:gd name="connsiteY13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3597277 h 3597277"/>
              <a:gd name="connsiteX6" fmla="*/ 0 w 2044253"/>
              <a:gd name="connsiteY6" fmla="*/ 3597277 h 3597277"/>
              <a:gd name="connsiteX7" fmla="*/ 0 w 2044253"/>
              <a:gd name="connsiteY7" fmla="*/ 817701 h 3597277"/>
              <a:gd name="connsiteX8" fmla="*/ 0 w 2044253"/>
              <a:gd name="connsiteY8" fmla="*/ 817673 h 3597277"/>
              <a:gd name="connsiteX9" fmla="*/ 0 w 2044253"/>
              <a:gd name="connsiteY9" fmla="*/ 815712 h 3597277"/>
              <a:gd name="connsiteX10" fmla="*/ 13200 w 2044253"/>
              <a:gd name="connsiteY10" fmla="*/ 693736 h 3597277"/>
              <a:gd name="connsiteX11" fmla="*/ 766962 w 2044253"/>
              <a:gd name="connsiteY11" fmla="*/ 375 h 3597277"/>
              <a:gd name="connsiteX12" fmla="*/ 802731 w 2044253"/>
              <a:gd name="connsiteY12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3597277 h 3597277"/>
              <a:gd name="connsiteX5" fmla="*/ 0 w 2044253"/>
              <a:gd name="connsiteY5" fmla="*/ 3597277 h 3597277"/>
              <a:gd name="connsiteX6" fmla="*/ 0 w 2044253"/>
              <a:gd name="connsiteY6" fmla="*/ 817701 h 3597277"/>
              <a:gd name="connsiteX7" fmla="*/ 0 w 2044253"/>
              <a:gd name="connsiteY7" fmla="*/ 817673 h 3597277"/>
              <a:gd name="connsiteX8" fmla="*/ 0 w 2044253"/>
              <a:gd name="connsiteY8" fmla="*/ 815712 h 3597277"/>
              <a:gd name="connsiteX9" fmla="*/ 13200 w 2044253"/>
              <a:gd name="connsiteY9" fmla="*/ 693736 h 3597277"/>
              <a:gd name="connsiteX10" fmla="*/ 766962 w 2044253"/>
              <a:gd name="connsiteY10" fmla="*/ 375 h 3597277"/>
              <a:gd name="connsiteX11" fmla="*/ 802731 w 2044253"/>
              <a:gd name="connsiteY11" fmla="*/ 0 h 3597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44253" h="3597277">
                <a:moveTo>
                  <a:pt x="802731" y="0"/>
                </a:moveTo>
                <a:lnTo>
                  <a:pt x="809510" y="78"/>
                </a:lnTo>
                <a:lnTo>
                  <a:pt x="809510" y="0"/>
                </a:lnTo>
                <a:lnTo>
                  <a:pt x="2044253" y="0"/>
                </a:lnTo>
                <a:lnTo>
                  <a:pt x="2044253" y="3597277"/>
                </a:lnTo>
                <a:lnTo>
                  <a:pt x="0" y="3597277"/>
                </a:lnTo>
                <a:lnTo>
                  <a:pt x="0" y="817701"/>
                </a:lnTo>
                <a:lnTo>
                  <a:pt x="0" y="817673"/>
                </a:lnTo>
                <a:lnTo>
                  <a:pt x="0" y="815712"/>
                </a:lnTo>
                <a:cubicBezTo>
                  <a:pt x="1696" y="756122"/>
                  <a:pt x="8801" y="734395"/>
                  <a:pt x="13200" y="693736"/>
                </a:cubicBezTo>
                <a:cubicBezTo>
                  <a:pt x="97485" y="115275"/>
                  <a:pt x="449311" y="375"/>
                  <a:pt x="766962" y="375"/>
                </a:cubicBezTo>
                <a:lnTo>
                  <a:pt x="802731" y="0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b="1" noProof="0">
                <a:solidFill>
                  <a:srgbClr val="008C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PROJECT PLAN AND KEY NEXT STEPS</a:t>
            </a:r>
          </a:p>
        </p:txBody>
      </p:sp>
    </p:spTree>
    <p:extLst>
      <p:ext uri="{BB962C8B-B14F-4D97-AF65-F5344CB8AC3E}">
        <p14:creationId xmlns:p14="http://schemas.microsoft.com/office/powerpoint/2010/main" val="2334745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1ADF4-563D-C3EE-68DD-34768CA96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75197B8E-28CB-2F5C-A3A3-9B5AC6BAEED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75197B8E-28CB-2F5C-A3A3-9B5AC6BAEE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94619D9F-F131-3C23-1134-A399BF9519B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0299DCE5-7238-91EE-9BC8-CB84EAD00C9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050" noProof="0" dirty="0">
                <a:solidFill>
                  <a:schemeClr val="tx1"/>
                </a:solidFill>
                <a:latin typeface="+mn-lt"/>
              </a:rPr>
              <a:t>2. Request for Information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C6DE4DB0-9DD3-BADC-340B-19C3F52F4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" y="450009"/>
            <a:ext cx="5748956" cy="342471"/>
          </a:xfrm>
        </p:spPr>
        <p:txBody>
          <a:bodyPr>
            <a:noAutofit/>
          </a:bodyPr>
          <a:lstStyle/>
          <a:p>
            <a:r>
              <a:rPr lang="en-US" noProof="0" dirty="0">
                <a:latin typeface="+mn-lt"/>
              </a:rPr>
              <a:t>Project Timeline &amp; Key Deliverables </a:t>
            </a:r>
          </a:p>
        </p:txBody>
      </p:sp>
      <p:sp>
        <p:nvSpPr>
          <p:cNvPr id="2" name="Shape 37">
            <a:extLst>
              <a:ext uri="{FF2B5EF4-FFF2-40B4-BE49-F238E27FC236}">
                <a16:creationId xmlns:a16="http://schemas.microsoft.com/office/drawing/2014/main" id="{33B883B8-9A79-D61F-4470-20636DD13241}"/>
              </a:ext>
            </a:extLst>
          </p:cNvPr>
          <p:cNvSpPr/>
          <p:nvPr/>
        </p:nvSpPr>
        <p:spPr>
          <a:xfrm>
            <a:off x="262601" y="1057280"/>
            <a:ext cx="3316306" cy="30607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en-US" sz="1100" b="1" noProof="0">
                <a:solidFill>
                  <a:schemeClr val="bg1"/>
                </a:solidFill>
                <a:latin typeface="+mj-lt"/>
              </a:rPr>
              <a:t>1. Organizational &amp; Governance</a:t>
            </a:r>
          </a:p>
        </p:txBody>
      </p:sp>
      <p:sp>
        <p:nvSpPr>
          <p:cNvPr id="3" name="Shape 37">
            <a:extLst>
              <a:ext uri="{FF2B5EF4-FFF2-40B4-BE49-F238E27FC236}">
                <a16:creationId xmlns:a16="http://schemas.microsoft.com/office/drawing/2014/main" id="{227F4AFD-A189-54FB-F135-6323C5CD0F74}"/>
              </a:ext>
            </a:extLst>
          </p:cNvPr>
          <p:cNvSpPr/>
          <p:nvPr/>
        </p:nvSpPr>
        <p:spPr>
          <a:xfrm>
            <a:off x="262601" y="1433316"/>
            <a:ext cx="3316306" cy="1995347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Arial" panose="020B0502040504020204" pitchFamily="34" charset="0"/>
              <a:buChar char="•"/>
            </a:pPr>
            <a:r>
              <a:rPr lang="en-US" sz="1000" noProof="0" dirty="0">
                <a:latin typeface="+mj-lt"/>
              </a:rPr>
              <a:t>Current and Future Digital Products Org Chart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latin typeface="IberPangea Text"/>
                <a:ea typeface="Noto Sans"/>
                <a:cs typeface="Noto Sans"/>
              </a:rPr>
              <a:t>[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send existing]</a:t>
            </a:r>
            <a:endParaRPr lang="pt-BR" sz="800" b="1" dirty="0">
              <a:solidFill>
                <a:schemeClr val="bg1">
                  <a:lumMod val="49000"/>
                </a:schemeClr>
              </a:solidFill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Current and Future Roles &amp; Responsibilities documentation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BRS structure and liaison model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 dirty="0">
              <a:solidFill>
                <a:srgbClr val="808080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PMO involvement model with CX &amp; Digital COE / BRs</a:t>
            </a:r>
            <a:r>
              <a:rPr lang="en-US" sz="1000" dirty="0">
                <a:latin typeface="+mj-lt"/>
              </a:rPr>
              <a:t>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Current governance forums (steering committees, cadence, attendees) </a:t>
            </a:r>
            <a:r>
              <a:rPr lang="en-US" sz="800" b="1" dirty="0">
                <a:solidFill>
                  <a:schemeClr val="accent1"/>
                </a:solidFill>
                <a:latin typeface="+mj-lt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[Template 1]</a:t>
            </a:r>
            <a:r>
              <a:rPr lang="en-US" sz="800" b="1" dirty="0">
                <a:solidFill>
                  <a:schemeClr val="accent1"/>
                </a:solidFill>
                <a:latin typeface="+mj-lt"/>
              </a:rPr>
              <a:t> 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Decision-making process (who approves what) </a:t>
            </a:r>
            <a:r>
              <a:rPr lang="en-US" sz="800" b="1" dirty="0">
                <a:solidFill>
                  <a:srgbClr val="FFC000"/>
                </a:solidFill>
                <a:ea typeface="+mn-lt"/>
                <a:cs typeface="+mn-lt"/>
              </a:rPr>
              <a:t>[Interview]</a:t>
            </a:r>
            <a:endParaRPr lang="en-US" sz="800" b="1" noProof="0" dirty="0">
              <a:solidFill>
                <a:srgbClr val="FFC000"/>
              </a:solidFill>
              <a:ea typeface="+mn-lt"/>
              <a:cs typeface="+mn-lt"/>
            </a:endParaRPr>
          </a:p>
        </p:txBody>
      </p:sp>
      <p:sp>
        <p:nvSpPr>
          <p:cNvPr id="4" name="Shape 37">
            <a:extLst>
              <a:ext uri="{FF2B5EF4-FFF2-40B4-BE49-F238E27FC236}">
                <a16:creationId xmlns:a16="http://schemas.microsoft.com/office/drawing/2014/main" id="{5F3BDE44-04EB-0E7C-87B7-28A32BFF69B6}"/>
              </a:ext>
            </a:extLst>
          </p:cNvPr>
          <p:cNvSpPr/>
          <p:nvPr/>
        </p:nvSpPr>
        <p:spPr>
          <a:xfrm>
            <a:off x="262601" y="3498625"/>
            <a:ext cx="3316306" cy="30607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en-US" sz="1100" b="1" noProof="0">
                <a:solidFill>
                  <a:schemeClr val="bg1"/>
                </a:solidFill>
                <a:latin typeface="+mj-lt"/>
              </a:rPr>
              <a:t>2. Demand &amp; Intake</a:t>
            </a:r>
          </a:p>
        </p:txBody>
      </p:sp>
      <p:sp>
        <p:nvSpPr>
          <p:cNvPr id="5" name="Shape 37">
            <a:extLst>
              <a:ext uri="{FF2B5EF4-FFF2-40B4-BE49-F238E27FC236}">
                <a16:creationId xmlns:a16="http://schemas.microsoft.com/office/drawing/2014/main" id="{D9CB61EE-CB5B-6D36-385E-9625BF9E33E2}"/>
              </a:ext>
            </a:extLst>
          </p:cNvPr>
          <p:cNvSpPr/>
          <p:nvPr/>
        </p:nvSpPr>
        <p:spPr>
          <a:xfrm>
            <a:off x="262601" y="3874661"/>
            <a:ext cx="3316306" cy="2792357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u="sng" noProof="0" dirty="0">
                <a:latin typeface="+mj-lt"/>
              </a:rPr>
              <a:t>All current demand entry channels (ServiceNow queues, Email inboxes, Forms , Kanban boards</a:t>
            </a:r>
            <a:r>
              <a:rPr lang="en-US" sz="1000" u="sng" dirty="0">
                <a:latin typeface="+mj-lt"/>
              </a:rPr>
              <a:t>)</a:t>
            </a:r>
            <a:r>
              <a:rPr lang="en-US" sz="1000" dirty="0">
                <a:latin typeface="+mj-lt"/>
              </a:rPr>
              <a:t> </a:t>
            </a:r>
            <a:r>
              <a:rPr lang="en-US" sz="800" b="1" dirty="0">
                <a:solidFill>
                  <a:schemeClr val="accent1"/>
                </a:solidFill>
                <a:ea typeface="+mn-lt"/>
                <a:cs typeface="+mn-lt"/>
              </a:rPr>
              <a:t>[Template 2] </a:t>
            </a:r>
            <a:endParaRPr lang="en-US" sz="1000" noProof="0" dirty="0">
              <a:solidFill>
                <a:schemeClr val="accent1"/>
              </a:solidFill>
              <a:latin typeface="+mj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u="sng" noProof="0" dirty="0">
                <a:latin typeface="+mj-lt"/>
              </a:rPr>
              <a:t>Volume of demand (last 12 months</a:t>
            </a:r>
            <a:r>
              <a:rPr lang="en-US" sz="1000" noProof="0" dirty="0">
                <a:latin typeface="+mj-lt"/>
              </a:rPr>
              <a:t>): </a:t>
            </a:r>
            <a:r>
              <a:rPr lang="en-US" sz="800" b="1" dirty="0">
                <a:solidFill>
                  <a:schemeClr val="accent1"/>
                </a:solidFill>
                <a:ea typeface="+mn-lt"/>
                <a:cs typeface="+mn-lt"/>
              </a:rPr>
              <a:t>[Template 3] </a:t>
            </a:r>
            <a:endParaRPr lang="en-US" sz="800" b="1" noProof="0" dirty="0">
              <a:solidFill>
                <a:schemeClr val="accent1"/>
              </a:solidFill>
              <a:ea typeface="+mn-lt"/>
              <a:cs typeface="+mn-lt"/>
            </a:endParaRPr>
          </a:p>
          <a:p>
            <a:pPr marL="628650" lvl="2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Requests per month </a:t>
            </a:r>
          </a:p>
          <a:p>
            <a:pPr marL="628650" lvl="2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By department </a:t>
            </a:r>
          </a:p>
          <a:p>
            <a:pPr marL="628650" lvl="2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By typology (if exists)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Existing intake real forms or templates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dirty="0"/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Current prioritization criteria (formal or informal)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Examples of recent requests (5–10 samples end-to-end)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6" name="Shape 37">
            <a:extLst>
              <a:ext uri="{FF2B5EF4-FFF2-40B4-BE49-F238E27FC236}">
                <a16:creationId xmlns:a16="http://schemas.microsoft.com/office/drawing/2014/main" id="{12B075EF-0C56-334F-1DA9-415C6D9332C4}"/>
              </a:ext>
            </a:extLst>
          </p:cNvPr>
          <p:cNvSpPr/>
          <p:nvPr/>
        </p:nvSpPr>
        <p:spPr>
          <a:xfrm>
            <a:off x="3655808" y="1057280"/>
            <a:ext cx="3506812" cy="30607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en-US" sz="1100" b="1" noProof="0">
                <a:solidFill>
                  <a:schemeClr val="bg1"/>
                </a:solidFill>
                <a:latin typeface="+mj-lt"/>
              </a:rPr>
              <a:t>3. Portfolio &amp; Project Data</a:t>
            </a:r>
          </a:p>
        </p:txBody>
      </p:sp>
      <p:sp>
        <p:nvSpPr>
          <p:cNvPr id="7" name="Shape 37">
            <a:extLst>
              <a:ext uri="{FF2B5EF4-FFF2-40B4-BE49-F238E27FC236}">
                <a16:creationId xmlns:a16="http://schemas.microsoft.com/office/drawing/2014/main" id="{81C4D3EF-4DC3-68A0-FCD6-B5A6E4DAFA43}"/>
              </a:ext>
            </a:extLst>
          </p:cNvPr>
          <p:cNvSpPr/>
          <p:nvPr/>
        </p:nvSpPr>
        <p:spPr>
          <a:xfrm>
            <a:off x="3655808" y="1425563"/>
            <a:ext cx="3506812" cy="194914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u="sng" noProof="0" dirty="0">
                <a:latin typeface="+mj-lt"/>
              </a:rPr>
              <a:t>Full list of active projects (SAP + others): Name, Sponsor, Start / End date, Status, Assigned team, Budget (if available)</a:t>
            </a:r>
            <a:r>
              <a:rPr lang="en-US" sz="1000" u="sng" dirty="0">
                <a:latin typeface="+mj-lt"/>
              </a:rPr>
              <a:t> </a:t>
            </a:r>
            <a:r>
              <a:rPr lang="en-US" sz="800" b="1" dirty="0">
                <a:solidFill>
                  <a:schemeClr val="accent1"/>
                </a:solidFill>
                <a:ea typeface="+mn-lt"/>
                <a:cs typeface="+mn-lt"/>
              </a:rPr>
              <a:t>[Template 4]  or </a:t>
            </a:r>
            <a:r>
              <a:rPr lang="en-US" sz="10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send existing]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PDD documentation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pt-BR" sz="800" b="1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Roadmap documents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Project typology (if exists: small/medium/large</a:t>
            </a:r>
            <a:r>
              <a:rPr lang="en-US" sz="1000" dirty="0">
                <a:latin typeface="+mj-lt"/>
              </a:rPr>
              <a:t>) </a:t>
            </a:r>
            <a:r>
              <a:rPr lang="en-US" sz="800" b="1" dirty="0">
                <a:solidFill>
                  <a:srgbClr val="FFC000"/>
                </a:solidFill>
                <a:ea typeface="+mn-lt"/>
                <a:cs typeface="+mn-lt"/>
              </a:rPr>
              <a:t>[Interview]</a:t>
            </a:r>
            <a:r>
              <a:rPr lang="en-US" sz="1000" dirty="0">
                <a:latin typeface="+mj-lt"/>
              </a:rPr>
              <a:t> </a:t>
            </a:r>
            <a:r>
              <a:rPr lang="en-US" sz="800" b="1" dirty="0">
                <a:solidFill>
                  <a:srgbClr val="0070C0"/>
                </a:solidFill>
                <a:ea typeface="+mn-lt"/>
                <a:cs typeface="+mn-lt"/>
              </a:rPr>
              <a:t>[To-be deliverable]</a:t>
            </a:r>
            <a:r>
              <a:rPr lang="en-US" sz="1000" dirty="0">
                <a:latin typeface="+mj-lt"/>
              </a:rPr>
              <a:t> 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Portfolio prioritization logic (if exists)</a:t>
            </a:r>
            <a:r>
              <a:rPr lang="en-US" sz="1000" dirty="0">
                <a:latin typeface="+mj-lt"/>
              </a:rPr>
              <a:t>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Historical delivery performance (planned vs actual)</a:t>
            </a:r>
            <a:r>
              <a:rPr lang="en-US" sz="1000" dirty="0">
                <a:latin typeface="+mj-lt"/>
              </a:rPr>
              <a:t> </a:t>
            </a:r>
            <a:r>
              <a:rPr lang="en-US" sz="800" b="1" dirty="0">
                <a:solidFill>
                  <a:srgbClr val="FFC000"/>
                </a:solidFill>
                <a:ea typeface="+mn-lt"/>
                <a:cs typeface="+mn-lt"/>
              </a:rPr>
              <a:t>[Interview]</a:t>
            </a:r>
            <a:r>
              <a:rPr lang="en-US" sz="1000" dirty="0"/>
              <a:t> </a:t>
            </a:r>
            <a:r>
              <a:rPr lang="en-US" sz="800" b="1" dirty="0">
                <a:solidFill>
                  <a:srgbClr val="0070C0"/>
                </a:solidFill>
                <a:ea typeface="+mn-lt"/>
                <a:cs typeface="+mn-lt"/>
              </a:rPr>
              <a:t>[To-be deliverable]</a:t>
            </a:r>
            <a:r>
              <a:rPr lang="en-US" sz="1000" dirty="0"/>
              <a:t> 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endParaRPr lang="en-US" sz="800" b="1" noProof="0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6" name="Shape 37">
            <a:extLst>
              <a:ext uri="{FF2B5EF4-FFF2-40B4-BE49-F238E27FC236}">
                <a16:creationId xmlns:a16="http://schemas.microsoft.com/office/drawing/2014/main" id="{0E6FEE38-E797-9CE8-EF6F-953DDEF36787}"/>
              </a:ext>
            </a:extLst>
          </p:cNvPr>
          <p:cNvSpPr/>
          <p:nvPr/>
        </p:nvSpPr>
        <p:spPr>
          <a:xfrm>
            <a:off x="3647952" y="3500142"/>
            <a:ext cx="3506812" cy="30607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100" b="1">
                <a:solidFill>
                  <a:schemeClr val="bg1"/>
                </a:solidFill>
                <a:latin typeface="+mj-lt"/>
              </a:rPr>
              <a:t>4</a:t>
            </a:r>
            <a:r>
              <a:rPr lang="en-US" sz="1100" b="1" noProof="0">
                <a:solidFill>
                  <a:schemeClr val="bg1"/>
                </a:solidFill>
                <a:latin typeface="+mj-lt"/>
              </a:rPr>
              <a:t>. Capacity &amp; Resource Model</a:t>
            </a: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8C6D345D-2A45-2D8A-ED6B-2468EA7B0B5B}"/>
              </a:ext>
            </a:extLst>
          </p:cNvPr>
          <p:cNvSpPr/>
          <p:nvPr/>
        </p:nvSpPr>
        <p:spPr>
          <a:xfrm>
            <a:off x="3647952" y="3868423"/>
            <a:ext cx="3506812" cy="1117482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u="sng" noProof="0" dirty="0">
                <a:latin typeface="+mj-lt"/>
              </a:rPr>
              <a:t>Dedicated vs shared resources </a:t>
            </a:r>
            <a:r>
              <a:rPr lang="en-US" sz="1000" u="sng" dirty="0">
                <a:latin typeface="+mj-lt"/>
              </a:rPr>
              <a:t> </a:t>
            </a:r>
            <a:endParaRPr lang="pt-BR" u="sng" dirty="0">
              <a:latin typeface="+mj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u="sng" noProof="0" dirty="0">
                <a:latin typeface="+mj-lt"/>
              </a:rPr>
              <a:t>Allocation model </a:t>
            </a:r>
            <a:r>
              <a:rPr lang="en-US" sz="1000" u="sng" dirty="0">
                <a:latin typeface="+mj-lt"/>
              </a:rPr>
              <a:t> </a:t>
            </a:r>
            <a:endParaRPr lang="en-US" sz="800" b="1" u="sng" noProof="0" dirty="0"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u="sng" noProof="0" dirty="0">
                <a:latin typeface="+mj-lt"/>
              </a:rPr>
              <a:t>Team capacity per sprint / month </a:t>
            </a:r>
            <a:endParaRPr lang="en-US" sz="800" b="1" u="sng" noProof="0" dirty="0">
              <a:solidFill>
                <a:schemeClr val="accent1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u="sng" noProof="0" dirty="0">
                <a:latin typeface="+mj-lt"/>
              </a:rPr>
              <a:t>Resource constraints / bottlenecks </a:t>
            </a:r>
            <a:r>
              <a:rPr lang="en-US" sz="1000" u="sng" dirty="0">
                <a:latin typeface="+mj-lt"/>
              </a:rPr>
              <a:t> </a:t>
            </a:r>
            <a:endParaRPr lang="en-US" sz="800" b="1" u="sng" noProof="0" dirty="0"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u="sng" noProof="0" dirty="0">
                <a:latin typeface="+mj-lt"/>
              </a:rPr>
              <a:t>Vendor involvement and structure</a:t>
            </a:r>
            <a:r>
              <a:rPr lang="en-US" sz="1000" u="sng" dirty="0">
                <a:latin typeface="+mj-lt"/>
              </a:rPr>
              <a:t> </a:t>
            </a:r>
            <a:endParaRPr lang="en-US" sz="1000" u="sng" dirty="0">
              <a:ea typeface="+mn-lt"/>
              <a:cs typeface="+mn-lt"/>
            </a:endParaRPr>
          </a:p>
          <a:p>
            <a:pPr algn="ctr"/>
            <a:r>
              <a:rPr lang="en-US" sz="800" b="1" dirty="0">
                <a:solidFill>
                  <a:schemeClr val="accent1"/>
                </a:solidFill>
                <a:ea typeface="+mn-lt"/>
                <a:cs typeface="+mn-lt"/>
              </a:rPr>
              <a:t> [all list - Template 5]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4" name="Shape 37">
            <a:extLst>
              <a:ext uri="{FF2B5EF4-FFF2-40B4-BE49-F238E27FC236}">
                <a16:creationId xmlns:a16="http://schemas.microsoft.com/office/drawing/2014/main" id="{1F3034E3-66A3-BEC3-E81B-07D329903795}"/>
              </a:ext>
            </a:extLst>
          </p:cNvPr>
          <p:cNvSpPr/>
          <p:nvPr/>
        </p:nvSpPr>
        <p:spPr>
          <a:xfrm>
            <a:off x="7224099" y="1057280"/>
            <a:ext cx="4705301" cy="30607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100" b="1">
                <a:solidFill>
                  <a:schemeClr val="bg1"/>
                </a:solidFill>
                <a:latin typeface="+mj-lt"/>
              </a:rPr>
              <a:t>5</a:t>
            </a:r>
            <a:r>
              <a:rPr lang="en-US" sz="1100" b="1" noProof="0">
                <a:solidFill>
                  <a:schemeClr val="bg1"/>
                </a:solidFill>
                <a:latin typeface="+mj-lt"/>
              </a:rPr>
              <a:t>. Performance &amp; Reporting</a:t>
            </a:r>
          </a:p>
        </p:txBody>
      </p:sp>
      <p:sp>
        <p:nvSpPr>
          <p:cNvPr id="15" name="Shape 37">
            <a:extLst>
              <a:ext uri="{FF2B5EF4-FFF2-40B4-BE49-F238E27FC236}">
                <a16:creationId xmlns:a16="http://schemas.microsoft.com/office/drawing/2014/main" id="{2BCB3867-9B29-8CF0-F786-6CB240208905}"/>
              </a:ext>
            </a:extLst>
          </p:cNvPr>
          <p:cNvSpPr/>
          <p:nvPr/>
        </p:nvSpPr>
        <p:spPr>
          <a:xfrm>
            <a:off x="7224099" y="1421427"/>
            <a:ext cx="4705301" cy="909568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Reporting templates used for leadership and SLA definitions</a:t>
            </a:r>
            <a:r>
              <a:rPr lang="en-US" sz="1000" dirty="0">
                <a:latin typeface="+mj-lt"/>
              </a:rPr>
              <a:t>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1000" noProof="0" dirty="0">
              <a:latin typeface="+mj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KPIs currently tracked (delivery, value, efficiency)</a:t>
            </a:r>
            <a:r>
              <a:rPr lang="en-US" sz="1000" dirty="0">
                <a:latin typeface="+mj-lt"/>
              </a:rPr>
              <a:t>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Examples of dashboards</a:t>
            </a:r>
            <a:r>
              <a:rPr lang="en-US" sz="1000" dirty="0">
                <a:latin typeface="+mj-lt"/>
              </a:rPr>
              <a:t>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Frequency of reporting (weekly, monthly, quarterly)</a:t>
            </a:r>
            <a:r>
              <a:rPr lang="en-US" sz="1000" dirty="0">
                <a:latin typeface="+mj-lt"/>
              </a:rPr>
              <a:t> </a:t>
            </a:r>
            <a:r>
              <a:rPr lang="en-US" sz="8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Pain points in reporting</a:t>
            </a:r>
            <a:r>
              <a:rPr lang="en-US" sz="1000" dirty="0">
                <a:latin typeface="+mj-lt"/>
              </a:rPr>
              <a:t> </a:t>
            </a:r>
            <a:r>
              <a:rPr lang="en-US" sz="800" b="1" dirty="0">
                <a:solidFill>
                  <a:srgbClr val="FFC000"/>
                </a:solidFill>
                <a:ea typeface="+mn-lt"/>
                <a:cs typeface="+mn-lt"/>
              </a:rPr>
              <a:t>[Interview]</a:t>
            </a:r>
            <a:r>
              <a:rPr lang="en-US" sz="1000" dirty="0"/>
              <a:t> </a:t>
            </a:r>
            <a:r>
              <a:rPr lang="en-US" sz="800" b="1" dirty="0">
                <a:solidFill>
                  <a:srgbClr val="0070C0"/>
                </a:solidFill>
                <a:ea typeface="+mn-lt"/>
                <a:cs typeface="+mn-lt"/>
              </a:rPr>
              <a:t>[To-be deliverable]</a:t>
            </a:r>
            <a:r>
              <a:rPr lang="en-US" sz="1000" dirty="0"/>
              <a:t> 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endParaRPr lang="en-US" sz="800" b="1" noProof="0" dirty="0">
              <a:solidFill>
                <a:srgbClr val="FFC000"/>
              </a:solidFill>
              <a:ea typeface="+mn-lt"/>
              <a:cs typeface="+mn-lt"/>
            </a:endParaRPr>
          </a:p>
        </p:txBody>
      </p:sp>
      <p:sp>
        <p:nvSpPr>
          <p:cNvPr id="10" name="Shape 37">
            <a:extLst>
              <a:ext uri="{FF2B5EF4-FFF2-40B4-BE49-F238E27FC236}">
                <a16:creationId xmlns:a16="http://schemas.microsoft.com/office/drawing/2014/main" id="{12461585-58C1-A034-D093-C10347AD29B1}"/>
              </a:ext>
            </a:extLst>
          </p:cNvPr>
          <p:cNvSpPr/>
          <p:nvPr/>
        </p:nvSpPr>
        <p:spPr>
          <a:xfrm>
            <a:off x="7224097" y="2389067"/>
            <a:ext cx="4705301" cy="30581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100" b="1">
                <a:solidFill>
                  <a:schemeClr val="bg1"/>
                </a:solidFill>
                <a:latin typeface="+mj-lt"/>
              </a:rPr>
              <a:t>6</a:t>
            </a:r>
            <a:r>
              <a:rPr lang="en-US" sz="1100" b="1" noProof="0">
                <a:solidFill>
                  <a:schemeClr val="bg1"/>
                </a:solidFill>
                <a:latin typeface="+mj-lt"/>
              </a:rPr>
              <a:t>. Pilot Preparation</a:t>
            </a:r>
          </a:p>
        </p:txBody>
      </p:sp>
      <p:sp>
        <p:nvSpPr>
          <p:cNvPr id="11" name="Shape 37">
            <a:extLst>
              <a:ext uri="{FF2B5EF4-FFF2-40B4-BE49-F238E27FC236}">
                <a16:creationId xmlns:a16="http://schemas.microsoft.com/office/drawing/2014/main" id="{0E13CB14-9C14-A814-1DDC-972B95A107FC}"/>
              </a:ext>
            </a:extLst>
          </p:cNvPr>
          <p:cNvSpPr/>
          <p:nvPr/>
        </p:nvSpPr>
        <p:spPr>
          <a:xfrm>
            <a:off x="7224097" y="2752954"/>
            <a:ext cx="4705301" cy="1094381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u="sng" noProof="0" dirty="0">
                <a:latin typeface="+mj-lt"/>
              </a:rPr>
              <a:t>Candidate projects for pilot (3 options) </a:t>
            </a:r>
            <a:r>
              <a:rPr lang="en-US" sz="1000" u="sng" dirty="0">
                <a:latin typeface="+mj-lt"/>
              </a:rPr>
              <a:t> </a:t>
            </a:r>
            <a:endParaRPr lang="en-US" sz="1000" u="sng" noProof="0" dirty="0">
              <a:solidFill>
                <a:schemeClr val="accent1"/>
              </a:solidFill>
              <a:latin typeface="+mj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u="sng" noProof="0" dirty="0">
                <a:latin typeface="+mj-lt"/>
              </a:rPr>
              <a:t>Identified BRS lead / OPCO </a:t>
            </a:r>
            <a:r>
              <a:rPr lang="en-US" sz="1000" u="sng" dirty="0">
                <a:latin typeface="+mj-lt"/>
              </a:rPr>
              <a:t> </a:t>
            </a:r>
            <a:endParaRPr lang="en-US" sz="800" b="1" u="sng" noProof="0" dirty="0">
              <a:solidFill>
                <a:schemeClr val="accent1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u="sng" noProof="0" dirty="0">
                <a:latin typeface="+mj-lt"/>
              </a:rPr>
              <a:t>Availability confirmation (Weeks 7–12) </a:t>
            </a:r>
            <a:r>
              <a:rPr lang="en-US" sz="1000" u="sng" dirty="0">
                <a:latin typeface="+mj-lt"/>
              </a:rPr>
              <a:t> </a:t>
            </a:r>
            <a:endParaRPr lang="en-US" sz="800" b="1" u="sng" dirty="0">
              <a:solidFill>
                <a:schemeClr val="accent1"/>
              </a:solidFill>
              <a:ea typeface="+mn-lt"/>
              <a:cs typeface="+mn-lt"/>
            </a:endParaRPr>
          </a:p>
          <a:p>
            <a:pPr lvl="3"/>
            <a:r>
              <a:rPr lang="en-US" sz="800" b="1" dirty="0">
                <a:solidFill>
                  <a:schemeClr val="accent1"/>
                </a:solidFill>
                <a:ea typeface="+mn-lt"/>
                <a:cs typeface="+mn-lt"/>
              </a:rPr>
              <a:t> [all list - Template 6]</a:t>
            </a:r>
            <a:endParaRPr lang="en-US" sz="800" dirty="0">
              <a:solidFill>
                <a:schemeClr val="accent1"/>
              </a:solidFill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endParaRPr lang="en-US" sz="800" b="1" noProof="0" dirty="0">
              <a:solidFill>
                <a:schemeClr val="accent1"/>
              </a:solidFill>
              <a:ea typeface="+mn-lt"/>
              <a:cs typeface="+mn-lt"/>
            </a:endParaRPr>
          </a:p>
        </p:txBody>
      </p:sp>
      <p:sp>
        <p:nvSpPr>
          <p:cNvPr id="19" name="Shape 37">
            <a:extLst>
              <a:ext uri="{FF2B5EF4-FFF2-40B4-BE49-F238E27FC236}">
                <a16:creationId xmlns:a16="http://schemas.microsoft.com/office/drawing/2014/main" id="{CD2EE623-430C-62D0-0F50-23652F384E8D}"/>
              </a:ext>
            </a:extLst>
          </p:cNvPr>
          <p:cNvSpPr/>
          <p:nvPr/>
        </p:nvSpPr>
        <p:spPr>
          <a:xfrm>
            <a:off x="7224097" y="3905407"/>
            <a:ext cx="4705301" cy="30581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100" b="1">
                <a:solidFill>
                  <a:schemeClr val="bg1"/>
                </a:solidFill>
                <a:latin typeface="+mj-lt"/>
              </a:rPr>
              <a:t>7</a:t>
            </a:r>
            <a:r>
              <a:rPr lang="en-US" sz="1100" b="1" noProof="0">
                <a:solidFill>
                  <a:schemeClr val="bg1"/>
                </a:solidFill>
                <a:latin typeface="+mj-lt"/>
              </a:rPr>
              <a:t>. Value &amp; Prioritization</a:t>
            </a:r>
          </a:p>
        </p:txBody>
      </p:sp>
      <p:sp>
        <p:nvSpPr>
          <p:cNvPr id="20" name="Shape 37">
            <a:extLst>
              <a:ext uri="{FF2B5EF4-FFF2-40B4-BE49-F238E27FC236}">
                <a16:creationId xmlns:a16="http://schemas.microsoft.com/office/drawing/2014/main" id="{F8F1C3B6-1CFB-DF28-86F0-8E5872A13185}"/>
              </a:ext>
            </a:extLst>
          </p:cNvPr>
          <p:cNvSpPr/>
          <p:nvPr/>
        </p:nvSpPr>
        <p:spPr>
          <a:xfrm>
            <a:off x="7224097" y="4294346"/>
            <a:ext cx="4705301" cy="1105932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Any existing prioritization models</a:t>
            </a:r>
            <a:r>
              <a:rPr lang="en-US" sz="1000" dirty="0">
                <a:latin typeface="+mj-lt"/>
              </a:rPr>
              <a:t> </a:t>
            </a:r>
            <a:r>
              <a:rPr lang="en-US" sz="800" dirty="0">
                <a:solidFill>
                  <a:srgbClr val="808080"/>
                </a:solidFill>
                <a:ea typeface="+mn-lt"/>
                <a:cs typeface="+mn-lt"/>
              </a:rPr>
              <a:t>[send existing]</a:t>
            </a:r>
            <a:endParaRPr lang="en-US" sz="1000" noProof="0" dirty="0">
              <a:latin typeface="+mj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Business case templates (if any)</a:t>
            </a:r>
            <a:r>
              <a:rPr lang="en-US" sz="1000" dirty="0">
                <a:latin typeface="+mj-lt"/>
              </a:rPr>
              <a:t> </a:t>
            </a:r>
            <a:r>
              <a:rPr lang="en-US" sz="800" dirty="0">
                <a:solidFill>
                  <a:srgbClr val="808080"/>
                </a:solidFill>
                <a:ea typeface="+mn-lt"/>
                <a:cs typeface="+mn-lt"/>
              </a:rPr>
              <a:t>[send existing]</a:t>
            </a:r>
            <a:endParaRPr lang="en-US" sz="800" noProof="0" dirty="0">
              <a:solidFill>
                <a:srgbClr val="808080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ROI calculation methods (if any)</a:t>
            </a:r>
            <a:r>
              <a:rPr lang="en-US" sz="1000" dirty="0">
                <a:latin typeface="+mj-lt"/>
              </a:rPr>
              <a:t> </a:t>
            </a:r>
            <a:r>
              <a:rPr lang="en-US" sz="800" dirty="0">
                <a:solidFill>
                  <a:srgbClr val="808080"/>
                </a:solidFill>
                <a:ea typeface="+mn-lt"/>
                <a:cs typeface="+mn-lt"/>
              </a:rPr>
              <a:t>[send existing] 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Examples of past prioritization decisions</a:t>
            </a:r>
            <a:r>
              <a:rPr lang="en-US" sz="1000" dirty="0">
                <a:latin typeface="+mj-lt"/>
              </a:rPr>
              <a:t> </a:t>
            </a:r>
            <a:r>
              <a:rPr lang="en-US" sz="800" dirty="0">
                <a:solidFill>
                  <a:srgbClr val="808080"/>
                </a:solidFill>
                <a:ea typeface="+mn-lt"/>
                <a:cs typeface="+mn-lt"/>
              </a:rPr>
              <a:t>[send existing] 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Strategic priorities (2025–2026)</a:t>
            </a:r>
            <a:r>
              <a:rPr lang="en-US" sz="1000" dirty="0">
                <a:latin typeface="+mj-lt"/>
              </a:rPr>
              <a:t> </a:t>
            </a:r>
            <a:r>
              <a:rPr lang="en-US" sz="800" dirty="0">
                <a:solidFill>
                  <a:srgbClr val="808080"/>
                </a:solidFill>
                <a:ea typeface="+mn-lt"/>
                <a:cs typeface="+mn-lt"/>
              </a:rPr>
              <a:t>[send existing]</a:t>
            </a:r>
            <a:endParaRPr lang="en-US" sz="800" noProof="0" dirty="0">
              <a:solidFill>
                <a:srgbClr val="808080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 dirty="0">
                <a:latin typeface="+mj-lt"/>
              </a:rPr>
              <a:t>OKRs or business KPIs measure</a:t>
            </a:r>
            <a:r>
              <a:rPr lang="en-US" sz="1000" dirty="0">
                <a:latin typeface="+mj-lt"/>
              </a:rPr>
              <a:t> </a:t>
            </a:r>
            <a:r>
              <a:rPr lang="en-US" sz="800" dirty="0">
                <a:solidFill>
                  <a:srgbClr val="808080"/>
                </a:solidFill>
                <a:ea typeface="+mn-lt"/>
                <a:cs typeface="+mn-lt"/>
              </a:rPr>
              <a:t>[send existing]</a:t>
            </a:r>
            <a:endParaRPr lang="en-US" sz="800" noProof="0" dirty="0">
              <a:solidFill>
                <a:srgbClr val="80808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218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Arredondado 5">
            <a:extLst>
              <a:ext uri="{FF2B5EF4-FFF2-40B4-BE49-F238E27FC236}">
                <a16:creationId xmlns:a16="http://schemas.microsoft.com/office/drawing/2014/main" id="{C3E49A9D-B0D2-5D40-BD63-18485FC919A2}"/>
              </a:ext>
            </a:extLst>
          </p:cNvPr>
          <p:cNvSpPr/>
          <p:nvPr/>
        </p:nvSpPr>
        <p:spPr>
          <a:xfrm>
            <a:off x="266700" y="1270000"/>
            <a:ext cx="5715000" cy="355600"/>
          </a:xfrm>
          <a:prstGeom prst="roundRect">
            <a:avLst/>
          </a:prstGeom>
          <a:solidFill>
            <a:srgbClr val="008C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pt-BR" sz="1400" b="1">
                <a:solidFill>
                  <a:srgbClr val="FFFFFF"/>
                </a:solidFill>
              </a:rPr>
              <a:t>TEMPLATE PROVIDED </a:t>
            </a: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BAB24537-9EED-6D46-B924-7C9512A675E4}"/>
              </a:ext>
            </a:extLst>
          </p:cNvPr>
          <p:cNvSpPr/>
          <p:nvPr/>
        </p:nvSpPr>
        <p:spPr>
          <a:xfrm>
            <a:off x="266700" y="1752600"/>
            <a:ext cx="5715000" cy="482600"/>
          </a:xfrm>
          <a:prstGeom prst="roundRect">
            <a:avLst/>
          </a:prstGeom>
          <a:solidFill>
            <a:srgbClr val="1A3A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Template 1 — Governance &amp; Forums Map - Slide 12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62D1C916-A65D-FE44-8914-D68ED3B904A8}"/>
              </a:ext>
            </a:extLst>
          </p:cNvPr>
          <p:cNvSpPr/>
          <p:nvPr/>
        </p:nvSpPr>
        <p:spPr>
          <a:xfrm>
            <a:off x="266700" y="2286000"/>
            <a:ext cx="5715000" cy="482600"/>
          </a:xfrm>
          <a:prstGeom prst="roundRect">
            <a:avLst/>
          </a:prstGeom>
          <a:solidFill>
            <a:srgbClr val="1A3A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Template 2 — Demand Entry Channels Map - Slide 13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DC55955B-C84C-E045-9899-3B9B91485102}"/>
              </a:ext>
            </a:extLst>
          </p:cNvPr>
          <p:cNvSpPr/>
          <p:nvPr/>
        </p:nvSpPr>
        <p:spPr>
          <a:xfrm>
            <a:off x="266700" y="2819400"/>
            <a:ext cx="5715000" cy="482600"/>
          </a:xfrm>
          <a:prstGeom prst="roundRect">
            <a:avLst/>
          </a:prstGeom>
          <a:solidFill>
            <a:srgbClr val="1A3A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Template 3 — Demand Volume Tracker - Slide 14</a:t>
            </a:r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4DE7CBB9-EEE8-F245-AF3A-2E6DF472309B}"/>
              </a:ext>
            </a:extLst>
          </p:cNvPr>
          <p:cNvSpPr/>
          <p:nvPr/>
        </p:nvSpPr>
        <p:spPr>
          <a:xfrm>
            <a:off x="266700" y="3352800"/>
            <a:ext cx="5715000" cy="482600"/>
          </a:xfrm>
          <a:prstGeom prst="roundRect">
            <a:avLst/>
          </a:prstGeom>
          <a:solidFill>
            <a:srgbClr val="1A3A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Template 4 — Project Portfolio Inventory - Slide 15</a:t>
            </a:r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277E3B34-FFB6-6D45-8FDC-A0F840BD9983}"/>
              </a:ext>
            </a:extLst>
          </p:cNvPr>
          <p:cNvSpPr/>
          <p:nvPr/>
        </p:nvSpPr>
        <p:spPr>
          <a:xfrm>
            <a:off x="266700" y="3886200"/>
            <a:ext cx="5715000" cy="482600"/>
          </a:xfrm>
          <a:prstGeom prst="roundRect">
            <a:avLst/>
          </a:prstGeom>
          <a:solidFill>
            <a:srgbClr val="1A3A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Template 5 — Resource &amp; Capacity Overview - Slide 16</a:t>
            </a:r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50F750FD-ADF6-2A44-9CB3-B7A35E37F23E}"/>
              </a:ext>
            </a:extLst>
          </p:cNvPr>
          <p:cNvSpPr/>
          <p:nvPr/>
        </p:nvSpPr>
        <p:spPr>
          <a:xfrm>
            <a:off x="266700" y="4419600"/>
            <a:ext cx="5715000" cy="482600"/>
          </a:xfrm>
          <a:prstGeom prst="roundRect">
            <a:avLst/>
          </a:prstGeom>
          <a:solidFill>
            <a:srgbClr val="1A3A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Template 6 — Pilot Candidate Assessment - Slide 17</a:t>
            </a:r>
          </a:p>
        </p:txBody>
      </p:sp>
      <p:sp>
        <p:nvSpPr>
          <p:cNvPr id="13" name="Retângulo Arredondado 12">
            <a:extLst>
              <a:ext uri="{FF2B5EF4-FFF2-40B4-BE49-F238E27FC236}">
                <a16:creationId xmlns:a16="http://schemas.microsoft.com/office/drawing/2014/main" id="{5B112C4D-D410-A842-9D3B-8E5C916458E0}"/>
              </a:ext>
            </a:extLst>
          </p:cNvPr>
          <p:cNvSpPr/>
          <p:nvPr/>
        </p:nvSpPr>
        <p:spPr>
          <a:xfrm>
            <a:off x="6223000" y="1270000"/>
            <a:ext cx="5715000" cy="355600"/>
          </a:xfrm>
          <a:prstGeom prst="roundRect">
            <a:avLst/>
          </a:prstGeom>
          <a:solidFill>
            <a:srgbClr val="94949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pt-BR" sz="1400" b="1">
                <a:solidFill>
                  <a:srgbClr val="FFFFFF"/>
                </a:solidFill>
              </a:rPr>
              <a:t>NO TEMPLATE NEEDED — </a:t>
            </a:r>
            <a:r>
              <a:rPr lang="pt-BR" sz="1400" b="1" err="1">
                <a:solidFill>
                  <a:srgbClr val="FFFFFF"/>
                </a:solidFill>
              </a:rPr>
              <a:t>Send</a:t>
            </a:r>
            <a:r>
              <a:rPr lang="pt-BR" sz="1400" b="1">
                <a:solidFill>
                  <a:srgbClr val="FFFFFF"/>
                </a:solidFill>
              </a:rPr>
              <a:t> </a:t>
            </a:r>
            <a:r>
              <a:rPr lang="pt-BR" sz="1400" b="1" err="1">
                <a:solidFill>
                  <a:srgbClr val="FFFFFF"/>
                </a:solidFill>
              </a:rPr>
              <a:t>existing</a:t>
            </a:r>
            <a:r>
              <a:rPr lang="pt-BR" sz="1400" b="1">
                <a:solidFill>
                  <a:srgbClr val="FFFFFF"/>
                </a:solidFill>
              </a:rPr>
              <a:t> </a:t>
            </a:r>
            <a:r>
              <a:rPr lang="pt-BR" sz="1400" b="1" err="1">
                <a:solidFill>
                  <a:srgbClr val="FFFFFF"/>
                </a:solidFill>
              </a:rPr>
              <a:t>documents</a:t>
            </a:r>
            <a:r>
              <a:rPr lang="pt-BR" sz="1400" b="1">
                <a:solidFill>
                  <a:srgbClr val="FFFFFF"/>
                </a:solidFill>
              </a:rPr>
              <a:t> (</a:t>
            </a:r>
            <a:r>
              <a:rPr lang="pt-BR" sz="1400" b="1" err="1">
                <a:solidFill>
                  <a:srgbClr val="FFFFFF"/>
                </a:solidFill>
              </a:rPr>
              <a:t>Main</a:t>
            </a:r>
            <a:r>
              <a:rPr lang="pt-BR" sz="1400" b="1">
                <a:solidFill>
                  <a:srgbClr val="FFFFFF"/>
                </a:solidFill>
              </a:rPr>
              <a:t> </a:t>
            </a:r>
            <a:r>
              <a:rPr lang="pt-BR" sz="1400" b="1" err="1">
                <a:solidFill>
                  <a:srgbClr val="FFFFFF"/>
                </a:solidFill>
              </a:rPr>
              <a:t>ones</a:t>
            </a:r>
            <a:r>
              <a:rPr lang="pt-BR" sz="1400" b="1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14" name="Retângulo Arredondado 13">
            <a:extLst>
              <a:ext uri="{FF2B5EF4-FFF2-40B4-BE49-F238E27FC236}">
                <a16:creationId xmlns:a16="http://schemas.microsoft.com/office/drawing/2014/main" id="{9BB94554-A4CB-1E41-ADD5-EC441A4EBE92}"/>
              </a:ext>
            </a:extLst>
          </p:cNvPr>
          <p:cNvSpPr/>
          <p:nvPr/>
        </p:nvSpPr>
        <p:spPr>
          <a:xfrm>
            <a:off x="6223000" y="1752600"/>
            <a:ext cx="5715000" cy="355600"/>
          </a:xfrm>
          <a:prstGeom prst="round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Digital Products Org Chart — Send existing (PPT, PDF)</a:t>
            </a:r>
          </a:p>
        </p:txBody>
      </p:sp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E5D3546D-9326-6142-9D32-CD7B6EC5B441}"/>
              </a:ext>
            </a:extLst>
          </p:cNvPr>
          <p:cNvSpPr/>
          <p:nvPr/>
        </p:nvSpPr>
        <p:spPr>
          <a:xfrm>
            <a:off x="6223000" y="2146300"/>
            <a:ext cx="5715000" cy="355600"/>
          </a:xfrm>
          <a:prstGeom prst="round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Roles &amp; Responsibilities — Send existing documentation</a:t>
            </a:r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80CF9B1A-3ECD-9044-B322-2A34CA6A12AB}"/>
              </a:ext>
            </a:extLst>
          </p:cNvPr>
          <p:cNvSpPr/>
          <p:nvPr/>
        </p:nvSpPr>
        <p:spPr>
          <a:xfrm>
            <a:off x="6223000" y="2540000"/>
            <a:ext cx="5715000" cy="355600"/>
          </a:xfrm>
          <a:prstGeom prst="round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BRS structure &amp; liaison model — Send existing documentation</a:t>
            </a:r>
          </a:p>
        </p:txBody>
      </p:sp>
      <p:sp>
        <p:nvSpPr>
          <p:cNvPr id="17" name="Retângulo Arredondado 16">
            <a:extLst>
              <a:ext uri="{FF2B5EF4-FFF2-40B4-BE49-F238E27FC236}">
                <a16:creationId xmlns:a16="http://schemas.microsoft.com/office/drawing/2014/main" id="{11B262FF-0929-5542-BD2B-4F772D99774F}"/>
              </a:ext>
            </a:extLst>
          </p:cNvPr>
          <p:cNvSpPr/>
          <p:nvPr/>
        </p:nvSpPr>
        <p:spPr>
          <a:xfrm>
            <a:off x="6223000" y="2933700"/>
            <a:ext cx="5715000" cy="355600"/>
          </a:xfrm>
          <a:prstGeom prst="round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PMO involvement model — Narrative description</a:t>
            </a:r>
          </a:p>
        </p:txBody>
      </p:sp>
      <p:sp>
        <p:nvSpPr>
          <p:cNvPr id="19" name="Retângulo Arredondado 18">
            <a:extLst>
              <a:ext uri="{FF2B5EF4-FFF2-40B4-BE49-F238E27FC236}">
                <a16:creationId xmlns:a16="http://schemas.microsoft.com/office/drawing/2014/main" id="{A2CF6BDA-63C8-E749-937C-014496F389F1}"/>
              </a:ext>
            </a:extLst>
          </p:cNvPr>
          <p:cNvSpPr/>
          <p:nvPr/>
        </p:nvSpPr>
        <p:spPr>
          <a:xfrm>
            <a:off x="6223000" y="3313323"/>
            <a:ext cx="5715000" cy="355600"/>
          </a:xfrm>
          <a:prstGeom prst="round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Intake forms / templates — Send existing forms</a:t>
            </a:r>
          </a:p>
        </p:txBody>
      </p:sp>
      <p:sp>
        <p:nvSpPr>
          <p:cNvPr id="20" name="Retângulo Arredondado 19">
            <a:extLst>
              <a:ext uri="{FF2B5EF4-FFF2-40B4-BE49-F238E27FC236}">
                <a16:creationId xmlns:a16="http://schemas.microsoft.com/office/drawing/2014/main" id="{67F2B08E-3DC7-9B4F-854D-D073DD3D9203}"/>
              </a:ext>
            </a:extLst>
          </p:cNvPr>
          <p:cNvSpPr/>
          <p:nvPr/>
        </p:nvSpPr>
        <p:spPr>
          <a:xfrm>
            <a:off x="6223000" y="3707023"/>
            <a:ext cx="5715000" cy="355600"/>
          </a:xfrm>
          <a:prstGeom prst="round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 Roadmaps — Send current files</a:t>
            </a:r>
          </a:p>
        </p:txBody>
      </p:sp>
      <p:sp>
        <p:nvSpPr>
          <p:cNvPr id="21" name="Retângulo Arredondado 20">
            <a:extLst>
              <a:ext uri="{FF2B5EF4-FFF2-40B4-BE49-F238E27FC236}">
                <a16:creationId xmlns:a16="http://schemas.microsoft.com/office/drawing/2014/main" id="{6E4930A4-C977-A049-B026-12FA3675ACFA}"/>
              </a:ext>
            </a:extLst>
          </p:cNvPr>
          <p:cNvSpPr/>
          <p:nvPr/>
        </p:nvSpPr>
        <p:spPr>
          <a:xfrm>
            <a:off x="6223000" y="4100723"/>
            <a:ext cx="5715000" cy="355600"/>
          </a:xfrm>
          <a:prstGeom prst="round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Reporting templates &amp; dashboards — Send examples / screenshots</a:t>
            </a:r>
          </a:p>
        </p:txBody>
      </p:sp>
      <p:sp>
        <p:nvSpPr>
          <p:cNvPr id="22" name="Retângulo Arredondado 21">
            <a:extLst>
              <a:ext uri="{FF2B5EF4-FFF2-40B4-BE49-F238E27FC236}">
                <a16:creationId xmlns:a16="http://schemas.microsoft.com/office/drawing/2014/main" id="{1E174DC9-0F1D-6849-AC0B-690C7230E021}"/>
              </a:ext>
            </a:extLst>
          </p:cNvPr>
          <p:cNvSpPr/>
          <p:nvPr/>
        </p:nvSpPr>
        <p:spPr>
          <a:xfrm>
            <a:off x="6223000" y="4494423"/>
            <a:ext cx="5715000" cy="355600"/>
          </a:xfrm>
          <a:prstGeom prst="round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KPIs currently tracked — Send existing framework</a:t>
            </a:r>
          </a:p>
        </p:txBody>
      </p:sp>
      <p:sp>
        <p:nvSpPr>
          <p:cNvPr id="23" name="Retângulo Arredondado 22">
            <a:extLst>
              <a:ext uri="{FF2B5EF4-FFF2-40B4-BE49-F238E27FC236}">
                <a16:creationId xmlns:a16="http://schemas.microsoft.com/office/drawing/2014/main" id="{9C3A4443-9B34-2746-8323-B4F4FBFBBBE2}"/>
              </a:ext>
            </a:extLst>
          </p:cNvPr>
          <p:cNvSpPr/>
          <p:nvPr/>
        </p:nvSpPr>
        <p:spPr>
          <a:xfrm>
            <a:off x="6223000" y="4888123"/>
            <a:ext cx="5715000" cy="355600"/>
          </a:xfrm>
          <a:prstGeom prst="roundRect">
            <a:avLst/>
          </a:prstGeom>
          <a:solidFill>
            <a:srgbClr val="2A2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Strategic priorities &amp; OKRs 2025–2026 — Send existing docs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839BF9A-9A85-A67A-A5F5-70C3232EDD04}"/>
              </a:ext>
            </a:extLst>
          </p:cNvPr>
          <p:cNvSpPr txBox="1"/>
          <p:nvPr/>
        </p:nvSpPr>
        <p:spPr>
          <a:xfrm>
            <a:off x="11714205" y="546168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pt-BR" sz="1100" err="1"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id="{F455DD27-A49D-51DD-BFC1-8EF2C5EAFB83}"/>
              </a:ext>
            </a:extLst>
          </p:cNvPr>
          <p:cNvSpPr>
            <a:spLocks noGrp="1"/>
          </p:cNvSpPr>
          <p:nvPr/>
        </p:nvSpPr>
        <p:spPr>
          <a:xfrm>
            <a:off x="1633250" y="5823875"/>
            <a:ext cx="8308800" cy="223200"/>
          </a:xfrm>
          <a:prstGeom prst="rect">
            <a:avLst/>
          </a:prstGeom>
        </p:spPr>
        <p:txBody>
          <a:bodyPr/>
          <a:lstStyle>
            <a:lvl1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Tx/>
              <a:buNone/>
              <a:defRPr sz="11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IberPangea Text Light" panose="020B0404000000000000" pitchFamily="34" charset="0"/>
                <a:cs typeface="Arial" panose="020B0604020202020204" pitchFamily="34" charset="0"/>
              </a:defRPr>
            </a:lvl1pPr>
            <a:lvl2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tabLst/>
              <a:defRPr sz="1100" b="1" i="0" kern="1200">
                <a:solidFill>
                  <a:schemeClr val="accent1"/>
                </a:solidFill>
                <a:latin typeface="+mn-lt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111125" indent="-10795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231775" indent="-115888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357188" indent="-1206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154769" indent="-142863" algn="l" defTabSz="182854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5942783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057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1331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2. Request for Information</a:t>
            </a:r>
          </a:p>
        </p:txBody>
      </p:sp>
      <p:sp>
        <p:nvSpPr>
          <p:cNvPr id="27" name="Título 2">
            <a:extLst>
              <a:ext uri="{FF2B5EF4-FFF2-40B4-BE49-F238E27FC236}">
                <a16:creationId xmlns:a16="http://schemas.microsoft.com/office/drawing/2014/main" id="{F88AC8D6-C6AF-183D-8155-5378D0CFBF6D}"/>
              </a:ext>
            </a:extLst>
          </p:cNvPr>
          <p:cNvSpPr>
            <a:spLocks noGrp="1"/>
          </p:cNvSpPr>
          <p:nvPr/>
        </p:nvSpPr>
        <p:spPr>
          <a:xfrm>
            <a:off x="1619070" y="6090680"/>
            <a:ext cx="9198797" cy="576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1600" b="1" i="0" kern="1200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5pPr>
            <a:lvl6pPr marL="91427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6pPr>
            <a:lvl7pPr marL="182854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7pPr>
            <a:lvl8pPr marL="274282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8pPr>
            <a:lvl9pPr marL="365709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r>
              <a:rPr lang="pt-BR"/>
              <a:t>RFI Template Mapping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79897C-C05C-685D-473A-660CAE02AB9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050" noProof="0" dirty="0">
                <a:solidFill>
                  <a:schemeClr val="tx1"/>
                </a:solidFill>
                <a:latin typeface="+mn-lt"/>
              </a:rPr>
              <a:t>2. Request for Information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1A929254-F536-010C-B27F-2C0CE55D5AC6}"/>
              </a:ext>
            </a:extLst>
          </p:cNvPr>
          <p:cNvSpPr txBox="1">
            <a:spLocks/>
          </p:cNvSpPr>
          <p:nvPr/>
        </p:nvSpPr>
        <p:spPr>
          <a:xfrm>
            <a:off x="184484" y="450009"/>
            <a:ext cx="5748956" cy="342471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1600" b="1" i="0" kern="1200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5pPr>
            <a:lvl6pPr marL="91427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6pPr>
            <a:lvl7pPr marL="182854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7pPr>
            <a:lvl8pPr marL="274282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8pPr>
            <a:lvl9pPr marL="365709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r>
              <a:rPr lang="pt-BR" dirty="0">
                <a:latin typeface="+mn-lt"/>
              </a:rPr>
              <a:t>RFI </a:t>
            </a:r>
            <a:r>
              <a:rPr lang="pt-BR" dirty="0" err="1">
                <a:latin typeface="+mn-lt"/>
              </a:rPr>
              <a:t>Template</a:t>
            </a:r>
            <a:r>
              <a:rPr lang="pt-BR" dirty="0">
                <a:latin typeface="+mn-lt"/>
              </a:rPr>
              <a:t> Mapping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33565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B49F18A1-F42B-B343-A2A0-E7FFC360CB89}"/>
              </a:ext>
            </a:extLst>
          </p:cNvPr>
          <p:cNvSpPr txBox="1"/>
          <p:nvPr/>
        </p:nvSpPr>
        <p:spPr>
          <a:xfrm>
            <a:off x="266700" y="915412"/>
            <a:ext cx="11430000" cy="21544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Please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list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all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governance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forums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,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steering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committees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,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and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recurring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meetings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related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to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Digital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Products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/ SAP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CoE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16D87376-6EDF-B641-9D4F-113A34CF0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63984"/>
              </p:ext>
            </p:extLst>
          </p:nvPr>
        </p:nvGraphicFramePr>
        <p:xfrm>
          <a:off x="266700" y="1232911"/>
          <a:ext cx="11658600" cy="37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965908866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16087646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142257598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004022259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1615786977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1209865123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pt-BR" sz="1400" b="1" err="1">
                          <a:solidFill>
                            <a:srgbClr val="FFFFFF"/>
                          </a:solidFill>
                        </a:rPr>
                        <a:t>Forum</a:t>
                      </a:r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pt-BR" sz="1400" b="1" err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err="1">
                          <a:solidFill>
                            <a:srgbClr val="FFFFFF"/>
                          </a:solidFill>
                        </a:rPr>
                        <a:t>Cadence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Key </a:t>
                      </a:r>
                      <a:r>
                        <a:rPr lang="pt-BR" sz="1400" b="1" err="1">
                          <a:solidFill>
                            <a:srgbClr val="FFFFFF"/>
                          </a:solidFill>
                        </a:rPr>
                        <a:t>Participants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Decision Scope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err="1">
                          <a:solidFill>
                            <a:srgbClr val="FFFFFF"/>
                          </a:solidFill>
                        </a:rPr>
                        <a:t>Artifacts</a:t>
                      </a:r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pt-BR" sz="1400" b="1" err="1">
                          <a:solidFill>
                            <a:srgbClr val="FFFFFF"/>
                          </a:solidFill>
                        </a:rPr>
                        <a:t>Produced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022286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e.g. SAP </a:t>
                      </a:r>
                      <a:r>
                        <a:rPr lang="pt-BR" sz="140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Steering</a:t>
                      </a:r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pt-BR" sz="140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Committee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Monthly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CIO, VP Digital, BRS Leads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Budget </a:t>
                      </a:r>
                      <a:r>
                        <a:rPr lang="pt-BR" sz="140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approval</a:t>
                      </a:r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pt-BR" sz="140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project</a:t>
                      </a:r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pt-BR" sz="140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prioritization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Meeting minutes, </a:t>
                      </a:r>
                      <a:r>
                        <a:rPr lang="pt-BR" sz="140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action</a:t>
                      </a:r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57039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42127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984956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083324"/>
                  </a:ext>
                </a:extLst>
              </a:tr>
              <a:tr h="46566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889714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4435669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815438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61A919C2-EAD5-3A42-9EAF-8D0D73EC5696}"/>
              </a:ext>
            </a:extLst>
          </p:cNvPr>
          <p:cNvSpPr txBox="1"/>
          <p:nvPr/>
        </p:nvSpPr>
        <p:spPr>
          <a:xfrm>
            <a:off x="266700" y="5803788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pt-BR" sz="1400">
                <a:solidFill>
                  <a:srgbClr val="949494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Cadence: Weekly | Bi-weekly | Monthly | Quarterly | Ad-hoc
Status: Active | Inactive | Proposed</a:t>
            </a:r>
            <a:endParaRPr lang="pt-BR" sz="1400" err="1">
              <a:solidFill>
                <a:srgbClr val="949494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D797C6D2-DD5A-1DCB-D163-698CEA5E43F6}"/>
              </a:ext>
            </a:extLst>
          </p:cNvPr>
          <p:cNvSpPr txBox="1">
            <a:spLocks/>
          </p:cNvSpPr>
          <p:nvPr/>
        </p:nvSpPr>
        <p:spPr>
          <a:xfrm>
            <a:off x="198664" y="183204"/>
            <a:ext cx="4585218" cy="223200"/>
          </a:xfrm>
          <a:prstGeom prst="rect">
            <a:avLst/>
          </a:prstGeom>
        </p:spPr>
        <p:txBody>
          <a:bodyPr wrap="square" lIns="91440" tIns="45720" rIns="91440" bIns="45720" anchor="t" anchorCtr="0">
            <a:noAutofit/>
          </a:bodyPr>
          <a:lstStyle>
            <a:lvl1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Tx/>
              <a:buNone/>
              <a:defRPr sz="11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IberPangea Text Light" panose="020B0404000000000000" pitchFamily="34" charset="0"/>
                <a:cs typeface="Arial" panose="020B0604020202020204" pitchFamily="34" charset="0"/>
              </a:defRPr>
            </a:lvl1pPr>
            <a:lvl2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tabLst/>
              <a:defRPr sz="1100" b="1" i="0" kern="1200">
                <a:solidFill>
                  <a:schemeClr val="accent1"/>
                </a:solidFill>
                <a:latin typeface="+mn-lt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111125" indent="-10795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231775" indent="-115888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357188" indent="-1206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154769" indent="-142863" algn="l" defTabSz="182854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5942783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057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1331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latin typeface="+mn-lt"/>
              </a:rPr>
              <a:t>2. Request for Information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72D987D-20A4-433A-485C-0439D0975599}"/>
              </a:ext>
            </a:extLst>
          </p:cNvPr>
          <p:cNvSpPr txBox="1">
            <a:spLocks/>
          </p:cNvSpPr>
          <p:nvPr/>
        </p:nvSpPr>
        <p:spPr>
          <a:xfrm>
            <a:off x="197971" y="470239"/>
            <a:ext cx="5748956" cy="342471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1600" b="1" i="0" kern="1200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5pPr>
            <a:lvl6pPr marL="91427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6pPr>
            <a:lvl7pPr marL="182854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7pPr>
            <a:lvl8pPr marL="274282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8pPr>
            <a:lvl9pPr marL="365709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r>
              <a:rPr lang="en-US">
                <a:latin typeface="+mn-lt"/>
              </a:rPr>
              <a:t>Template 1 — Governance &amp; </a:t>
            </a:r>
            <a:r>
              <a:rPr lang="en-US" err="1">
                <a:latin typeface="+mn-lt"/>
              </a:rPr>
              <a:t>Forums</a:t>
            </a:r>
            <a:r>
              <a:rPr lang="en-US">
                <a:latin typeface="+mn-lt"/>
              </a:rPr>
              <a:t> Map</a:t>
            </a:r>
          </a:p>
          <a:p>
            <a:endParaRPr lang="en-US">
              <a:latin typeface="IberPangea Text"/>
            </a:endParaRPr>
          </a:p>
        </p:txBody>
      </p:sp>
    </p:spTree>
    <p:extLst>
      <p:ext uri="{BB962C8B-B14F-4D97-AF65-F5344CB8AC3E}">
        <p14:creationId xmlns:p14="http://schemas.microsoft.com/office/powerpoint/2010/main" val="656210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8FDFE2FD-2341-8544-AC95-E76BE6D98B9C}"/>
              </a:ext>
            </a:extLst>
          </p:cNvPr>
          <p:cNvSpPr txBox="1"/>
          <p:nvPr/>
        </p:nvSpPr>
        <p:spPr>
          <a:xfrm>
            <a:off x="266700" y="942385"/>
            <a:ext cx="11430000" cy="21544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Please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list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ea typeface="IberPangea Text Light" panose="020B0404000000000000" pitchFamily="34" charset="0"/>
                <a:cs typeface="IberPangea Text Light" panose="020B0404000000000000" pitchFamily="34" charset="0"/>
              </a:rPr>
              <a:t>all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ea typeface="IberPangea Text Light" panose="020B0404000000000000" pitchFamily="34" charset="0"/>
                <a:cs typeface="IberPangea Text Light" panose="020B0404000000000000" pitchFamily="34" charset="0"/>
              </a:rPr>
              <a:t>channels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through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which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demand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currently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enters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the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Digital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Products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/ SAP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CoE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team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337E966-2D0E-3C4B-B409-CE859B40C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129501"/>
              </p:ext>
            </p:extLst>
          </p:nvPr>
        </p:nvGraphicFramePr>
        <p:xfrm>
          <a:off x="266700" y="1259885"/>
          <a:ext cx="11658598" cy="4295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514">
                  <a:extLst>
                    <a:ext uri="{9D8B030D-6E8A-4147-A177-3AD203B41FA5}">
                      <a16:colId xmlns:a16="http://schemas.microsoft.com/office/drawing/2014/main" val="1330687421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3446765227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4106923985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3897758128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3283549046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1335575297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3882385689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Channel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Tool / Platform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Who 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Submits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Approx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. Volume/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Month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SLA (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if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exists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Triage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Process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Approval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 Flow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308586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e.g. </a:t>
                      </a:r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ServiceNow</a:t>
                      </a:r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ServiceNow</a:t>
                      </a:r>
                      <a:endParaRPr lang="pt-BR" sz="1400" dirty="0" err="1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BRS Leads, </a:t>
                      </a:r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End</a:t>
                      </a:r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~40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48h </a:t>
                      </a:r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first</a:t>
                      </a:r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Auto-assigned</a:t>
                      </a:r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to</a:t>
                      </a:r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queue</a:t>
                      </a:r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Manager &gt; </a:t>
                      </a:r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Product</a:t>
                      </a:r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Owner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191916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 err="1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 err="1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6517729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 err="1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 err="1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 err="1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 err="1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404649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70061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889353"/>
                  </a:ext>
                </a:extLst>
              </a:tr>
              <a:tr h="46566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848393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054787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281353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00EBE8CC-A7F6-2A47-AC13-1614068ABF05}"/>
              </a:ext>
            </a:extLst>
          </p:cNvPr>
          <p:cNvSpPr txBox="1"/>
          <p:nvPr/>
        </p:nvSpPr>
        <p:spPr>
          <a:xfrm>
            <a:off x="266700" y="5850991"/>
            <a:ext cx="9433354" cy="21544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Include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all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formal AND informal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channels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. </a:t>
            </a: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5A4ED3C1-4991-6FCC-68F6-944025B2F4E9}"/>
              </a:ext>
            </a:extLst>
          </p:cNvPr>
          <p:cNvSpPr txBox="1">
            <a:spLocks/>
          </p:cNvSpPr>
          <p:nvPr/>
        </p:nvSpPr>
        <p:spPr>
          <a:xfrm>
            <a:off x="198664" y="183204"/>
            <a:ext cx="4585218" cy="223200"/>
          </a:xfrm>
          <a:prstGeom prst="rect">
            <a:avLst/>
          </a:prstGeom>
        </p:spPr>
        <p:txBody>
          <a:bodyPr wrap="square" lIns="91440" tIns="45720" rIns="91440" bIns="45720" anchor="t" anchorCtr="0">
            <a:noAutofit/>
          </a:bodyPr>
          <a:lstStyle>
            <a:lvl1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Tx/>
              <a:buNone/>
              <a:defRPr sz="11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IberPangea Text Light" panose="020B0404000000000000" pitchFamily="34" charset="0"/>
                <a:cs typeface="Arial" panose="020B0604020202020204" pitchFamily="34" charset="0"/>
              </a:defRPr>
            </a:lvl1pPr>
            <a:lvl2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tabLst/>
              <a:defRPr sz="1100" b="1" i="0" kern="1200">
                <a:solidFill>
                  <a:schemeClr val="accent1"/>
                </a:solidFill>
                <a:latin typeface="+mn-lt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111125" indent="-10795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231775" indent="-115888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357188" indent="-1206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154769" indent="-142863" algn="l" defTabSz="182854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5942783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057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1331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latin typeface="+mn-lt"/>
              </a:rPr>
              <a:t>2. Request for Information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F203CC45-979E-EB35-68E9-818E1421E456}"/>
              </a:ext>
            </a:extLst>
          </p:cNvPr>
          <p:cNvSpPr txBox="1">
            <a:spLocks/>
          </p:cNvSpPr>
          <p:nvPr/>
        </p:nvSpPr>
        <p:spPr>
          <a:xfrm>
            <a:off x="197971" y="470239"/>
            <a:ext cx="5748956" cy="342471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1600" b="1" i="0" kern="1200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5pPr>
            <a:lvl6pPr marL="91427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6pPr>
            <a:lvl7pPr marL="182854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7pPr>
            <a:lvl8pPr marL="274282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8pPr>
            <a:lvl9pPr marL="365709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r>
              <a:rPr lang="en-US">
                <a:latin typeface="+mn-lt"/>
              </a:rPr>
              <a:t>Template 2 — Demand Entry Channels Map</a:t>
            </a:r>
            <a:endParaRPr lang="pt-BR"/>
          </a:p>
          <a:p>
            <a:endParaRPr lang="en-US">
              <a:latin typeface="IberPangea Text"/>
            </a:endParaRPr>
          </a:p>
        </p:txBody>
      </p:sp>
    </p:spTree>
    <p:extLst>
      <p:ext uri="{BB962C8B-B14F-4D97-AF65-F5344CB8AC3E}">
        <p14:creationId xmlns:p14="http://schemas.microsoft.com/office/powerpoint/2010/main" val="507322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29D10B2-7FF2-3442-A04A-8E6CF5D53E47}"/>
              </a:ext>
            </a:extLst>
          </p:cNvPr>
          <p:cNvSpPr txBox="1"/>
          <p:nvPr/>
        </p:nvSpPr>
        <p:spPr>
          <a:xfrm>
            <a:off x="266700" y="955872"/>
            <a:ext cx="11430000" cy="21544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Please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provide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demand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 volume data for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last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 12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months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One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row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 per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month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broken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down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by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department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request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1400" err="1">
                <a:solidFill>
                  <a:schemeClr val="bg1">
                    <a:lumMod val="50000"/>
                  </a:schemeClr>
                </a:solidFill>
              </a:rPr>
              <a:t>type</a:t>
            </a:r>
            <a:r>
              <a:rPr lang="pt-BR" sz="140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4D6C5700-DCD8-3D44-ADD8-BD73476B4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797699"/>
              </p:ext>
            </p:extLst>
          </p:nvPr>
        </p:nvGraphicFramePr>
        <p:xfrm>
          <a:off x="266700" y="1273372"/>
          <a:ext cx="11658598" cy="450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514">
                  <a:extLst>
                    <a:ext uri="{9D8B030D-6E8A-4147-A177-3AD203B41FA5}">
                      <a16:colId xmlns:a16="http://schemas.microsoft.com/office/drawing/2014/main" val="533621982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2341327433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796157708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445483472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3094966715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3225246427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112433026"/>
                    </a:ext>
                  </a:extLst>
                </a:gridCol>
              </a:tblGrid>
              <a:tr h="399143">
                <a:tc>
                  <a:txBody>
                    <a:bodyPr/>
                    <a:lstStyle/>
                    <a:p>
                      <a:pPr algn="ctr"/>
                      <a:r>
                        <a:rPr lang="pt-BR" sz="1400" b="1" err="1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pt-BR" sz="1400" b="1" dirty="0" err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# 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Requests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err="1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pt-BR" sz="1400" b="1" dirty="0" err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Request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Entry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Status (Final)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Avg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. 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Resolution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 (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days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229839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e.g. Jan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Enhancement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ServiceNow</a:t>
                      </a:r>
                      <a:endParaRPr lang="pt-BR"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611574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 err="1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 err="1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3876994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947591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7495107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858168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595814"/>
                  </a:ext>
                </a:extLst>
              </a:tr>
              <a:tr h="39914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2569176"/>
                  </a:ext>
                </a:extLst>
              </a:tr>
              <a:tr h="39914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177638"/>
                  </a:ext>
                </a:extLst>
              </a:tr>
              <a:tr h="39914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780243"/>
                  </a:ext>
                </a:extLst>
              </a:tr>
              <a:tr h="39914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7248762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451FEF48-1493-ED45-ACAD-A2458DBE04D6}"/>
              </a:ext>
            </a:extLst>
          </p:cNvPr>
          <p:cNvSpPr txBox="1"/>
          <p:nvPr/>
        </p:nvSpPr>
        <p:spPr>
          <a:xfrm>
            <a:off x="266700" y="5925168"/>
            <a:ext cx="8890000" cy="430887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pt-BR" sz="1400">
                <a:solidFill>
                  <a:srgbClr val="949494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Entry Channel options: </a:t>
            </a:r>
            <a:r>
              <a:rPr lang="pt-BR" sz="1400">
                <a:solidFill>
                  <a:srgbClr val="949494"/>
                </a:solidFill>
                <a:ea typeface="IberPangea Text Light" panose="020B0404000000000000" pitchFamily="34" charset="0"/>
                <a:cs typeface="IberPangea Text Light" panose="020B0404000000000000" pitchFamily="34" charset="0"/>
              </a:rPr>
              <a:t>ServiceNow</a:t>
            </a:r>
            <a:r>
              <a:rPr lang="pt-BR" sz="1400">
                <a:solidFill>
                  <a:srgbClr val="949494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| Email | Jira | Kanban | Teams | Phone | Other
Request Type: Enhancement | Bug Fix | New Feature | Maintenance | Ad-hoc | Regulatory</a:t>
            </a:r>
          </a:p>
        </p:txBody>
      </p: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578EE3C9-9ACE-7EC3-F3D4-123D3F7AE1F1}"/>
              </a:ext>
            </a:extLst>
          </p:cNvPr>
          <p:cNvSpPr txBox="1">
            <a:spLocks/>
          </p:cNvSpPr>
          <p:nvPr/>
        </p:nvSpPr>
        <p:spPr>
          <a:xfrm>
            <a:off x="198664" y="183204"/>
            <a:ext cx="4585218" cy="223200"/>
          </a:xfrm>
          <a:prstGeom prst="rect">
            <a:avLst/>
          </a:prstGeom>
        </p:spPr>
        <p:txBody>
          <a:bodyPr wrap="square" lIns="91440" tIns="45720" rIns="91440" bIns="45720" anchor="t" anchorCtr="0">
            <a:noAutofit/>
          </a:bodyPr>
          <a:lstStyle>
            <a:lvl1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Tx/>
              <a:buNone/>
              <a:defRPr sz="11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IberPangea Text Light" panose="020B0404000000000000" pitchFamily="34" charset="0"/>
                <a:cs typeface="Arial" panose="020B0604020202020204" pitchFamily="34" charset="0"/>
              </a:defRPr>
            </a:lvl1pPr>
            <a:lvl2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tabLst/>
              <a:defRPr sz="1100" b="1" i="0" kern="1200">
                <a:solidFill>
                  <a:schemeClr val="accent1"/>
                </a:solidFill>
                <a:latin typeface="+mn-lt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111125" indent="-10795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231775" indent="-115888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357188" indent="-1206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154769" indent="-142863" algn="l" defTabSz="182854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5942783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057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1331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latin typeface="+mn-lt"/>
              </a:rPr>
              <a:t>2. Request for Information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A81DA8B5-E7BB-456F-4B13-798A6C77C541}"/>
              </a:ext>
            </a:extLst>
          </p:cNvPr>
          <p:cNvSpPr txBox="1">
            <a:spLocks/>
          </p:cNvSpPr>
          <p:nvPr/>
        </p:nvSpPr>
        <p:spPr>
          <a:xfrm>
            <a:off x="197971" y="470239"/>
            <a:ext cx="5748956" cy="342471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1600" b="1" i="0" kern="1200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5pPr>
            <a:lvl6pPr marL="91427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6pPr>
            <a:lvl7pPr marL="182854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7pPr>
            <a:lvl8pPr marL="274282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8pPr>
            <a:lvl9pPr marL="365709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r>
              <a:rPr lang="en-US">
                <a:latin typeface="+mn-lt"/>
              </a:rPr>
              <a:t>Template 3 — </a:t>
            </a:r>
            <a:r>
              <a:rPr lang="en-US">
                <a:latin typeface="IberPangea Text"/>
              </a:rPr>
              <a:t>Demand Volume Tracker</a:t>
            </a:r>
            <a:endParaRPr lang="pt-BR"/>
          </a:p>
          <a:p>
            <a:endParaRPr lang="en-US">
              <a:latin typeface="IberPangea Text"/>
            </a:endParaRPr>
          </a:p>
        </p:txBody>
      </p:sp>
    </p:spTree>
    <p:extLst>
      <p:ext uri="{BB962C8B-B14F-4D97-AF65-F5344CB8AC3E}">
        <p14:creationId xmlns:p14="http://schemas.microsoft.com/office/powerpoint/2010/main" val="1678445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571C48E-8605-C748-B02C-6A1D0275E22D}"/>
              </a:ext>
            </a:extLst>
          </p:cNvPr>
          <p:cNvSpPr txBox="1"/>
          <p:nvPr/>
        </p:nvSpPr>
        <p:spPr>
          <a:xfrm>
            <a:off x="266700" y="995706"/>
            <a:ext cx="10160000" cy="21544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Please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complete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one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row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per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active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project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(SAP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and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non-SAP).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Add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rows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as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needed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A33173F3-A096-224C-9FCE-4DE178194A22}"/>
              </a:ext>
            </a:extLst>
          </p:cNvPr>
          <p:cNvGraphicFramePr>
            <a:graphicFrameLocks noGrp="1"/>
          </p:cNvGraphicFramePr>
          <p:nvPr/>
        </p:nvGraphicFramePr>
        <p:xfrm>
          <a:off x="266700" y="1313206"/>
          <a:ext cx="11658600" cy="3904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7325">
                  <a:extLst>
                    <a:ext uri="{9D8B030D-6E8A-4147-A177-3AD203B41FA5}">
                      <a16:colId xmlns:a16="http://schemas.microsoft.com/office/drawing/2014/main" val="1034219217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405079134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291771866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308618160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1245403933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1300195195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430428570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1974113249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Project 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Sponsor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Start Date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End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 Date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Assigned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 Team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Budget (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if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avail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.)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14188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e.g. SAP </a:t>
                      </a:r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</a:t>
                      </a:r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/4 </a:t>
                      </a:r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Migration</a:t>
                      </a:r>
                      <a:endParaRPr lang="pt-B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Sponsor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2024-01-15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2025-06-30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In </a:t>
                      </a:r>
                      <a:r>
                        <a:rPr lang="pt-B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Progress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SAP Core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$500K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2538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15893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497838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3321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874414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17007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54424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275039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45053DB2-97F5-CC4B-8BA1-A5DAE7AE802D}"/>
              </a:ext>
            </a:extLst>
          </p:cNvPr>
          <p:cNvSpPr txBox="1"/>
          <p:nvPr/>
        </p:nvSpPr>
        <p:spPr>
          <a:xfrm>
            <a:off x="266700" y="5344474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pt-BR" sz="1400">
                <a:solidFill>
                  <a:srgbClr val="949494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Status options: Not Started | In Progress | On Hold | Completed | Cancelled
Priority: High | Medium | Low</a:t>
            </a:r>
            <a:endParaRPr lang="pt-BR" sz="1400" dirty="0" err="1">
              <a:solidFill>
                <a:srgbClr val="949494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E1662A63-2D55-A9C2-75AC-A403F0403803}"/>
              </a:ext>
            </a:extLst>
          </p:cNvPr>
          <p:cNvSpPr txBox="1">
            <a:spLocks/>
          </p:cNvSpPr>
          <p:nvPr/>
        </p:nvSpPr>
        <p:spPr>
          <a:xfrm>
            <a:off x="198664" y="183204"/>
            <a:ext cx="4585218" cy="223200"/>
          </a:xfrm>
          <a:prstGeom prst="rect">
            <a:avLst/>
          </a:prstGeom>
        </p:spPr>
        <p:txBody>
          <a:bodyPr wrap="square" lIns="91440" tIns="45720" rIns="91440" bIns="45720" anchor="t" anchorCtr="0">
            <a:noAutofit/>
          </a:bodyPr>
          <a:lstStyle>
            <a:lvl1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Tx/>
              <a:buNone/>
              <a:defRPr sz="11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IberPangea Text Light" panose="020B0404000000000000" pitchFamily="34" charset="0"/>
                <a:cs typeface="Arial" panose="020B0604020202020204" pitchFamily="34" charset="0"/>
              </a:defRPr>
            </a:lvl1pPr>
            <a:lvl2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tabLst/>
              <a:defRPr sz="1100" b="1" i="0" kern="1200">
                <a:solidFill>
                  <a:schemeClr val="accent1"/>
                </a:solidFill>
                <a:latin typeface="+mn-lt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111125" indent="-10795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231775" indent="-115888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357188" indent="-1206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154769" indent="-142863" algn="l" defTabSz="182854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5942783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057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1331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latin typeface="+mn-lt"/>
              </a:rPr>
              <a:t>2. Request for Information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FEFA5073-CB98-5BB3-9135-5F1E9DEC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" y="450009"/>
            <a:ext cx="5748956" cy="342471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>
                <a:latin typeface="+mn-lt"/>
              </a:rPr>
              <a:t>Template 4 — Project Portfolio Inventory</a:t>
            </a:r>
          </a:p>
        </p:txBody>
      </p:sp>
    </p:spTree>
    <p:extLst>
      <p:ext uri="{BB962C8B-B14F-4D97-AF65-F5344CB8AC3E}">
        <p14:creationId xmlns:p14="http://schemas.microsoft.com/office/powerpoint/2010/main" val="2201726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C307077-CEE8-A045-A80D-FDE70D602337}"/>
              </a:ext>
            </a:extLst>
          </p:cNvPr>
          <p:cNvSpPr txBox="1"/>
          <p:nvPr/>
        </p:nvSpPr>
        <p:spPr>
          <a:xfrm>
            <a:off x="280186" y="928898"/>
            <a:ext cx="11430000" cy="21544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Please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list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all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teams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/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squads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involved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in Digital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Products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delivery.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One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row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per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team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or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resource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group</a:t>
            </a:r>
            <a:r>
              <a:rPr lang="pt-BR" sz="1400" dirty="0">
                <a:solidFill>
                  <a:srgbClr val="CCCCCC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68069161-FC5F-B546-851A-083DA3141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128545"/>
              </p:ext>
            </p:extLst>
          </p:nvPr>
        </p:nvGraphicFramePr>
        <p:xfrm>
          <a:off x="280186" y="1246398"/>
          <a:ext cx="11658600" cy="4761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7325">
                  <a:extLst>
                    <a:ext uri="{9D8B030D-6E8A-4147-A177-3AD203B41FA5}">
                      <a16:colId xmlns:a16="http://schemas.microsoft.com/office/drawing/2014/main" val="1045621832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738421369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3896994606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1917960008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4244881741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3430252207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4223668148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877457512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Team / 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Squad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# People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Dedicated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 / 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Shared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Key Skills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Allocation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 %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Vendor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?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Monthly 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Capacity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 (</a:t>
                      </a:r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hrs</a:t>
                      </a:r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rgbClr val="FFFFFF"/>
                          </a:solidFill>
                        </a:rPr>
                        <a:t>Bottlenecks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5138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e.g. SAP ABAP Team</a:t>
                      </a:r>
                      <a:endParaRPr lang="pt-B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6</a:t>
                      </a:r>
                      <a:endParaRPr lang="pt-B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 err="1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Dedicated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ABAP, Fiori, S/4</a:t>
                      </a:r>
                      <a:endParaRPr lang="pt-B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100%</a:t>
                      </a:r>
                      <a:endParaRPr lang="pt-B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NTT Data</a:t>
                      </a:r>
                      <a:endParaRPr lang="pt-B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960</a:t>
                      </a:r>
                      <a:endParaRPr lang="pt-B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 err="1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Limited</a:t>
                      </a:r>
                      <a:r>
                        <a:rPr lang="pt-BR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Fiori expertise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665726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 err="1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 err="1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dirty="0" err="1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89035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38879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14099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755822"/>
                  </a:ext>
                </a:extLst>
              </a:tr>
              <a:tr h="46566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9155635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390428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939698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108042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05DBE1B0-D224-3F4E-B953-E5BE0F2678E7}"/>
              </a:ext>
            </a:extLst>
          </p:cNvPr>
          <p:cNvSpPr txBox="1"/>
          <p:nvPr/>
        </p:nvSpPr>
        <p:spPr>
          <a:xfrm>
            <a:off x="280186" y="6215132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pt-BR" sz="1400">
                <a:solidFill>
                  <a:srgbClr val="949494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Dedicated / Shared: Dedicated (100% to Digital Products) | Shared (% split — specify)
Vendor: Internal | Vendor Name (e.g. Accenture, Deloitte, Infosys)</a:t>
            </a:r>
            <a:endParaRPr lang="pt-BR" sz="1400" dirty="0" err="1">
              <a:solidFill>
                <a:srgbClr val="949494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CC1CEAF1-5802-77CE-2267-101F078A82EB}"/>
              </a:ext>
            </a:extLst>
          </p:cNvPr>
          <p:cNvSpPr txBox="1">
            <a:spLocks/>
          </p:cNvSpPr>
          <p:nvPr/>
        </p:nvSpPr>
        <p:spPr>
          <a:xfrm>
            <a:off x="198664" y="183204"/>
            <a:ext cx="4585218" cy="223200"/>
          </a:xfrm>
          <a:prstGeom prst="rect">
            <a:avLst/>
          </a:prstGeom>
        </p:spPr>
        <p:txBody>
          <a:bodyPr wrap="square" lIns="91440" tIns="45720" rIns="91440" bIns="45720" anchor="t" anchorCtr="0">
            <a:noAutofit/>
          </a:bodyPr>
          <a:lstStyle>
            <a:lvl1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Tx/>
              <a:buNone/>
              <a:defRPr sz="11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IberPangea Text Light" panose="020B0404000000000000" pitchFamily="34" charset="0"/>
                <a:cs typeface="Arial" panose="020B0604020202020204" pitchFamily="34" charset="0"/>
              </a:defRPr>
            </a:lvl1pPr>
            <a:lvl2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tabLst/>
              <a:defRPr sz="1100" b="1" i="0" kern="1200">
                <a:solidFill>
                  <a:schemeClr val="accent1"/>
                </a:solidFill>
                <a:latin typeface="+mn-lt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111125" indent="-10795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231775" indent="-115888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357188" indent="-1206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154769" indent="-142863" algn="l" defTabSz="182854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5942783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057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1331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latin typeface="+mn-lt"/>
              </a:rPr>
              <a:t>2. Request for Information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8D30FAE-CFFF-6376-3063-F38890F98CB9}"/>
              </a:ext>
            </a:extLst>
          </p:cNvPr>
          <p:cNvSpPr txBox="1">
            <a:spLocks/>
          </p:cNvSpPr>
          <p:nvPr/>
        </p:nvSpPr>
        <p:spPr>
          <a:xfrm>
            <a:off x="184484" y="450009"/>
            <a:ext cx="5748956" cy="342471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1600" b="1" i="0" kern="1200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5pPr>
            <a:lvl6pPr marL="91427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6pPr>
            <a:lvl7pPr marL="182854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7pPr>
            <a:lvl8pPr marL="274282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8pPr>
            <a:lvl9pPr marL="365709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r>
              <a:rPr lang="en-US">
                <a:latin typeface="IberPangea Text"/>
              </a:rPr>
              <a:t>Template 5 — Resource &amp; Capacity Overview</a:t>
            </a:r>
          </a:p>
          <a:p>
            <a:endParaRPr lang="en-US" dirty="0">
              <a:latin typeface="IberPangea Text"/>
            </a:endParaRPr>
          </a:p>
        </p:txBody>
      </p:sp>
    </p:spTree>
    <p:extLst>
      <p:ext uri="{BB962C8B-B14F-4D97-AF65-F5344CB8AC3E}">
        <p14:creationId xmlns:p14="http://schemas.microsoft.com/office/powerpoint/2010/main" val="2681860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E0BE84C-7D05-0848-B810-9A02A811AE54}"/>
              </a:ext>
            </a:extLst>
          </p:cNvPr>
          <p:cNvSpPr txBox="1"/>
          <p:nvPr/>
        </p:nvSpPr>
        <p:spPr>
          <a:xfrm>
            <a:off x="266700" y="1045692"/>
            <a:ext cx="11430000" cy="21544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Please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propose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3 candidate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projects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for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the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pilot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phase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(Weeks 7-12). Complete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one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</a:t>
            </a:r>
            <a:r>
              <a:rPr lang="pt-BR" sz="14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column</a:t>
            </a:r>
            <a:r>
              <a:rPr lang="pt-BR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 per candidate.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7DE69B30-86CB-354E-864C-EE8732B0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224737"/>
              </p:ext>
            </p:extLst>
          </p:nvPr>
        </p:nvGraphicFramePr>
        <p:xfrm>
          <a:off x="266700" y="1395091"/>
          <a:ext cx="11658600" cy="4423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650">
                  <a:extLst>
                    <a:ext uri="{9D8B030D-6E8A-4147-A177-3AD203B41FA5}">
                      <a16:colId xmlns:a16="http://schemas.microsoft.com/office/drawing/2014/main" val="3019270846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2587898154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3777950291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3208857271"/>
                    </a:ext>
                  </a:extLst>
                </a:gridCol>
              </a:tblGrid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Assessment Criteria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Candidate 1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Candidate 2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Candidate 3</a:t>
                      </a:r>
                    </a:p>
                  </a:txBody>
                  <a:tcPr anchor="ctr">
                    <a:solidFill>
                      <a:srgbClr val="008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84023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Project Name</a:t>
                      </a:r>
                    </a:p>
                  </a:txBody>
                  <a:tcPr anchor="ctr"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5577780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BRS Lead / OPCO</a:t>
                      </a:r>
                    </a:p>
                  </a:txBody>
                  <a:tcPr anchor="ctr"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520552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Current Phase</a:t>
                      </a:r>
                    </a:p>
                  </a:txBody>
                  <a:tcPr anchor="ctr"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8063462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Timeline fit (Weeks 7-12)</a:t>
                      </a:r>
                    </a:p>
                  </a:txBody>
                  <a:tcPr anchor="ctr"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7945574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Complexity (Low/Med/High)</a:t>
                      </a:r>
                    </a:p>
                  </a:txBody>
                  <a:tcPr anchor="ctr"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820681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# Resources involved</a:t>
                      </a:r>
                    </a:p>
                  </a:txBody>
                  <a:tcPr anchor="ctr"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243063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Key Dependencies</a:t>
                      </a:r>
                    </a:p>
                  </a:txBody>
                  <a:tcPr anchor="ctr"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347842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Visibility / Strategic value</a:t>
                      </a:r>
                    </a:p>
                  </a:txBody>
                  <a:tcPr anchor="ctr"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6607966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Success Criteria</a:t>
                      </a:r>
                    </a:p>
                  </a:txBody>
                  <a:tcPr anchor="ctr"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062464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Availability confirmed?</a:t>
                      </a:r>
                    </a:p>
                  </a:txBody>
                  <a:tcPr anchor="ctr"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rgbClr val="CCCC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52158"/>
                  </a:ext>
                </a:extLst>
              </a:tr>
            </a:tbl>
          </a:graphicData>
        </a:graphic>
      </p:graphicFrame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D856DB1B-8D0C-9C40-2564-D5782A27428F}"/>
              </a:ext>
            </a:extLst>
          </p:cNvPr>
          <p:cNvSpPr txBox="1">
            <a:spLocks/>
          </p:cNvSpPr>
          <p:nvPr/>
        </p:nvSpPr>
        <p:spPr>
          <a:xfrm>
            <a:off x="198664" y="183204"/>
            <a:ext cx="4585218" cy="223200"/>
          </a:xfrm>
          <a:prstGeom prst="rect">
            <a:avLst/>
          </a:prstGeom>
        </p:spPr>
        <p:txBody>
          <a:bodyPr wrap="square" lIns="91440" tIns="45720" rIns="91440" bIns="45720" anchor="t" anchorCtr="0">
            <a:noAutofit/>
          </a:bodyPr>
          <a:lstStyle>
            <a:lvl1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Tx/>
              <a:buNone/>
              <a:defRPr sz="1100" b="0" i="0" kern="1200" baseline="0">
                <a:solidFill>
                  <a:schemeClr val="tx1"/>
                </a:solidFill>
                <a:latin typeface="Century Gothic" panose="020B0502020202020204" pitchFamily="34" charset="0"/>
                <a:ea typeface="IberPangea Text Light" panose="020B0404000000000000" pitchFamily="34" charset="0"/>
                <a:cs typeface="Arial" panose="020B0604020202020204" pitchFamily="34" charset="0"/>
              </a:defRPr>
            </a:lvl1pPr>
            <a:lvl2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tabLst/>
              <a:defRPr sz="1100" b="1" i="0" kern="1200">
                <a:solidFill>
                  <a:schemeClr val="accent1"/>
                </a:solidFill>
                <a:latin typeface="+mn-lt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111125" indent="-10795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231775" indent="-115888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357188" indent="-1206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154769" indent="-142863" algn="l" defTabSz="182854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5942783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057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1331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latin typeface="+mn-lt"/>
              </a:rPr>
              <a:t>2. Request for Information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460AB589-F69C-2546-AFF6-68797D95B86E}"/>
              </a:ext>
            </a:extLst>
          </p:cNvPr>
          <p:cNvSpPr txBox="1">
            <a:spLocks/>
          </p:cNvSpPr>
          <p:nvPr/>
        </p:nvSpPr>
        <p:spPr>
          <a:xfrm>
            <a:off x="184484" y="450009"/>
            <a:ext cx="5748956" cy="342471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1600" b="1" i="0" kern="1200" baseline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5pPr>
            <a:lvl6pPr marL="91427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6pPr>
            <a:lvl7pPr marL="182854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7pPr>
            <a:lvl8pPr marL="274282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8pPr>
            <a:lvl9pPr marL="365709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799">
                <a:solidFill>
                  <a:schemeClr val="tx1"/>
                </a:solidFill>
                <a:latin typeface="Arial" pitchFamily="2" charset="77"/>
              </a:defRPr>
            </a:lvl9pPr>
          </a:lstStyle>
          <a:p>
            <a:r>
              <a:rPr lang="en-US" dirty="0">
                <a:latin typeface="IberPangea Text"/>
              </a:rPr>
              <a:t>Template 6 — Pilot Candidate Assessment</a:t>
            </a:r>
          </a:p>
          <a:p>
            <a:endParaRPr lang="en-US" dirty="0">
              <a:latin typeface="IberPangea Text"/>
            </a:endParaRPr>
          </a:p>
        </p:txBody>
      </p:sp>
    </p:spTree>
    <p:extLst>
      <p:ext uri="{BB962C8B-B14F-4D97-AF65-F5344CB8AC3E}">
        <p14:creationId xmlns:p14="http://schemas.microsoft.com/office/powerpoint/2010/main" val="3431780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03B3AA-4A49-BE95-28E0-BF0ADF6B8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8">
            <a:extLst>
              <a:ext uri="{FF2B5EF4-FFF2-40B4-BE49-F238E27FC236}">
                <a16:creationId xmlns:a16="http://schemas.microsoft.com/office/drawing/2014/main" id="{00F31BE4-5751-2D00-08C6-5C14567ED78A}"/>
              </a:ext>
            </a:extLst>
          </p:cNvPr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06C91CE-2DC6-A1D8-68A3-5D8A803917E6}"/>
              </a:ext>
            </a:extLst>
          </p:cNvPr>
          <p:cNvSpPr/>
          <p:nvPr/>
        </p:nvSpPr>
        <p:spPr>
          <a:xfrm>
            <a:off x="555585" y="1177098"/>
            <a:ext cx="5393802" cy="418795"/>
          </a:xfrm>
          <a:prstGeom prst="roundRect">
            <a:avLst>
              <a:gd name="adj" fmla="val 39698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DEMAND SOURCES</a:t>
            </a:r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9DE1D4C9-A082-6BC8-7388-FEA527DE39BC}"/>
              </a:ext>
            </a:extLst>
          </p:cNvPr>
          <p:cNvSpPr txBox="1"/>
          <p:nvPr/>
        </p:nvSpPr>
        <p:spPr>
          <a:xfrm>
            <a:off x="571500" y="38405"/>
            <a:ext cx="1145794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-3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Demand Sources (AS-IS): </a:t>
            </a:r>
            <a:r>
              <a:rPr kumimoji="0" lang="en-US" sz="2400" b="0" i="0" u="none" strike="noStrike" kern="0" cap="none" spc="-3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How Work Reaches Digital Products Today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29" name="Rectangle: Rounded Corners 30">
            <a:extLst>
              <a:ext uri="{FF2B5EF4-FFF2-40B4-BE49-F238E27FC236}">
                <a16:creationId xmlns:a16="http://schemas.microsoft.com/office/drawing/2014/main" id="{D4E1C8C2-AA63-D451-055B-9A89A6E6647F}"/>
              </a:ext>
            </a:extLst>
          </p:cNvPr>
          <p:cNvSpPr/>
          <p:nvPr/>
        </p:nvSpPr>
        <p:spPr>
          <a:xfrm>
            <a:off x="6252010" y="1630453"/>
            <a:ext cx="3475441" cy="4507381"/>
          </a:xfrm>
          <a:prstGeom prst="roundRect">
            <a:avLst>
              <a:gd name="adj" fmla="val 6207"/>
            </a:avLst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1B3A6B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B648CF6-DC77-CF1A-FBC5-EDD94C76299F}"/>
              </a:ext>
            </a:extLst>
          </p:cNvPr>
          <p:cNvSpPr/>
          <p:nvPr/>
        </p:nvSpPr>
        <p:spPr>
          <a:xfrm>
            <a:off x="6553598" y="1726567"/>
            <a:ext cx="2872265" cy="3103329"/>
          </a:xfrm>
          <a:prstGeom prst="roundRect">
            <a:avLst>
              <a:gd name="adj" fmla="val 6247"/>
            </a:avLst>
          </a:prstGeom>
          <a:solidFill>
            <a:srgbClr val="2E6DB4"/>
          </a:solidFill>
          <a:ln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SAP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prstClr val="white"/>
                </a:solidFill>
                <a:latin typeface="Montserrat" panose="00000500000000000000" pitchFamily="2" charset="0"/>
              </a:rPr>
              <a:t>Customer Services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4B32DA1-AD7A-B317-14AF-F0766841B03A}"/>
              </a:ext>
            </a:extLst>
          </p:cNvPr>
          <p:cNvSpPr/>
          <p:nvPr/>
        </p:nvSpPr>
        <p:spPr>
          <a:xfrm>
            <a:off x="6553598" y="4910919"/>
            <a:ext cx="2872265" cy="1129128"/>
          </a:xfrm>
          <a:prstGeom prst="roundRect">
            <a:avLst/>
          </a:prstGeom>
          <a:solidFill>
            <a:srgbClr val="6E90A8"/>
          </a:solidFill>
          <a:ln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prstClr val="white"/>
                </a:solidFill>
                <a:latin typeface="Montserrat" panose="00000500000000000000" pitchFamily="2" charset="0"/>
              </a:rPr>
              <a:t>ELECTRIC, GAS OPS &amp; CORP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431FE127-4CED-8A3F-4AFC-5813ED403308}"/>
              </a:ext>
            </a:extLst>
          </p:cNvPr>
          <p:cNvSpPr/>
          <p:nvPr/>
        </p:nvSpPr>
        <p:spPr>
          <a:xfrm>
            <a:off x="6260747" y="1177098"/>
            <a:ext cx="3457967" cy="418795"/>
          </a:xfrm>
          <a:prstGeom prst="roundRect">
            <a:avLst>
              <a:gd name="adj" fmla="val 39698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DIGITAL PRODUCTS</a:t>
            </a:r>
          </a:p>
        </p:txBody>
      </p:sp>
      <p:pic>
        <p:nvPicPr>
          <p:cNvPr id="133" name="Image 11" descr="preencoded.png">
            <a:extLst>
              <a:ext uri="{FF2B5EF4-FFF2-40B4-BE49-F238E27FC236}">
                <a16:creationId xmlns:a16="http://schemas.microsoft.com/office/drawing/2014/main" id="{65681F36-8727-99AC-861F-AA55CC8A47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9896253" y="1925952"/>
            <a:ext cx="2066906" cy="1205380"/>
          </a:xfrm>
          <a:prstGeom prst="rect">
            <a:avLst/>
          </a:prstGeom>
        </p:spPr>
      </p:pic>
      <p:sp>
        <p:nvSpPr>
          <p:cNvPr id="134" name="Text 46">
            <a:extLst>
              <a:ext uri="{FF2B5EF4-FFF2-40B4-BE49-F238E27FC236}">
                <a16:creationId xmlns:a16="http://schemas.microsoft.com/office/drawing/2014/main" id="{4EEAAC8B-EF11-63E9-B470-1D3CF5A77102}"/>
              </a:ext>
            </a:extLst>
          </p:cNvPr>
          <p:cNvSpPr txBox="1"/>
          <p:nvPr/>
        </p:nvSpPr>
        <p:spPr>
          <a:xfrm>
            <a:off x="10222165" y="1988597"/>
            <a:ext cx="1694435" cy="28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C53030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Multiple Entry Points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35" name="Image 12" descr="preencoded.png">
            <a:extLst>
              <a:ext uri="{FF2B5EF4-FFF2-40B4-BE49-F238E27FC236}">
                <a16:creationId xmlns:a16="http://schemas.microsoft.com/office/drawing/2014/main" id="{BC9E4D03-FC77-ECFC-47E4-2A86D05B82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47378" y="2036399"/>
            <a:ext cx="111436" cy="188623"/>
          </a:xfrm>
          <a:prstGeom prst="rect">
            <a:avLst/>
          </a:prstGeom>
        </p:spPr>
      </p:pic>
      <p:sp>
        <p:nvSpPr>
          <p:cNvPr id="136" name="Text 47">
            <a:extLst>
              <a:ext uri="{FF2B5EF4-FFF2-40B4-BE49-F238E27FC236}">
                <a16:creationId xmlns:a16="http://schemas.microsoft.com/office/drawing/2014/main" id="{B29614B9-CF02-778B-5A50-D994E39192F5}"/>
              </a:ext>
            </a:extLst>
          </p:cNvPr>
          <p:cNvSpPr txBox="1"/>
          <p:nvPr/>
        </p:nvSpPr>
        <p:spPr>
          <a:xfrm>
            <a:off x="10047378" y="2419736"/>
            <a:ext cx="1860826" cy="458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No single front door. Requests arrive via fragmented, unmonitored channels.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37" name="Image 13" descr="preencoded.png">
            <a:extLst>
              <a:ext uri="{FF2B5EF4-FFF2-40B4-BE49-F238E27FC236}">
                <a16:creationId xmlns:a16="http://schemas.microsoft.com/office/drawing/2014/main" id="{010D9308-DB65-477E-27E9-B9EAD0E575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9896253" y="3401348"/>
            <a:ext cx="2066906" cy="1205380"/>
          </a:xfrm>
          <a:prstGeom prst="rect">
            <a:avLst/>
          </a:prstGeom>
        </p:spPr>
      </p:pic>
      <p:sp>
        <p:nvSpPr>
          <p:cNvPr id="138" name="Text 48">
            <a:extLst>
              <a:ext uri="{FF2B5EF4-FFF2-40B4-BE49-F238E27FC236}">
                <a16:creationId xmlns:a16="http://schemas.microsoft.com/office/drawing/2014/main" id="{81A9BC70-A844-8A94-B812-F40D861E91B2}"/>
              </a:ext>
            </a:extLst>
          </p:cNvPr>
          <p:cNvSpPr txBox="1"/>
          <p:nvPr/>
        </p:nvSpPr>
        <p:spPr>
          <a:xfrm>
            <a:off x="10222165" y="3475566"/>
            <a:ext cx="1694435" cy="28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C53030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No Filtering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39" name="Image 14" descr="preencoded.png">
            <a:extLst>
              <a:ext uri="{FF2B5EF4-FFF2-40B4-BE49-F238E27FC236}">
                <a16:creationId xmlns:a16="http://schemas.microsoft.com/office/drawing/2014/main" id="{FCE5E6D2-C2EA-654E-DC6A-9466BA16F0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47378" y="3522076"/>
            <a:ext cx="111436" cy="188623"/>
          </a:xfrm>
          <a:prstGeom prst="rect">
            <a:avLst/>
          </a:prstGeom>
        </p:spPr>
      </p:pic>
      <p:sp>
        <p:nvSpPr>
          <p:cNvPr id="140" name="Text 49">
            <a:extLst>
              <a:ext uri="{FF2B5EF4-FFF2-40B4-BE49-F238E27FC236}">
                <a16:creationId xmlns:a16="http://schemas.microsoft.com/office/drawing/2014/main" id="{B65D0A01-AEBB-BEC6-F589-15CE592A3B6B}"/>
              </a:ext>
            </a:extLst>
          </p:cNvPr>
          <p:cNvSpPr txBox="1"/>
          <p:nvPr/>
        </p:nvSpPr>
        <p:spPr>
          <a:xfrm>
            <a:off x="10047378" y="3895132"/>
            <a:ext cx="1860826" cy="458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Low-value and strategic demands are mixed without initial triage.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45" name="Shape 52">
            <a:extLst>
              <a:ext uri="{FF2B5EF4-FFF2-40B4-BE49-F238E27FC236}">
                <a16:creationId xmlns:a16="http://schemas.microsoft.com/office/drawing/2014/main" id="{EADBF8FF-14A1-1481-CDDB-35FCB0BE0CA1}"/>
              </a:ext>
            </a:extLst>
          </p:cNvPr>
          <p:cNvSpPr/>
          <p:nvPr/>
        </p:nvSpPr>
        <p:spPr>
          <a:xfrm>
            <a:off x="9838392" y="1177098"/>
            <a:ext cx="2146850" cy="417600"/>
          </a:xfrm>
          <a:prstGeom prst="roundRect">
            <a:avLst>
              <a:gd name="adj" fmla="val 39698"/>
            </a:avLst>
          </a:prstGeom>
          <a:solidFill>
            <a:srgbClr val="FED7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6000" r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5" normalizeH="0" baseline="0" noProof="0">
                <a:ln>
                  <a:noFill/>
                </a:ln>
                <a:solidFill>
                  <a:srgbClr val="C53030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CURRENT PAIN POINTS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53DB5546-829F-B9C3-9915-70E23E2CB26B}"/>
              </a:ext>
            </a:extLst>
          </p:cNvPr>
          <p:cNvSpPr/>
          <p:nvPr/>
        </p:nvSpPr>
        <p:spPr>
          <a:xfrm>
            <a:off x="429660" y="4493707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94" name="Shape 39">
            <a:extLst>
              <a:ext uri="{FF2B5EF4-FFF2-40B4-BE49-F238E27FC236}">
                <a16:creationId xmlns:a16="http://schemas.microsoft.com/office/drawing/2014/main" id="{3D574D6E-4E17-ED94-B838-D241FB9C555D}"/>
              </a:ext>
            </a:extLst>
          </p:cNvPr>
          <p:cNvSpPr/>
          <p:nvPr/>
        </p:nvSpPr>
        <p:spPr>
          <a:xfrm>
            <a:off x="429660" y="4098402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98" name="Shape 39">
            <a:extLst>
              <a:ext uri="{FF2B5EF4-FFF2-40B4-BE49-F238E27FC236}">
                <a16:creationId xmlns:a16="http://schemas.microsoft.com/office/drawing/2014/main" id="{2B28EC5E-1968-2FA8-C98D-4BE72F9A857B}"/>
              </a:ext>
            </a:extLst>
          </p:cNvPr>
          <p:cNvSpPr/>
          <p:nvPr/>
        </p:nvSpPr>
        <p:spPr>
          <a:xfrm>
            <a:off x="429660" y="3703096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2" name="Shape 39">
            <a:extLst>
              <a:ext uri="{FF2B5EF4-FFF2-40B4-BE49-F238E27FC236}">
                <a16:creationId xmlns:a16="http://schemas.microsoft.com/office/drawing/2014/main" id="{7700E0AE-6FC7-E89C-E42B-85F03C608D1A}"/>
              </a:ext>
            </a:extLst>
          </p:cNvPr>
          <p:cNvSpPr/>
          <p:nvPr/>
        </p:nvSpPr>
        <p:spPr>
          <a:xfrm>
            <a:off x="429660" y="3307790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6" name="Shape 39">
            <a:extLst>
              <a:ext uri="{FF2B5EF4-FFF2-40B4-BE49-F238E27FC236}">
                <a16:creationId xmlns:a16="http://schemas.microsoft.com/office/drawing/2014/main" id="{9BCE1E75-42C8-F263-39D1-6C591E588FE3}"/>
              </a:ext>
            </a:extLst>
          </p:cNvPr>
          <p:cNvSpPr/>
          <p:nvPr/>
        </p:nvSpPr>
        <p:spPr>
          <a:xfrm>
            <a:off x="429660" y="2912485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0" name="Shape 39">
            <a:extLst>
              <a:ext uri="{FF2B5EF4-FFF2-40B4-BE49-F238E27FC236}">
                <a16:creationId xmlns:a16="http://schemas.microsoft.com/office/drawing/2014/main" id="{D7708F18-5329-EA35-7079-BD4790A0290A}"/>
              </a:ext>
            </a:extLst>
          </p:cNvPr>
          <p:cNvSpPr/>
          <p:nvPr/>
        </p:nvSpPr>
        <p:spPr>
          <a:xfrm>
            <a:off x="429660" y="2517179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4" name="Shape 39">
            <a:extLst>
              <a:ext uri="{FF2B5EF4-FFF2-40B4-BE49-F238E27FC236}">
                <a16:creationId xmlns:a16="http://schemas.microsoft.com/office/drawing/2014/main" id="{1E10E04A-DCAF-1942-6998-110A29E91B02}"/>
              </a:ext>
            </a:extLst>
          </p:cNvPr>
          <p:cNvSpPr/>
          <p:nvPr/>
        </p:nvSpPr>
        <p:spPr>
          <a:xfrm>
            <a:off x="429660" y="2121874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8" name="Shape 39">
            <a:extLst>
              <a:ext uri="{FF2B5EF4-FFF2-40B4-BE49-F238E27FC236}">
                <a16:creationId xmlns:a16="http://schemas.microsoft.com/office/drawing/2014/main" id="{2A3F8DEE-AD20-47F8-93B5-43913C557F01}"/>
              </a:ext>
            </a:extLst>
          </p:cNvPr>
          <p:cNvSpPr/>
          <p:nvPr/>
        </p:nvSpPr>
        <p:spPr>
          <a:xfrm>
            <a:off x="429660" y="1726568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2E6DB4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22" name="Shape 39">
            <a:extLst>
              <a:ext uri="{FF2B5EF4-FFF2-40B4-BE49-F238E27FC236}">
                <a16:creationId xmlns:a16="http://schemas.microsoft.com/office/drawing/2014/main" id="{6BAF5212-D35E-69C8-30D2-87AC26BA7B75}"/>
              </a:ext>
            </a:extLst>
          </p:cNvPr>
          <p:cNvSpPr/>
          <p:nvPr/>
        </p:nvSpPr>
        <p:spPr>
          <a:xfrm>
            <a:off x="429660" y="5284320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6E90A8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26" name="Shape 39">
            <a:extLst>
              <a:ext uri="{FF2B5EF4-FFF2-40B4-BE49-F238E27FC236}">
                <a16:creationId xmlns:a16="http://schemas.microsoft.com/office/drawing/2014/main" id="{7373F2D0-4BF8-F514-8E94-A39FC69B5E9F}"/>
              </a:ext>
            </a:extLst>
          </p:cNvPr>
          <p:cNvSpPr/>
          <p:nvPr/>
        </p:nvSpPr>
        <p:spPr>
          <a:xfrm>
            <a:off x="429660" y="4889013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6E90A8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6" name="Shape 38">
            <a:extLst>
              <a:ext uri="{FF2B5EF4-FFF2-40B4-BE49-F238E27FC236}">
                <a16:creationId xmlns:a16="http://schemas.microsoft.com/office/drawing/2014/main" id="{AC94FD91-3914-542D-B75F-E4A63A3EBCDB}"/>
              </a:ext>
            </a:extLst>
          </p:cNvPr>
          <p:cNvSpPr/>
          <p:nvPr/>
        </p:nvSpPr>
        <p:spPr>
          <a:xfrm>
            <a:off x="571499" y="4500161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REGULATORY</a:t>
            </a:r>
          </a:p>
        </p:txBody>
      </p:sp>
      <p:sp>
        <p:nvSpPr>
          <p:cNvPr id="93" name="Shape 38">
            <a:extLst>
              <a:ext uri="{FF2B5EF4-FFF2-40B4-BE49-F238E27FC236}">
                <a16:creationId xmlns:a16="http://schemas.microsoft.com/office/drawing/2014/main" id="{05B0571A-AED7-02C5-91AD-6315194BCCAA}"/>
              </a:ext>
            </a:extLst>
          </p:cNvPr>
          <p:cNvSpPr/>
          <p:nvPr/>
        </p:nvSpPr>
        <p:spPr>
          <a:xfrm>
            <a:off x="571499" y="4104856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PROCUREMENT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95" name="Shape 40">
            <a:extLst>
              <a:ext uri="{FF2B5EF4-FFF2-40B4-BE49-F238E27FC236}">
                <a16:creationId xmlns:a16="http://schemas.microsoft.com/office/drawing/2014/main" id="{A2927A34-2E4E-DEDB-DBC7-12327D6561F1}"/>
              </a:ext>
            </a:extLst>
          </p:cNvPr>
          <p:cNvSpPr/>
          <p:nvPr/>
        </p:nvSpPr>
        <p:spPr>
          <a:xfrm>
            <a:off x="5280729" y="4259098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97" name="Shape 38">
            <a:extLst>
              <a:ext uri="{FF2B5EF4-FFF2-40B4-BE49-F238E27FC236}">
                <a16:creationId xmlns:a16="http://schemas.microsoft.com/office/drawing/2014/main" id="{D6BE364C-269D-0C9D-8646-C21EF4626F35}"/>
              </a:ext>
            </a:extLst>
          </p:cNvPr>
          <p:cNvSpPr/>
          <p:nvPr/>
        </p:nvSpPr>
        <p:spPr>
          <a:xfrm>
            <a:off x="571499" y="3709550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OT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99" name="Shape 40">
            <a:extLst>
              <a:ext uri="{FF2B5EF4-FFF2-40B4-BE49-F238E27FC236}">
                <a16:creationId xmlns:a16="http://schemas.microsoft.com/office/drawing/2014/main" id="{4236DD88-ADA5-2FE4-C33C-6A42ABB0A491}"/>
              </a:ext>
            </a:extLst>
          </p:cNvPr>
          <p:cNvSpPr/>
          <p:nvPr/>
        </p:nvSpPr>
        <p:spPr>
          <a:xfrm>
            <a:off x="5280729" y="3863792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1" name="Shape 38">
            <a:extLst>
              <a:ext uri="{FF2B5EF4-FFF2-40B4-BE49-F238E27FC236}">
                <a16:creationId xmlns:a16="http://schemas.microsoft.com/office/drawing/2014/main" id="{EC5718EC-BB3B-DC30-C347-6C036A7667C6}"/>
              </a:ext>
            </a:extLst>
          </p:cNvPr>
          <p:cNvSpPr/>
          <p:nvPr/>
        </p:nvSpPr>
        <p:spPr>
          <a:xfrm>
            <a:off x="571499" y="3314244"/>
            <a:ext cx="4794704" cy="317915"/>
          </a:xfrm>
          <a:prstGeom prst="roundRect">
            <a:avLst>
              <a:gd name="adj" fmla="val 33234"/>
            </a:avLst>
          </a:prstGeom>
          <a:solidFill>
            <a:schemeClr val="accent4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AI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3" name="Shape 40">
            <a:extLst>
              <a:ext uri="{FF2B5EF4-FFF2-40B4-BE49-F238E27FC236}">
                <a16:creationId xmlns:a16="http://schemas.microsoft.com/office/drawing/2014/main" id="{22EB4F6E-96F4-727C-92A8-952C01B7C7E6}"/>
              </a:ext>
            </a:extLst>
          </p:cNvPr>
          <p:cNvSpPr/>
          <p:nvPr/>
        </p:nvSpPr>
        <p:spPr>
          <a:xfrm>
            <a:off x="5280729" y="3468486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5" name="Shape 38">
            <a:extLst>
              <a:ext uri="{FF2B5EF4-FFF2-40B4-BE49-F238E27FC236}">
                <a16:creationId xmlns:a16="http://schemas.microsoft.com/office/drawing/2014/main" id="{D8D24C36-FCAA-8AF2-5E19-44A3F35FAD3D}"/>
              </a:ext>
            </a:extLst>
          </p:cNvPr>
          <p:cNvSpPr/>
          <p:nvPr/>
        </p:nvSpPr>
        <p:spPr>
          <a:xfrm>
            <a:off x="571499" y="2918939"/>
            <a:ext cx="4794704" cy="317915"/>
          </a:xfrm>
          <a:prstGeom prst="roundRect">
            <a:avLst>
              <a:gd name="adj" fmla="val 33234"/>
            </a:avLst>
          </a:prstGeom>
          <a:solidFill>
            <a:schemeClr val="accent4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DATA &amp; ANALYTICS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7" name="Shape 40">
            <a:extLst>
              <a:ext uri="{FF2B5EF4-FFF2-40B4-BE49-F238E27FC236}">
                <a16:creationId xmlns:a16="http://schemas.microsoft.com/office/drawing/2014/main" id="{63B2C70E-075E-A828-D0D9-45F4BFD68C97}"/>
              </a:ext>
            </a:extLst>
          </p:cNvPr>
          <p:cNvSpPr/>
          <p:nvPr/>
        </p:nvSpPr>
        <p:spPr>
          <a:xfrm>
            <a:off x="5280729" y="3073181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9" name="Shape 38">
            <a:extLst>
              <a:ext uri="{FF2B5EF4-FFF2-40B4-BE49-F238E27FC236}">
                <a16:creationId xmlns:a16="http://schemas.microsoft.com/office/drawing/2014/main" id="{7746F148-7DFC-862D-1B60-680CDFB8A6F4}"/>
              </a:ext>
            </a:extLst>
          </p:cNvPr>
          <p:cNvSpPr/>
          <p:nvPr/>
        </p:nvSpPr>
        <p:spPr>
          <a:xfrm>
            <a:off x="571499" y="2523633"/>
            <a:ext cx="4794704" cy="317915"/>
          </a:xfrm>
          <a:prstGeom prst="roundRect">
            <a:avLst>
              <a:gd name="adj" fmla="val 33234"/>
            </a:avLst>
          </a:prstGeom>
          <a:solidFill>
            <a:schemeClr val="accent4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INFRASTRUCTURE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1" name="Shape 40">
            <a:extLst>
              <a:ext uri="{FF2B5EF4-FFF2-40B4-BE49-F238E27FC236}">
                <a16:creationId xmlns:a16="http://schemas.microsoft.com/office/drawing/2014/main" id="{8CEC5E88-3C21-924A-097C-300D81300ACC}"/>
              </a:ext>
            </a:extLst>
          </p:cNvPr>
          <p:cNvSpPr/>
          <p:nvPr/>
        </p:nvSpPr>
        <p:spPr>
          <a:xfrm>
            <a:off x="5280729" y="2677875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3" name="Shape 38">
            <a:extLst>
              <a:ext uri="{FF2B5EF4-FFF2-40B4-BE49-F238E27FC236}">
                <a16:creationId xmlns:a16="http://schemas.microsoft.com/office/drawing/2014/main" id="{7837E2A8-6864-C300-F302-7EFB5602979B}"/>
              </a:ext>
            </a:extLst>
          </p:cNvPr>
          <p:cNvSpPr/>
          <p:nvPr/>
        </p:nvSpPr>
        <p:spPr>
          <a:xfrm>
            <a:off x="571499" y="2128328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highlight>
                  <a:srgbClr val="00FFFF"/>
                </a:highlight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CX &amp; DIGITAL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00FFFF"/>
              </a:highlight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5" name="Shape 40">
            <a:extLst>
              <a:ext uri="{FF2B5EF4-FFF2-40B4-BE49-F238E27FC236}">
                <a16:creationId xmlns:a16="http://schemas.microsoft.com/office/drawing/2014/main" id="{F2134976-16E5-814D-6896-C8E84F4E51F1}"/>
              </a:ext>
            </a:extLst>
          </p:cNvPr>
          <p:cNvSpPr/>
          <p:nvPr/>
        </p:nvSpPr>
        <p:spPr>
          <a:xfrm>
            <a:off x="5280729" y="2282570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7" name="Shape 38">
            <a:extLst>
              <a:ext uri="{FF2B5EF4-FFF2-40B4-BE49-F238E27FC236}">
                <a16:creationId xmlns:a16="http://schemas.microsoft.com/office/drawing/2014/main" id="{5A4DC425-DFB6-E3A0-15FF-2A0A7D8D7BF0}"/>
              </a:ext>
            </a:extLst>
          </p:cNvPr>
          <p:cNvSpPr/>
          <p:nvPr/>
        </p:nvSpPr>
        <p:spPr>
          <a:xfrm>
            <a:off x="571499" y="1733022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highlight>
                  <a:srgbClr val="00FF00"/>
                </a:highlight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BRS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00FF00"/>
              </a:highlight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9" name="Shape 40">
            <a:extLst>
              <a:ext uri="{FF2B5EF4-FFF2-40B4-BE49-F238E27FC236}">
                <a16:creationId xmlns:a16="http://schemas.microsoft.com/office/drawing/2014/main" id="{8BEBD124-F296-D419-DBD7-0FC14BF1AA47}"/>
              </a:ext>
            </a:extLst>
          </p:cNvPr>
          <p:cNvSpPr/>
          <p:nvPr/>
        </p:nvSpPr>
        <p:spPr>
          <a:xfrm>
            <a:off x="5280729" y="1887264"/>
            <a:ext cx="170947" cy="9430"/>
          </a:xfrm>
          <a:prstGeom prst="rect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lIns="39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21" name="Shape 38">
            <a:extLst>
              <a:ext uri="{FF2B5EF4-FFF2-40B4-BE49-F238E27FC236}">
                <a16:creationId xmlns:a16="http://schemas.microsoft.com/office/drawing/2014/main" id="{021B0829-56FE-6960-2CBC-890CBB04DEFC}"/>
              </a:ext>
            </a:extLst>
          </p:cNvPr>
          <p:cNvSpPr/>
          <p:nvPr/>
        </p:nvSpPr>
        <p:spPr>
          <a:xfrm>
            <a:off x="571499" y="5290774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6E90A8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P&amp;T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25" name="Shape 38">
            <a:extLst>
              <a:ext uri="{FF2B5EF4-FFF2-40B4-BE49-F238E27FC236}">
                <a16:creationId xmlns:a16="http://schemas.microsoft.com/office/drawing/2014/main" id="{0A9C8EC7-D182-CD80-6ED9-D85FDB00394C}"/>
              </a:ext>
            </a:extLst>
          </p:cNvPr>
          <p:cNvSpPr/>
          <p:nvPr/>
        </p:nvSpPr>
        <p:spPr>
          <a:xfrm>
            <a:off x="571499" y="4895467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6E90A8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CORPORATE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52" name="Shape 39">
            <a:extLst>
              <a:ext uri="{FF2B5EF4-FFF2-40B4-BE49-F238E27FC236}">
                <a16:creationId xmlns:a16="http://schemas.microsoft.com/office/drawing/2014/main" id="{A341F61E-DB8A-F0CE-CCD0-6CF1619F22FC}"/>
              </a:ext>
            </a:extLst>
          </p:cNvPr>
          <p:cNvSpPr/>
          <p:nvPr/>
        </p:nvSpPr>
        <p:spPr>
          <a:xfrm>
            <a:off x="429660" y="5691266"/>
            <a:ext cx="92660" cy="330823"/>
          </a:xfrm>
          <a:prstGeom prst="roundRect">
            <a:avLst>
              <a:gd name="adj" fmla="val 452487"/>
            </a:avLst>
          </a:prstGeom>
          <a:solidFill>
            <a:srgbClr val="6E90A8"/>
          </a:solidFill>
          <a:ln w="12700">
            <a:solidFill>
              <a:srgbClr val="2E6DB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53" name="Shape 38">
            <a:extLst>
              <a:ext uri="{FF2B5EF4-FFF2-40B4-BE49-F238E27FC236}">
                <a16:creationId xmlns:a16="http://schemas.microsoft.com/office/drawing/2014/main" id="{F4F5B078-6F4F-0F93-8504-39C29359A26F}"/>
              </a:ext>
            </a:extLst>
          </p:cNvPr>
          <p:cNvSpPr/>
          <p:nvPr/>
        </p:nvSpPr>
        <p:spPr>
          <a:xfrm>
            <a:off x="571499" y="5697720"/>
            <a:ext cx="4794704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6E90A8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GIS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A7268100-1051-9AC0-BD73-F376EA84993A}"/>
              </a:ext>
            </a:extLst>
          </p:cNvPr>
          <p:cNvSpPr/>
          <p:nvPr/>
        </p:nvSpPr>
        <p:spPr>
          <a:xfrm>
            <a:off x="605009" y="5719131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6E90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6" name="Image 4" descr="preencoded.png">
            <a:extLst>
              <a:ext uri="{FF2B5EF4-FFF2-40B4-BE49-F238E27FC236}">
                <a16:creationId xmlns:a16="http://schemas.microsoft.com/office/drawing/2014/main" id="{62B4F7A1-4A0B-BFC8-2F32-8430DF484CB5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</a:blip>
          <a:srcRect t="-842" b="-842"/>
          <a:stretch/>
        </p:blipFill>
        <p:spPr>
          <a:xfrm>
            <a:off x="674420" y="5783143"/>
            <a:ext cx="172905" cy="156279"/>
          </a:xfrm>
          <a:prstGeom prst="rect">
            <a:avLst/>
          </a:prstGeom>
        </p:spPr>
      </p:pic>
      <p:sp>
        <p:nvSpPr>
          <p:cNvPr id="21" name="Shape 17">
            <a:extLst>
              <a:ext uri="{FF2B5EF4-FFF2-40B4-BE49-F238E27FC236}">
                <a16:creationId xmlns:a16="http://schemas.microsoft.com/office/drawing/2014/main" id="{8412ABC6-E280-4D58-A3DD-1501736B38C0}"/>
              </a:ext>
            </a:extLst>
          </p:cNvPr>
          <p:cNvSpPr/>
          <p:nvPr/>
        </p:nvSpPr>
        <p:spPr>
          <a:xfrm>
            <a:off x="605009" y="1753073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F187BE19-92C1-FDA9-C064-BC4CA4040302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</a:blip>
          <a:srcRect l="-1064" r="-1064"/>
          <a:stretch/>
        </p:blipFill>
        <p:spPr>
          <a:xfrm>
            <a:off x="661120" y="1816171"/>
            <a:ext cx="199505" cy="156279"/>
          </a:xfrm>
          <a:prstGeom prst="rect">
            <a:avLst/>
          </a:prstGeom>
        </p:spPr>
      </p:pic>
      <p:sp>
        <p:nvSpPr>
          <p:cNvPr id="28" name="Shape 23">
            <a:extLst>
              <a:ext uri="{FF2B5EF4-FFF2-40B4-BE49-F238E27FC236}">
                <a16:creationId xmlns:a16="http://schemas.microsoft.com/office/drawing/2014/main" id="{797472FC-99FC-1CC2-795F-0A6B0DF54527}"/>
              </a:ext>
            </a:extLst>
          </p:cNvPr>
          <p:cNvSpPr/>
          <p:nvPr/>
        </p:nvSpPr>
        <p:spPr>
          <a:xfrm>
            <a:off x="605009" y="5309175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6E90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6FC2B2F2-6511-069E-1D49-5BF3B84ED848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25000"/>
          </a:blip>
          <a:srcRect l="-1064" r="-1064"/>
          <a:stretch/>
        </p:blipFill>
        <p:spPr>
          <a:xfrm>
            <a:off x="661120" y="5373187"/>
            <a:ext cx="199505" cy="156279"/>
          </a:xfrm>
          <a:prstGeom prst="rect">
            <a:avLst/>
          </a:prstGeom>
        </p:spPr>
      </p:pic>
      <p:sp>
        <p:nvSpPr>
          <p:cNvPr id="42" name="Shape 35">
            <a:extLst>
              <a:ext uri="{FF2B5EF4-FFF2-40B4-BE49-F238E27FC236}">
                <a16:creationId xmlns:a16="http://schemas.microsoft.com/office/drawing/2014/main" id="{0AB589FB-5E70-6430-224D-5F1C060FAD52}"/>
              </a:ext>
            </a:extLst>
          </p:cNvPr>
          <p:cNvSpPr/>
          <p:nvPr/>
        </p:nvSpPr>
        <p:spPr>
          <a:xfrm>
            <a:off x="605009" y="4908973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6E90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43" name="Image 5" descr="preencoded.png">
            <a:extLst>
              <a:ext uri="{FF2B5EF4-FFF2-40B4-BE49-F238E27FC236}">
                <a16:creationId xmlns:a16="http://schemas.microsoft.com/office/drawing/2014/main" id="{7A6C3002-3214-9D1D-6811-25E7407693CC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25000"/>
          </a:blip>
          <a:srcRect l="-1773" r="-1773"/>
          <a:stretch/>
        </p:blipFill>
        <p:spPr>
          <a:xfrm>
            <a:off x="700190" y="4972984"/>
            <a:ext cx="121365" cy="156279"/>
          </a:xfrm>
          <a:prstGeom prst="rect">
            <a:avLst/>
          </a:prstGeom>
        </p:spPr>
      </p:pic>
      <p:sp>
        <p:nvSpPr>
          <p:cNvPr id="49" name="Shape 41">
            <a:extLst>
              <a:ext uri="{FF2B5EF4-FFF2-40B4-BE49-F238E27FC236}">
                <a16:creationId xmlns:a16="http://schemas.microsoft.com/office/drawing/2014/main" id="{552B2E68-A0D5-29E6-C282-D58CF4B02A80}"/>
              </a:ext>
            </a:extLst>
          </p:cNvPr>
          <p:cNvSpPr/>
          <p:nvPr/>
        </p:nvSpPr>
        <p:spPr>
          <a:xfrm>
            <a:off x="605009" y="4517424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50" name="Image 6" descr="preencoded.png">
            <a:extLst>
              <a:ext uri="{FF2B5EF4-FFF2-40B4-BE49-F238E27FC236}">
                <a16:creationId xmlns:a16="http://schemas.microsoft.com/office/drawing/2014/main" id="{D7FF0C2F-6CEA-99DA-8273-E3667D21BC8B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25000"/>
          </a:blip>
          <a:srcRect/>
          <a:stretch/>
        </p:blipFill>
        <p:spPr>
          <a:xfrm>
            <a:off x="682733" y="4582840"/>
            <a:ext cx="156279" cy="156279"/>
          </a:xfrm>
          <a:prstGeom prst="rect">
            <a:avLst/>
          </a:prstGeom>
        </p:spPr>
      </p:pic>
      <p:sp>
        <p:nvSpPr>
          <p:cNvPr id="160" name="Shape 17">
            <a:extLst>
              <a:ext uri="{FF2B5EF4-FFF2-40B4-BE49-F238E27FC236}">
                <a16:creationId xmlns:a16="http://schemas.microsoft.com/office/drawing/2014/main" id="{3F3CE089-2B33-B7E0-A757-B6107D17FF86}"/>
              </a:ext>
            </a:extLst>
          </p:cNvPr>
          <p:cNvSpPr/>
          <p:nvPr/>
        </p:nvSpPr>
        <p:spPr>
          <a:xfrm>
            <a:off x="605009" y="2144233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61" name="Shape 17">
            <a:extLst>
              <a:ext uri="{FF2B5EF4-FFF2-40B4-BE49-F238E27FC236}">
                <a16:creationId xmlns:a16="http://schemas.microsoft.com/office/drawing/2014/main" id="{BA60EF60-1B22-8162-2AA6-0F563CDD3ED7}"/>
              </a:ext>
            </a:extLst>
          </p:cNvPr>
          <p:cNvSpPr/>
          <p:nvPr/>
        </p:nvSpPr>
        <p:spPr>
          <a:xfrm>
            <a:off x="605009" y="2540896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62" name="Shape 17">
            <a:extLst>
              <a:ext uri="{FF2B5EF4-FFF2-40B4-BE49-F238E27FC236}">
                <a16:creationId xmlns:a16="http://schemas.microsoft.com/office/drawing/2014/main" id="{BEBB523B-0A8C-7545-BB6F-CCACEC73CA0A}"/>
              </a:ext>
            </a:extLst>
          </p:cNvPr>
          <p:cNvSpPr/>
          <p:nvPr/>
        </p:nvSpPr>
        <p:spPr>
          <a:xfrm>
            <a:off x="605009" y="2936713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63" name="Shape 17">
            <a:extLst>
              <a:ext uri="{FF2B5EF4-FFF2-40B4-BE49-F238E27FC236}">
                <a16:creationId xmlns:a16="http://schemas.microsoft.com/office/drawing/2014/main" id="{6FCABCCB-5106-050B-29F8-ED4C56AAB59A}"/>
              </a:ext>
            </a:extLst>
          </p:cNvPr>
          <p:cNvSpPr/>
          <p:nvPr/>
        </p:nvSpPr>
        <p:spPr>
          <a:xfrm>
            <a:off x="605009" y="3331507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64" name="Shape 17">
            <a:extLst>
              <a:ext uri="{FF2B5EF4-FFF2-40B4-BE49-F238E27FC236}">
                <a16:creationId xmlns:a16="http://schemas.microsoft.com/office/drawing/2014/main" id="{C296D33F-0700-1B51-AD6C-586920FF240C}"/>
              </a:ext>
            </a:extLst>
          </p:cNvPr>
          <p:cNvSpPr/>
          <p:nvPr/>
        </p:nvSpPr>
        <p:spPr>
          <a:xfrm>
            <a:off x="605009" y="3726813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65" name="Shape 17">
            <a:extLst>
              <a:ext uri="{FF2B5EF4-FFF2-40B4-BE49-F238E27FC236}">
                <a16:creationId xmlns:a16="http://schemas.microsoft.com/office/drawing/2014/main" id="{E011909E-11E0-2FCD-8EF6-36E2A7F9240D}"/>
              </a:ext>
            </a:extLst>
          </p:cNvPr>
          <p:cNvSpPr/>
          <p:nvPr/>
        </p:nvSpPr>
        <p:spPr>
          <a:xfrm>
            <a:off x="605009" y="4122119"/>
            <a:ext cx="311727" cy="283388"/>
          </a:xfrm>
          <a:prstGeom prst="roundRect">
            <a:avLst>
              <a:gd name="adj" fmla="val 88889"/>
            </a:avLst>
          </a:prstGeom>
          <a:solidFill>
            <a:srgbClr val="2E6D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67" name="Gráfico 166" descr="Vínculo con relleno sólido">
            <a:extLst>
              <a:ext uri="{FF2B5EF4-FFF2-40B4-BE49-F238E27FC236}">
                <a16:creationId xmlns:a16="http://schemas.microsoft.com/office/drawing/2014/main" id="{521177E3-F6B5-C2C0-A743-73ECC88D0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5276" y="4164746"/>
            <a:ext cx="218900" cy="218900"/>
          </a:xfrm>
          <a:prstGeom prst="rect">
            <a:avLst/>
          </a:prstGeom>
        </p:spPr>
      </p:pic>
      <p:pic>
        <p:nvPicPr>
          <p:cNvPr id="169" name="Gráfico 168" descr="Jerarquía con relleno sólido">
            <a:extLst>
              <a:ext uri="{FF2B5EF4-FFF2-40B4-BE49-F238E27FC236}">
                <a16:creationId xmlns:a16="http://schemas.microsoft.com/office/drawing/2014/main" id="{10B6D37E-629D-F3DA-4252-D94974EE3C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872" y="3766814"/>
            <a:ext cx="180909" cy="180909"/>
          </a:xfrm>
          <a:prstGeom prst="rect">
            <a:avLst/>
          </a:prstGeom>
        </p:spPr>
      </p:pic>
      <p:pic>
        <p:nvPicPr>
          <p:cNvPr id="171" name="Gráfico 170" descr="Robot con relleno sólido">
            <a:extLst>
              <a:ext uri="{FF2B5EF4-FFF2-40B4-BE49-F238E27FC236}">
                <a16:creationId xmlns:a16="http://schemas.microsoft.com/office/drawing/2014/main" id="{69B273AF-DF00-0617-970D-5DF3576C82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476" y="3361370"/>
            <a:ext cx="218900" cy="218900"/>
          </a:xfrm>
          <a:prstGeom prst="rect">
            <a:avLst/>
          </a:prstGeom>
        </p:spPr>
      </p:pic>
      <p:pic>
        <p:nvPicPr>
          <p:cNvPr id="173" name="Gráfico 172" descr="Base de datos con relleno sólido">
            <a:extLst>
              <a:ext uri="{FF2B5EF4-FFF2-40B4-BE49-F238E27FC236}">
                <a16:creationId xmlns:a16="http://schemas.microsoft.com/office/drawing/2014/main" id="{0F79ADD6-8842-1D3E-B844-2E3E6DD919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0268" y="2968826"/>
            <a:ext cx="218900" cy="218900"/>
          </a:xfrm>
          <a:prstGeom prst="rect">
            <a:avLst/>
          </a:prstGeom>
        </p:spPr>
      </p:pic>
      <p:pic>
        <p:nvPicPr>
          <p:cNvPr id="175" name="Gráfico 174" descr="Torre de telecomunicaciones con relleno sólido">
            <a:extLst>
              <a:ext uri="{FF2B5EF4-FFF2-40B4-BE49-F238E27FC236}">
                <a16:creationId xmlns:a16="http://schemas.microsoft.com/office/drawing/2014/main" id="{3B603CAD-51DB-2BBC-77C0-329F2AE346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7818" y="2580136"/>
            <a:ext cx="199000" cy="199000"/>
          </a:xfrm>
          <a:prstGeom prst="rect">
            <a:avLst/>
          </a:prstGeom>
        </p:spPr>
      </p:pic>
      <p:pic>
        <p:nvPicPr>
          <p:cNvPr id="177" name="Gráfico 176" descr="Smartphone con relleno sólido">
            <a:extLst>
              <a:ext uri="{FF2B5EF4-FFF2-40B4-BE49-F238E27FC236}">
                <a16:creationId xmlns:a16="http://schemas.microsoft.com/office/drawing/2014/main" id="{5F0F28AA-A676-8DFE-4289-37A6314AA7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5468" y="2177642"/>
            <a:ext cx="218900" cy="218900"/>
          </a:xfrm>
          <a:prstGeom prst="rect">
            <a:avLst/>
          </a:prstGeom>
        </p:spPr>
      </p:pic>
      <p:sp>
        <p:nvSpPr>
          <p:cNvPr id="179" name="Shape 38">
            <a:extLst>
              <a:ext uri="{FF2B5EF4-FFF2-40B4-BE49-F238E27FC236}">
                <a16:creationId xmlns:a16="http://schemas.microsoft.com/office/drawing/2014/main" id="{E4B6E48C-1113-9291-BB35-B1517DD71ACE}"/>
              </a:ext>
            </a:extLst>
          </p:cNvPr>
          <p:cNvSpPr/>
          <p:nvPr/>
        </p:nvSpPr>
        <p:spPr>
          <a:xfrm>
            <a:off x="5437854" y="4500161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1B3A6B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0" name="Shape 38">
            <a:extLst>
              <a:ext uri="{FF2B5EF4-FFF2-40B4-BE49-F238E27FC236}">
                <a16:creationId xmlns:a16="http://schemas.microsoft.com/office/drawing/2014/main" id="{F6B7AB16-5810-467C-DD15-CED121BCEAAB}"/>
              </a:ext>
            </a:extLst>
          </p:cNvPr>
          <p:cNvSpPr/>
          <p:nvPr/>
        </p:nvSpPr>
        <p:spPr>
          <a:xfrm>
            <a:off x="5437854" y="4104856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1" name="Shape 38">
            <a:extLst>
              <a:ext uri="{FF2B5EF4-FFF2-40B4-BE49-F238E27FC236}">
                <a16:creationId xmlns:a16="http://schemas.microsoft.com/office/drawing/2014/main" id="{18B03481-0D5B-43CD-A099-6BB89EA7E21C}"/>
              </a:ext>
            </a:extLst>
          </p:cNvPr>
          <p:cNvSpPr/>
          <p:nvPr/>
        </p:nvSpPr>
        <p:spPr>
          <a:xfrm>
            <a:off x="5437854" y="3709550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2" name="Shape 38">
            <a:extLst>
              <a:ext uri="{FF2B5EF4-FFF2-40B4-BE49-F238E27FC236}">
                <a16:creationId xmlns:a16="http://schemas.microsoft.com/office/drawing/2014/main" id="{C67CAACE-4562-52FD-F8E0-9E821100015E}"/>
              </a:ext>
            </a:extLst>
          </p:cNvPr>
          <p:cNvSpPr/>
          <p:nvPr/>
        </p:nvSpPr>
        <p:spPr>
          <a:xfrm>
            <a:off x="5437854" y="3314244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3" name="Shape 38">
            <a:extLst>
              <a:ext uri="{FF2B5EF4-FFF2-40B4-BE49-F238E27FC236}">
                <a16:creationId xmlns:a16="http://schemas.microsoft.com/office/drawing/2014/main" id="{31CE876E-9D26-B82C-5B13-76A276661E95}"/>
              </a:ext>
            </a:extLst>
          </p:cNvPr>
          <p:cNvSpPr/>
          <p:nvPr/>
        </p:nvSpPr>
        <p:spPr>
          <a:xfrm>
            <a:off x="5437854" y="2918939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4" name="Shape 38">
            <a:extLst>
              <a:ext uri="{FF2B5EF4-FFF2-40B4-BE49-F238E27FC236}">
                <a16:creationId xmlns:a16="http://schemas.microsoft.com/office/drawing/2014/main" id="{C88C86F4-1F6C-1BAE-CCF6-BFCF06DFA2E9}"/>
              </a:ext>
            </a:extLst>
          </p:cNvPr>
          <p:cNvSpPr/>
          <p:nvPr/>
        </p:nvSpPr>
        <p:spPr>
          <a:xfrm>
            <a:off x="5437854" y="2523633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5" name="Shape 38">
            <a:extLst>
              <a:ext uri="{FF2B5EF4-FFF2-40B4-BE49-F238E27FC236}">
                <a16:creationId xmlns:a16="http://schemas.microsoft.com/office/drawing/2014/main" id="{6B037D2C-EEB6-ECF5-9D37-F7B887678BE9}"/>
              </a:ext>
            </a:extLst>
          </p:cNvPr>
          <p:cNvSpPr/>
          <p:nvPr/>
        </p:nvSpPr>
        <p:spPr>
          <a:xfrm>
            <a:off x="5437854" y="2128328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6" name="Shape 38">
            <a:extLst>
              <a:ext uri="{FF2B5EF4-FFF2-40B4-BE49-F238E27FC236}">
                <a16:creationId xmlns:a16="http://schemas.microsoft.com/office/drawing/2014/main" id="{D0398F20-8738-BC97-E65B-CD1B622BD031}"/>
              </a:ext>
            </a:extLst>
          </p:cNvPr>
          <p:cNvSpPr/>
          <p:nvPr/>
        </p:nvSpPr>
        <p:spPr>
          <a:xfrm>
            <a:off x="5437854" y="1733022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7" name="Shape 38">
            <a:extLst>
              <a:ext uri="{FF2B5EF4-FFF2-40B4-BE49-F238E27FC236}">
                <a16:creationId xmlns:a16="http://schemas.microsoft.com/office/drawing/2014/main" id="{DC7557F4-84D8-FD8F-612F-EF1173BD8033}"/>
              </a:ext>
            </a:extLst>
          </p:cNvPr>
          <p:cNvSpPr/>
          <p:nvPr/>
        </p:nvSpPr>
        <p:spPr>
          <a:xfrm>
            <a:off x="5437854" y="5290774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6E90A8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8" name="Shape 38">
            <a:extLst>
              <a:ext uri="{FF2B5EF4-FFF2-40B4-BE49-F238E27FC236}">
                <a16:creationId xmlns:a16="http://schemas.microsoft.com/office/drawing/2014/main" id="{B99C5D8F-81FA-F326-513C-FDB2B655B1D3}"/>
              </a:ext>
            </a:extLst>
          </p:cNvPr>
          <p:cNvSpPr/>
          <p:nvPr/>
        </p:nvSpPr>
        <p:spPr>
          <a:xfrm>
            <a:off x="5437854" y="4895467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6E90A8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89" name="Shape 38">
            <a:extLst>
              <a:ext uri="{FF2B5EF4-FFF2-40B4-BE49-F238E27FC236}">
                <a16:creationId xmlns:a16="http://schemas.microsoft.com/office/drawing/2014/main" id="{ED0937C2-B382-DEF0-BF61-C728A1933490}"/>
              </a:ext>
            </a:extLst>
          </p:cNvPr>
          <p:cNvSpPr/>
          <p:nvPr/>
        </p:nvSpPr>
        <p:spPr>
          <a:xfrm>
            <a:off x="5437854" y="5697720"/>
            <a:ext cx="442532" cy="317915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>
            <a:solidFill>
              <a:srgbClr val="6E90A8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91" name="Gráfico 190" descr="Correo electrónico con relleno sólido">
            <a:extLst>
              <a:ext uri="{FF2B5EF4-FFF2-40B4-BE49-F238E27FC236}">
                <a16:creationId xmlns:a16="http://schemas.microsoft.com/office/drawing/2014/main" id="{CFB5A0A8-DEBA-7BD4-E5AB-47BCB6894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0358" y="2572202"/>
            <a:ext cx="240790" cy="240790"/>
          </a:xfrm>
          <a:prstGeom prst="rect">
            <a:avLst/>
          </a:prstGeom>
        </p:spPr>
      </p:pic>
      <p:pic>
        <p:nvPicPr>
          <p:cNvPr id="193" name="Gráfico 192" descr="Correo electrónico con relleno sólido">
            <a:extLst>
              <a:ext uri="{FF2B5EF4-FFF2-40B4-BE49-F238E27FC236}">
                <a16:creationId xmlns:a16="http://schemas.microsoft.com/office/drawing/2014/main" id="{DF5FAC44-286D-EB10-6CA5-31F36A0408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0358" y="3354522"/>
            <a:ext cx="240790" cy="240790"/>
          </a:xfrm>
          <a:prstGeom prst="rect">
            <a:avLst/>
          </a:prstGeom>
        </p:spPr>
      </p:pic>
      <p:pic>
        <p:nvPicPr>
          <p:cNvPr id="207" name="Gráfico 206" descr="Correo electrónico con relleno sólido">
            <a:extLst>
              <a:ext uri="{FF2B5EF4-FFF2-40B4-BE49-F238E27FC236}">
                <a16:creationId xmlns:a16="http://schemas.microsoft.com/office/drawing/2014/main" id="{DBFEB811-594D-A980-667D-D7EFD328DB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0358" y="3740602"/>
            <a:ext cx="240790" cy="240790"/>
          </a:xfrm>
          <a:prstGeom prst="rect">
            <a:avLst/>
          </a:prstGeom>
        </p:spPr>
      </p:pic>
      <p:pic>
        <p:nvPicPr>
          <p:cNvPr id="220" name="Gráfico 219" descr="Correo electrónico con relleno sólido">
            <a:extLst>
              <a:ext uri="{FF2B5EF4-FFF2-40B4-BE49-F238E27FC236}">
                <a16:creationId xmlns:a16="http://schemas.microsoft.com/office/drawing/2014/main" id="{E9E92E29-9A38-553A-0D75-B2280BF0C2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0358" y="4147002"/>
            <a:ext cx="240790" cy="240790"/>
          </a:xfrm>
          <a:prstGeom prst="rect">
            <a:avLst/>
          </a:prstGeom>
        </p:spPr>
      </p:pic>
      <p:pic>
        <p:nvPicPr>
          <p:cNvPr id="221" name="Gráfico 220" descr="Documento con relleno sólido">
            <a:extLst>
              <a:ext uri="{FF2B5EF4-FFF2-40B4-BE49-F238E27FC236}">
                <a16:creationId xmlns:a16="http://schemas.microsoft.com/office/drawing/2014/main" id="{C2D20D91-0125-6810-601E-8EB70100EB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26342" y="2945118"/>
            <a:ext cx="265557" cy="265557"/>
          </a:xfrm>
          <a:prstGeom prst="rect">
            <a:avLst/>
          </a:prstGeom>
        </p:spPr>
      </p:pic>
      <p:pic>
        <p:nvPicPr>
          <p:cNvPr id="223" name="Imagen 222" descr="Forma&#10;&#10;El contenido generado por IA puede ser incorrecto.">
            <a:extLst>
              <a:ext uri="{FF2B5EF4-FFF2-40B4-BE49-F238E27FC236}">
                <a16:creationId xmlns:a16="http://schemas.microsoft.com/office/drawing/2014/main" id="{C67ED7FB-0F13-54CE-A5F1-5B692B0F4D4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43632" y="5333204"/>
            <a:ext cx="230977" cy="230977"/>
          </a:xfrm>
          <a:prstGeom prst="rect">
            <a:avLst/>
          </a:prstGeom>
        </p:spPr>
      </p:pic>
      <p:pic>
        <p:nvPicPr>
          <p:cNvPr id="225" name="Imagen 224" descr="Forma&#10;&#10;El contenido generado por IA puede ser incorrecto.">
            <a:extLst>
              <a:ext uri="{FF2B5EF4-FFF2-40B4-BE49-F238E27FC236}">
                <a16:creationId xmlns:a16="http://schemas.microsoft.com/office/drawing/2014/main" id="{EC50557F-B86B-F068-3424-AC6313C78B8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43632" y="5746877"/>
            <a:ext cx="230977" cy="230977"/>
          </a:xfrm>
          <a:prstGeom prst="rect">
            <a:avLst/>
          </a:prstGeom>
        </p:spPr>
      </p:pic>
      <p:pic>
        <p:nvPicPr>
          <p:cNvPr id="232" name="Imagen 231" descr="Forma&#10;&#10;El contenido generado por IA puede ser incorrecto.">
            <a:extLst>
              <a:ext uri="{FF2B5EF4-FFF2-40B4-BE49-F238E27FC236}">
                <a16:creationId xmlns:a16="http://schemas.microsoft.com/office/drawing/2014/main" id="{30A424C8-6006-F206-9388-7B24B861EA6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29539" y="1763111"/>
            <a:ext cx="279483" cy="279483"/>
          </a:xfrm>
          <a:prstGeom prst="rect">
            <a:avLst/>
          </a:prstGeom>
        </p:spPr>
      </p:pic>
      <p:pic>
        <p:nvPicPr>
          <p:cNvPr id="236" name="Imagen 235" descr="Forma&#10;&#10;El contenido generado por IA puede ser incorrecto.">
            <a:extLst>
              <a:ext uri="{FF2B5EF4-FFF2-40B4-BE49-F238E27FC236}">
                <a16:creationId xmlns:a16="http://schemas.microsoft.com/office/drawing/2014/main" id="{68EBB2FD-26DE-9E0C-A6C8-776E8DCFE4B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52637" y="4549729"/>
            <a:ext cx="233287" cy="233287"/>
          </a:xfrm>
          <a:prstGeom prst="rect">
            <a:avLst/>
          </a:prstGeom>
        </p:spPr>
      </p:pic>
      <p:sp>
        <p:nvSpPr>
          <p:cNvPr id="237" name="Arrow: Right 98">
            <a:extLst>
              <a:ext uri="{FF2B5EF4-FFF2-40B4-BE49-F238E27FC236}">
                <a16:creationId xmlns:a16="http://schemas.microsoft.com/office/drawing/2014/main" id="{55A88B4B-6836-648A-65A5-83AC36CED3A2}"/>
              </a:ext>
            </a:extLst>
          </p:cNvPr>
          <p:cNvSpPr/>
          <p:nvPr/>
        </p:nvSpPr>
        <p:spPr>
          <a:xfrm>
            <a:off x="5956390" y="1800539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8" name="Arrow: Right 98">
            <a:extLst>
              <a:ext uri="{FF2B5EF4-FFF2-40B4-BE49-F238E27FC236}">
                <a16:creationId xmlns:a16="http://schemas.microsoft.com/office/drawing/2014/main" id="{512E3BC6-EAC8-905C-4277-D78A02F49DF0}"/>
              </a:ext>
            </a:extLst>
          </p:cNvPr>
          <p:cNvSpPr/>
          <p:nvPr/>
        </p:nvSpPr>
        <p:spPr>
          <a:xfrm>
            <a:off x="5956390" y="2195845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9" name="Arrow: Right 98">
            <a:extLst>
              <a:ext uri="{FF2B5EF4-FFF2-40B4-BE49-F238E27FC236}">
                <a16:creationId xmlns:a16="http://schemas.microsoft.com/office/drawing/2014/main" id="{E7C6EE2E-0DFB-37BC-D7B5-52D58530A9AC}"/>
              </a:ext>
            </a:extLst>
          </p:cNvPr>
          <p:cNvSpPr/>
          <p:nvPr/>
        </p:nvSpPr>
        <p:spPr>
          <a:xfrm>
            <a:off x="5956390" y="2591150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0" name="Arrow: Right 98">
            <a:extLst>
              <a:ext uri="{FF2B5EF4-FFF2-40B4-BE49-F238E27FC236}">
                <a16:creationId xmlns:a16="http://schemas.microsoft.com/office/drawing/2014/main" id="{0A2B4115-6FCF-7006-6B19-140846F93206}"/>
              </a:ext>
            </a:extLst>
          </p:cNvPr>
          <p:cNvSpPr/>
          <p:nvPr/>
        </p:nvSpPr>
        <p:spPr>
          <a:xfrm>
            <a:off x="5956390" y="2986456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1" name="Arrow: Right 98">
            <a:extLst>
              <a:ext uri="{FF2B5EF4-FFF2-40B4-BE49-F238E27FC236}">
                <a16:creationId xmlns:a16="http://schemas.microsoft.com/office/drawing/2014/main" id="{AF464930-D67E-ABC8-C038-FEF285AFEF10}"/>
              </a:ext>
            </a:extLst>
          </p:cNvPr>
          <p:cNvSpPr/>
          <p:nvPr/>
        </p:nvSpPr>
        <p:spPr>
          <a:xfrm>
            <a:off x="5956390" y="3381761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2" name="Arrow: Right 98">
            <a:extLst>
              <a:ext uri="{FF2B5EF4-FFF2-40B4-BE49-F238E27FC236}">
                <a16:creationId xmlns:a16="http://schemas.microsoft.com/office/drawing/2014/main" id="{C7C9FE83-246F-1C2E-9722-3BC85DF3D2DC}"/>
              </a:ext>
            </a:extLst>
          </p:cNvPr>
          <p:cNvSpPr/>
          <p:nvPr/>
        </p:nvSpPr>
        <p:spPr>
          <a:xfrm>
            <a:off x="5956390" y="3777067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3" name="Arrow: Right 98">
            <a:extLst>
              <a:ext uri="{FF2B5EF4-FFF2-40B4-BE49-F238E27FC236}">
                <a16:creationId xmlns:a16="http://schemas.microsoft.com/office/drawing/2014/main" id="{C3EBC192-3E69-7A03-7364-AEB143091E82}"/>
              </a:ext>
            </a:extLst>
          </p:cNvPr>
          <p:cNvSpPr/>
          <p:nvPr/>
        </p:nvSpPr>
        <p:spPr>
          <a:xfrm>
            <a:off x="5956390" y="4172373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4" name="Arrow: Right 98">
            <a:extLst>
              <a:ext uri="{FF2B5EF4-FFF2-40B4-BE49-F238E27FC236}">
                <a16:creationId xmlns:a16="http://schemas.microsoft.com/office/drawing/2014/main" id="{5749C52A-5DE4-1A3D-1D9C-50EA6A15C7F0}"/>
              </a:ext>
            </a:extLst>
          </p:cNvPr>
          <p:cNvSpPr/>
          <p:nvPr/>
        </p:nvSpPr>
        <p:spPr>
          <a:xfrm>
            <a:off x="5956390" y="4567678"/>
            <a:ext cx="535475" cy="182880"/>
          </a:xfrm>
          <a:prstGeom prst="rightArrow">
            <a:avLst/>
          </a:prstGeom>
          <a:solidFill>
            <a:srgbClr val="2E6DB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5" name="Arrow: Right 98">
            <a:extLst>
              <a:ext uri="{FF2B5EF4-FFF2-40B4-BE49-F238E27FC236}">
                <a16:creationId xmlns:a16="http://schemas.microsoft.com/office/drawing/2014/main" id="{2AEC87D6-32C0-09CA-2BB1-979D744A194D}"/>
              </a:ext>
            </a:extLst>
          </p:cNvPr>
          <p:cNvSpPr/>
          <p:nvPr/>
        </p:nvSpPr>
        <p:spPr>
          <a:xfrm>
            <a:off x="5956390" y="4962984"/>
            <a:ext cx="535475" cy="182880"/>
          </a:xfrm>
          <a:prstGeom prst="rightArrow">
            <a:avLst/>
          </a:prstGeom>
          <a:solidFill>
            <a:srgbClr val="6E90A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6" name="Arrow: Right 98">
            <a:extLst>
              <a:ext uri="{FF2B5EF4-FFF2-40B4-BE49-F238E27FC236}">
                <a16:creationId xmlns:a16="http://schemas.microsoft.com/office/drawing/2014/main" id="{FC822981-DA74-08B0-E6AD-2839D248FAD7}"/>
              </a:ext>
            </a:extLst>
          </p:cNvPr>
          <p:cNvSpPr/>
          <p:nvPr/>
        </p:nvSpPr>
        <p:spPr>
          <a:xfrm>
            <a:off x="5956390" y="5358291"/>
            <a:ext cx="535475" cy="182880"/>
          </a:xfrm>
          <a:prstGeom prst="rightArrow">
            <a:avLst/>
          </a:prstGeom>
          <a:solidFill>
            <a:srgbClr val="6E90A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7" name="Arrow: Right 98">
            <a:extLst>
              <a:ext uri="{FF2B5EF4-FFF2-40B4-BE49-F238E27FC236}">
                <a16:creationId xmlns:a16="http://schemas.microsoft.com/office/drawing/2014/main" id="{CAB5C081-40D6-F026-FE35-61A24D290C5A}"/>
              </a:ext>
            </a:extLst>
          </p:cNvPr>
          <p:cNvSpPr/>
          <p:nvPr/>
        </p:nvSpPr>
        <p:spPr>
          <a:xfrm>
            <a:off x="5956390" y="5770925"/>
            <a:ext cx="535475" cy="182880"/>
          </a:xfrm>
          <a:prstGeom prst="rightArrow">
            <a:avLst/>
          </a:prstGeom>
          <a:solidFill>
            <a:srgbClr val="6E90A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9" name="CuadroTexto 248">
            <a:extLst>
              <a:ext uri="{FF2B5EF4-FFF2-40B4-BE49-F238E27FC236}">
                <a16:creationId xmlns:a16="http://schemas.microsoft.com/office/drawing/2014/main" id="{E6CEA346-D8A9-8DA8-BF12-058F38890969}"/>
              </a:ext>
            </a:extLst>
          </p:cNvPr>
          <p:cNvSpPr txBox="1"/>
          <p:nvPr/>
        </p:nvSpPr>
        <p:spPr>
          <a:xfrm>
            <a:off x="2740052" y="2139707"/>
            <a:ext cx="24138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Large Demand is planned and organized annually through PDD Process 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0" name="CuadroTexto 249">
            <a:extLst>
              <a:ext uri="{FF2B5EF4-FFF2-40B4-BE49-F238E27FC236}">
                <a16:creationId xmlns:a16="http://schemas.microsoft.com/office/drawing/2014/main" id="{60310641-A732-252C-AF9D-2F78C61CA8A2}"/>
              </a:ext>
            </a:extLst>
          </p:cNvPr>
          <p:cNvSpPr txBox="1"/>
          <p:nvPr/>
        </p:nvSpPr>
        <p:spPr>
          <a:xfrm>
            <a:off x="2740051" y="1734593"/>
            <a:ext cx="26306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Requests can be submitted to BRS through ticketing system and Kanban is used to manage requests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1" name="Text 6">
            <a:extLst>
              <a:ext uri="{FF2B5EF4-FFF2-40B4-BE49-F238E27FC236}">
                <a16:creationId xmlns:a16="http://schemas.microsoft.com/office/drawing/2014/main" id="{693F8B02-89A7-1639-D32E-BCEF19D7632E}"/>
              </a:ext>
            </a:extLst>
          </p:cNvPr>
          <p:cNvSpPr txBox="1"/>
          <p:nvPr/>
        </p:nvSpPr>
        <p:spPr>
          <a:xfrm>
            <a:off x="354870" y="6294875"/>
            <a:ext cx="8106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Note: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 Ideation &amp; Strategy occur upstream (Business Side). The Digital Products lifecycle begins formally at </a:t>
            </a:r>
            <a:r>
              <a:rPr kumimoji="0" lang="en-US" sz="1000" b="1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Intake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55394601-50A7-A263-0CD4-A9FBFC5A3F8C}"/>
              </a:ext>
            </a:extLst>
          </p:cNvPr>
          <p:cNvSpPr txBox="1"/>
          <p:nvPr/>
        </p:nvSpPr>
        <p:spPr>
          <a:xfrm>
            <a:off x="549301" y="648743"/>
            <a:ext cx="1128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Demand enters through multiple departments and channels without a single intake point or structured filtering. This leads to mixed priorities, inefficiencies, and reactive execution with no clear value traceability.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67" name="Rectangle: Rounded Corners 6">
            <a:extLst>
              <a:ext uri="{FF2B5EF4-FFF2-40B4-BE49-F238E27FC236}">
                <a16:creationId xmlns:a16="http://schemas.microsoft.com/office/drawing/2014/main" id="{CE56D9B2-D186-1D1C-E843-D95DC527ADEC}"/>
              </a:ext>
            </a:extLst>
          </p:cNvPr>
          <p:cNvSpPr/>
          <p:nvPr/>
        </p:nvSpPr>
        <p:spPr>
          <a:xfrm>
            <a:off x="182556" y="1544258"/>
            <a:ext cx="2188398" cy="16415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Illustrative &amp; Non-exhaustive</a:t>
            </a:r>
          </a:p>
        </p:txBody>
      </p:sp>
      <p:sp>
        <p:nvSpPr>
          <p:cNvPr id="252" name="Text 6">
            <a:extLst>
              <a:ext uri="{FF2B5EF4-FFF2-40B4-BE49-F238E27FC236}">
                <a16:creationId xmlns:a16="http://schemas.microsoft.com/office/drawing/2014/main" id="{D3E23DC5-31C9-F397-C5AA-C473FBFEB3CC}"/>
              </a:ext>
            </a:extLst>
          </p:cNvPr>
          <p:cNvSpPr txBox="1"/>
          <p:nvPr/>
        </p:nvSpPr>
        <p:spPr>
          <a:xfrm>
            <a:off x="5670586" y="6580878"/>
            <a:ext cx="618324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Kanban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3" name="Text 6">
            <a:extLst>
              <a:ext uri="{FF2B5EF4-FFF2-40B4-BE49-F238E27FC236}">
                <a16:creationId xmlns:a16="http://schemas.microsoft.com/office/drawing/2014/main" id="{15B54BE5-A2CE-C417-5B34-619437FF44CF}"/>
              </a:ext>
            </a:extLst>
          </p:cNvPr>
          <p:cNvSpPr txBox="1"/>
          <p:nvPr/>
        </p:nvSpPr>
        <p:spPr>
          <a:xfrm>
            <a:off x="3199763" y="6580878"/>
            <a:ext cx="822989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Service Now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4" name="Text 6">
            <a:extLst>
              <a:ext uri="{FF2B5EF4-FFF2-40B4-BE49-F238E27FC236}">
                <a16:creationId xmlns:a16="http://schemas.microsoft.com/office/drawing/2014/main" id="{4D19C7B0-2E23-A7E3-D228-C03955072218}"/>
              </a:ext>
            </a:extLst>
          </p:cNvPr>
          <p:cNvSpPr txBox="1"/>
          <p:nvPr/>
        </p:nvSpPr>
        <p:spPr>
          <a:xfrm>
            <a:off x="6465499" y="6580878"/>
            <a:ext cx="618324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Email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5" name="Text 6">
            <a:extLst>
              <a:ext uri="{FF2B5EF4-FFF2-40B4-BE49-F238E27FC236}">
                <a16:creationId xmlns:a16="http://schemas.microsoft.com/office/drawing/2014/main" id="{463739E7-CD32-890F-EDFC-12BC34ADBC0E}"/>
              </a:ext>
            </a:extLst>
          </p:cNvPr>
          <p:cNvSpPr txBox="1"/>
          <p:nvPr/>
        </p:nvSpPr>
        <p:spPr>
          <a:xfrm>
            <a:off x="4267047" y="6580878"/>
            <a:ext cx="822989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Forms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6" name="Text 6">
            <a:extLst>
              <a:ext uri="{FF2B5EF4-FFF2-40B4-BE49-F238E27FC236}">
                <a16:creationId xmlns:a16="http://schemas.microsoft.com/office/drawing/2014/main" id="{961BE98B-0D09-3539-71C7-DE0F420A2378}"/>
              </a:ext>
            </a:extLst>
          </p:cNvPr>
          <p:cNvSpPr txBox="1"/>
          <p:nvPr/>
        </p:nvSpPr>
        <p:spPr>
          <a:xfrm>
            <a:off x="7104929" y="6580878"/>
            <a:ext cx="618324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Meetings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8" name="Text 6">
            <a:extLst>
              <a:ext uri="{FF2B5EF4-FFF2-40B4-BE49-F238E27FC236}">
                <a16:creationId xmlns:a16="http://schemas.microsoft.com/office/drawing/2014/main" id="{DA615B7F-DFDD-ACB1-BBAF-BB0CD24BA27A}"/>
              </a:ext>
            </a:extLst>
          </p:cNvPr>
          <p:cNvSpPr txBox="1"/>
          <p:nvPr/>
        </p:nvSpPr>
        <p:spPr>
          <a:xfrm>
            <a:off x="4931389" y="6580878"/>
            <a:ext cx="618324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Teams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59" name="Imagen 258" descr="Forma&#10;&#10;El contenido generado por IA puede ser incorrecto.">
            <a:extLst>
              <a:ext uri="{FF2B5EF4-FFF2-40B4-BE49-F238E27FC236}">
                <a16:creationId xmlns:a16="http://schemas.microsoft.com/office/drawing/2014/main" id="{06BC9E58-09C3-7BDD-1CD6-1EF449D6CD4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54915" y="6609651"/>
            <a:ext cx="173536" cy="173536"/>
          </a:xfrm>
          <a:prstGeom prst="rect">
            <a:avLst/>
          </a:prstGeom>
        </p:spPr>
      </p:pic>
      <p:pic>
        <p:nvPicPr>
          <p:cNvPr id="260" name="Imagen 259" descr="Forma&#10;&#10;El contenido generado por IA puede ser incorrecto.">
            <a:extLst>
              <a:ext uri="{FF2B5EF4-FFF2-40B4-BE49-F238E27FC236}">
                <a16:creationId xmlns:a16="http://schemas.microsoft.com/office/drawing/2014/main" id="{87644640-40C1-45DA-FA4C-A4AE41DDDD8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89440" y="6617539"/>
            <a:ext cx="157760" cy="157760"/>
          </a:xfrm>
          <a:prstGeom prst="rect">
            <a:avLst/>
          </a:prstGeom>
        </p:spPr>
      </p:pic>
      <p:pic>
        <p:nvPicPr>
          <p:cNvPr id="261" name="Gráfico 260" descr="Correo electrónico con relleno sólido">
            <a:extLst>
              <a:ext uri="{FF2B5EF4-FFF2-40B4-BE49-F238E27FC236}">
                <a16:creationId xmlns:a16="http://schemas.microsoft.com/office/drawing/2014/main" id="{D4A0DC28-A30C-6891-0989-50FF7BBA32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278553" y="6621663"/>
            <a:ext cx="149512" cy="149512"/>
          </a:xfrm>
          <a:prstGeom prst="rect">
            <a:avLst/>
          </a:prstGeom>
        </p:spPr>
      </p:pic>
      <p:pic>
        <p:nvPicPr>
          <p:cNvPr id="262" name="Gráfico 261" descr="Documento con relleno sólido">
            <a:extLst>
              <a:ext uri="{FF2B5EF4-FFF2-40B4-BE49-F238E27FC236}">
                <a16:creationId xmlns:a16="http://schemas.microsoft.com/office/drawing/2014/main" id="{860A6ECC-D592-D6AC-093B-992758716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066326" y="6596661"/>
            <a:ext cx="199516" cy="199516"/>
          </a:xfrm>
          <a:prstGeom prst="rect">
            <a:avLst/>
          </a:prstGeom>
        </p:spPr>
      </p:pic>
      <p:pic>
        <p:nvPicPr>
          <p:cNvPr id="263" name="Imagen 262" descr="Forma&#10;&#10;El contenido generado por IA puede ser incorrecto.">
            <a:extLst>
              <a:ext uri="{FF2B5EF4-FFF2-40B4-BE49-F238E27FC236}">
                <a16:creationId xmlns:a16="http://schemas.microsoft.com/office/drawing/2014/main" id="{0C1B5BC6-D590-8782-F05F-75BBDFC3C1C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33044" y="6630577"/>
            <a:ext cx="131685" cy="131685"/>
          </a:xfrm>
          <a:prstGeom prst="rect">
            <a:avLst/>
          </a:prstGeom>
        </p:spPr>
      </p:pic>
      <p:pic>
        <p:nvPicPr>
          <p:cNvPr id="265" name="Imagen 264" descr="Forma&#10;&#10;El contenido generado por IA puede ser incorrecto.">
            <a:extLst>
              <a:ext uri="{FF2B5EF4-FFF2-40B4-BE49-F238E27FC236}">
                <a16:creationId xmlns:a16="http://schemas.microsoft.com/office/drawing/2014/main" id="{B3237B2F-5961-A93E-1D3E-78D0787A202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66337" y="6624710"/>
            <a:ext cx="143418" cy="143418"/>
          </a:xfrm>
          <a:prstGeom prst="rect">
            <a:avLst/>
          </a:prstGeom>
        </p:spPr>
      </p:pic>
      <p:pic>
        <p:nvPicPr>
          <p:cNvPr id="273" name="Gráfico 272" descr="Correo electrónico con relleno sólido">
            <a:extLst>
              <a:ext uri="{FF2B5EF4-FFF2-40B4-BE49-F238E27FC236}">
                <a16:creationId xmlns:a16="http://schemas.microsoft.com/office/drawing/2014/main" id="{9041632D-7E5F-7BDC-4EC2-EC954EFFA3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0358" y="4951830"/>
            <a:ext cx="240790" cy="240790"/>
          </a:xfrm>
          <a:prstGeom prst="rect">
            <a:avLst/>
          </a:prstGeom>
        </p:spPr>
      </p:pic>
      <p:pic>
        <p:nvPicPr>
          <p:cNvPr id="5" name="Gráfico 220" descr="Documento con relleno sólido">
            <a:extLst>
              <a:ext uri="{FF2B5EF4-FFF2-40B4-BE49-F238E27FC236}">
                <a16:creationId xmlns:a16="http://schemas.microsoft.com/office/drawing/2014/main" id="{7EB8D358-7D57-0E0D-76C9-10BD142B9D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26601" y="2148677"/>
            <a:ext cx="265557" cy="265557"/>
          </a:xfrm>
          <a:prstGeom prst="rect">
            <a:avLst/>
          </a:prstGeom>
        </p:spPr>
      </p:pic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55CEE52B-93D4-A3DA-BD80-C2CC970A3BA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66875" y="1766815"/>
            <a:ext cx="230977" cy="230977"/>
          </a:xfrm>
          <a:prstGeom prst="rect">
            <a:avLst/>
          </a:prstGeom>
        </p:spPr>
      </p:pic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C1377ECD-2E13-0552-D107-E38C8F77AC8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6514" y="6092771"/>
            <a:ext cx="209979" cy="209979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5B2A3800-B17C-EC68-9FF2-A5E8F556E101}"/>
              </a:ext>
            </a:extLst>
          </p:cNvPr>
          <p:cNvSpPr txBox="1"/>
          <p:nvPr/>
        </p:nvSpPr>
        <p:spPr>
          <a:xfrm>
            <a:off x="703029" y="6065050"/>
            <a:ext cx="748172" cy="23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18096"/>
                </a:solidFill>
                <a:effectLst/>
                <a:uLnTx/>
                <a:uFillTx/>
                <a:latin typeface="Montserrat" panose="00000500000000000000" pitchFamily="2" charset="0"/>
                <a:ea typeface="Open Sans" pitchFamily="34" charset="-122"/>
                <a:cs typeface="Open Sans" pitchFamily="34" charset="-120"/>
              </a:rPr>
              <a:t>Pilot Scope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F56329C6-D93C-2087-3D84-0FFA9991C4B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43210" y="2996388"/>
            <a:ext cx="209979" cy="209979"/>
          </a:xfrm>
          <a:prstGeom prst="rect">
            <a:avLst/>
          </a:prstGeom>
        </p:spPr>
      </p:pic>
      <p:sp>
        <p:nvSpPr>
          <p:cNvPr id="3" name="Shape 38">
            <a:extLst>
              <a:ext uri="{FF2B5EF4-FFF2-40B4-BE49-F238E27FC236}">
                <a16:creationId xmlns:a16="http://schemas.microsoft.com/office/drawing/2014/main" id="{BE185876-436F-7B90-A61B-761B9085706F}"/>
              </a:ext>
            </a:extLst>
          </p:cNvPr>
          <p:cNvSpPr/>
          <p:nvPr/>
        </p:nvSpPr>
        <p:spPr>
          <a:xfrm>
            <a:off x="7965518" y="6593363"/>
            <a:ext cx="2236766" cy="179455"/>
          </a:xfrm>
          <a:prstGeom prst="roundRect">
            <a:avLst>
              <a:gd name="adj" fmla="val 33234"/>
            </a:avLst>
          </a:prstGeom>
          <a:solidFill>
            <a:schemeClr val="accent4"/>
          </a:solidFill>
          <a:ln>
            <a:solidFill>
              <a:srgbClr val="2E6DB4"/>
            </a:solidFill>
          </a:ln>
        </p:spPr>
        <p:txBody>
          <a:bodyPr lIns="39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IT demand sources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931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2A7F88-AC76-CE0D-C032-087217176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0BD15-6E7C-F453-657E-DE8B2C29E2C3}"/>
              </a:ext>
            </a:extLst>
          </p:cNvPr>
          <p:cNvSpPr txBox="1">
            <a:spLocks/>
          </p:cNvSpPr>
          <p:nvPr/>
        </p:nvSpPr>
        <p:spPr>
          <a:xfrm>
            <a:off x="428820" y="349057"/>
            <a:ext cx="9289413" cy="1923891"/>
          </a:xfrm>
          <a:prstGeom prst="rect">
            <a:avLst/>
          </a:prstGeom>
        </p:spPr>
        <p:txBody>
          <a:bodyPr lIns="0" tIns="45720" rIns="91440" bIns="45720" anchor="t">
            <a:normAutofit/>
          </a:bodyPr>
          <a:lstStyle>
            <a:lvl1pPr marL="0" indent="0" algn="l" defTabSz="331171" rtl="0" eaLnBrk="1" fontAlgn="base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Tx/>
              <a:buNone/>
              <a:defRPr sz="7000" b="1" i="0" kern="1200" spc="-150">
                <a:solidFill>
                  <a:schemeClr val="bg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  <a:lvl2pPr marL="0" indent="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tabLst/>
              <a:defRPr sz="1100" b="1" i="0" kern="1200">
                <a:solidFill>
                  <a:schemeClr val="accent1"/>
                </a:solidFill>
                <a:latin typeface="+mn-lt"/>
                <a:ea typeface="IberPangea Text SmBold" panose="020B0504000000000000" pitchFamily="34" charset="0"/>
                <a:cs typeface="IberPangea Text SmBold" panose="020B0504000000000000" pitchFamily="34" charset="0"/>
              </a:defRPr>
            </a:lvl2pPr>
            <a:lvl3pPr marL="111125" indent="-107950" algn="l" defTabSz="331171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231775" indent="-115888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357188" indent="-1206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–"/>
              <a:tabLst/>
              <a:defRPr sz="1100" b="0" i="0" kern="1200">
                <a:solidFill>
                  <a:schemeClr val="tx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  <a:lvl6pPr marL="154769" indent="-142863" algn="l" defTabSz="182854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 kern="1200">
                <a:solidFill>
                  <a:schemeClr val="accent4"/>
                </a:solidFill>
                <a:latin typeface="IberPangea Text" panose="020B0504000000000000" pitchFamily="34" charset="0"/>
                <a:ea typeface="IberPangea Text" panose="020B0504000000000000" pitchFamily="34" charset="0"/>
                <a:cs typeface="IberPangea Text" panose="020B0504000000000000" pitchFamily="34" charset="0"/>
              </a:defRPr>
            </a:lvl6pPr>
            <a:lvl7pPr marL="5942783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057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1331" indent="-457137" algn="l" defTabSz="182854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31171" rtl="0" eaLnBrk="1" fontAlgn="base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3A3734"/>
              </a:buClr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-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erPangea Text"/>
                <a:ea typeface="IberPangea Text" panose="020B0404000000000000" pitchFamily="34" charset="0"/>
                <a:cs typeface="IberPangea Text" panose="020B0404000000000000" pitchFamily="34" charset="0"/>
              </a:rPr>
              <a:t>index</a:t>
            </a:r>
            <a:endParaRPr kumimoji="0" lang="en-US" sz="7000" b="1" i="0" u="none" strike="noStrike" kern="1200" cap="none" spc="-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erPangea Text"/>
              <a:ea typeface="IberPangea Text" panose="020B0404000000000000" pitchFamily="34" charset="0"/>
              <a:cs typeface="IberPangea Text" panose="020B0404000000000000" pitchFamily="34" charset="0"/>
            </a:endParaRPr>
          </a:p>
        </p:txBody>
      </p:sp>
      <p:sp>
        <p:nvSpPr>
          <p:cNvPr id="2" name="Freeform: Shape 17 - 3">
            <a:extLst>
              <a:ext uri="{FF2B5EF4-FFF2-40B4-BE49-F238E27FC236}">
                <a16:creationId xmlns:a16="http://schemas.microsoft.com/office/drawing/2014/main" id="{48C6C61A-C7B7-7484-CC2D-E88CD98069EA}"/>
              </a:ext>
            </a:extLst>
          </p:cNvPr>
          <p:cNvSpPr>
            <a:spLocks noChangeAspect="1"/>
          </p:cNvSpPr>
          <p:nvPr/>
        </p:nvSpPr>
        <p:spPr>
          <a:xfrm>
            <a:off x="862099" y="1576254"/>
            <a:ext cx="10599549" cy="916571"/>
          </a:xfrm>
          <a:custGeom>
            <a:avLst/>
            <a:gdLst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2044253 h 3597277"/>
              <a:gd name="connsiteX9" fmla="*/ 0 w 2044253"/>
              <a:gd name="connsiteY9" fmla="*/ 1997421 h 3597277"/>
              <a:gd name="connsiteX10" fmla="*/ 0 w 2044253"/>
              <a:gd name="connsiteY10" fmla="*/ 817701 h 3597277"/>
              <a:gd name="connsiteX11" fmla="*/ 0 w 2044253"/>
              <a:gd name="connsiteY11" fmla="*/ 817673 h 3597277"/>
              <a:gd name="connsiteX12" fmla="*/ 0 w 2044253"/>
              <a:gd name="connsiteY12" fmla="*/ 815712 h 3597277"/>
              <a:gd name="connsiteX13" fmla="*/ 13200 w 2044253"/>
              <a:gd name="connsiteY13" fmla="*/ 693736 h 3597277"/>
              <a:gd name="connsiteX14" fmla="*/ 766962 w 2044253"/>
              <a:gd name="connsiteY14" fmla="*/ 375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817701 h 3597277"/>
              <a:gd name="connsiteX9" fmla="*/ 0 w 2044253"/>
              <a:gd name="connsiteY9" fmla="*/ 817673 h 3597277"/>
              <a:gd name="connsiteX10" fmla="*/ 0 w 2044253"/>
              <a:gd name="connsiteY10" fmla="*/ 815712 h 3597277"/>
              <a:gd name="connsiteX11" fmla="*/ 13200 w 2044253"/>
              <a:gd name="connsiteY11" fmla="*/ 693736 h 3597277"/>
              <a:gd name="connsiteX12" fmla="*/ 766962 w 2044253"/>
              <a:gd name="connsiteY12" fmla="*/ 375 h 3597277"/>
              <a:gd name="connsiteX13" fmla="*/ 802731 w 2044253"/>
              <a:gd name="connsiteY13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3597277 h 3597277"/>
              <a:gd name="connsiteX6" fmla="*/ 0 w 2044253"/>
              <a:gd name="connsiteY6" fmla="*/ 3597277 h 3597277"/>
              <a:gd name="connsiteX7" fmla="*/ 0 w 2044253"/>
              <a:gd name="connsiteY7" fmla="*/ 817701 h 3597277"/>
              <a:gd name="connsiteX8" fmla="*/ 0 w 2044253"/>
              <a:gd name="connsiteY8" fmla="*/ 817673 h 3597277"/>
              <a:gd name="connsiteX9" fmla="*/ 0 w 2044253"/>
              <a:gd name="connsiteY9" fmla="*/ 815712 h 3597277"/>
              <a:gd name="connsiteX10" fmla="*/ 13200 w 2044253"/>
              <a:gd name="connsiteY10" fmla="*/ 693736 h 3597277"/>
              <a:gd name="connsiteX11" fmla="*/ 766962 w 2044253"/>
              <a:gd name="connsiteY11" fmla="*/ 375 h 3597277"/>
              <a:gd name="connsiteX12" fmla="*/ 802731 w 2044253"/>
              <a:gd name="connsiteY12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3597277 h 3597277"/>
              <a:gd name="connsiteX5" fmla="*/ 0 w 2044253"/>
              <a:gd name="connsiteY5" fmla="*/ 3597277 h 3597277"/>
              <a:gd name="connsiteX6" fmla="*/ 0 w 2044253"/>
              <a:gd name="connsiteY6" fmla="*/ 817701 h 3597277"/>
              <a:gd name="connsiteX7" fmla="*/ 0 w 2044253"/>
              <a:gd name="connsiteY7" fmla="*/ 817673 h 3597277"/>
              <a:gd name="connsiteX8" fmla="*/ 0 w 2044253"/>
              <a:gd name="connsiteY8" fmla="*/ 815712 h 3597277"/>
              <a:gd name="connsiteX9" fmla="*/ 13200 w 2044253"/>
              <a:gd name="connsiteY9" fmla="*/ 693736 h 3597277"/>
              <a:gd name="connsiteX10" fmla="*/ 766962 w 2044253"/>
              <a:gd name="connsiteY10" fmla="*/ 375 h 3597277"/>
              <a:gd name="connsiteX11" fmla="*/ 802731 w 2044253"/>
              <a:gd name="connsiteY11" fmla="*/ 0 h 3597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44253" h="3597277">
                <a:moveTo>
                  <a:pt x="802731" y="0"/>
                </a:moveTo>
                <a:lnTo>
                  <a:pt x="809510" y="78"/>
                </a:lnTo>
                <a:lnTo>
                  <a:pt x="809510" y="0"/>
                </a:lnTo>
                <a:lnTo>
                  <a:pt x="2044253" y="0"/>
                </a:lnTo>
                <a:lnTo>
                  <a:pt x="2044253" y="3597277"/>
                </a:lnTo>
                <a:lnTo>
                  <a:pt x="0" y="3597277"/>
                </a:lnTo>
                <a:lnTo>
                  <a:pt x="0" y="817701"/>
                </a:lnTo>
                <a:lnTo>
                  <a:pt x="0" y="817673"/>
                </a:lnTo>
                <a:lnTo>
                  <a:pt x="0" y="815712"/>
                </a:lnTo>
                <a:cubicBezTo>
                  <a:pt x="1696" y="756122"/>
                  <a:pt x="8801" y="734395"/>
                  <a:pt x="13200" y="693736"/>
                </a:cubicBezTo>
                <a:cubicBezTo>
                  <a:pt x="97485" y="115275"/>
                  <a:pt x="449311" y="375"/>
                  <a:pt x="766962" y="375"/>
                </a:cubicBezTo>
                <a:lnTo>
                  <a:pt x="802731" y="0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b="1" noProof="0">
                <a:solidFill>
                  <a:srgbClr val="008C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PROJECT PLAN AND KEY NEXT STEPS</a:t>
            </a:r>
          </a:p>
        </p:txBody>
      </p:sp>
      <p:sp>
        <p:nvSpPr>
          <p:cNvPr id="4" name="Freeform: Shape 17 - 3">
            <a:extLst>
              <a:ext uri="{FF2B5EF4-FFF2-40B4-BE49-F238E27FC236}">
                <a16:creationId xmlns:a16="http://schemas.microsoft.com/office/drawing/2014/main" id="{819B7010-A22D-352D-0D0F-B4AF63F5A6F5}"/>
              </a:ext>
            </a:extLst>
          </p:cNvPr>
          <p:cNvSpPr>
            <a:spLocks noChangeAspect="1"/>
          </p:cNvSpPr>
          <p:nvPr/>
        </p:nvSpPr>
        <p:spPr>
          <a:xfrm>
            <a:off x="862099" y="2745297"/>
            <a:ext cx="10599549" cy="916571"/>
          </a:xfrm>
          <a:custGeom>
            <a:avLst/>
            <a:gdLst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2044253 h 3597277"/>
              <a:gd name="connsiteX9" fmla="*/ 0 w 2044253"/>
              <a:gd name="connsiteY9" fmla="*/ 1997421 h 3597277"/>
              <a:gd name="connsiteX10" fmla="*/ 0 w 2044253"/>
              <a:gd name="connsiteY10" fmla="*/ 817701 h 3597277"/>
              <a:gd name="connsiteX11" fmla="*/ 0 w 2044253"/>
              <a:gd name="connsiteY11" fmla="*/ 817673 h 3597277"/>
              <a:gd name="connsiteX12" fmla="*/ 0 w 2044253"/>
              <a:gd name="connsiteY12" fmla="*/ 815712 h 3597277"/>
              <a:gd name="connsiteX13" fmla="*/ 13200 w 2044253"/>
              <a:gd name="connsiteY13" fmla="*/ 693736 h 3597277"/>
              <a:gd name="connsiteX14" fmla="*/ 766962 w 2044253"/>
              <a:gd name="connsiteY14" fmla="*/ 375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817701 h 3597277"/>
              <a:gd name="connsiteX9" fmla="*/ 0 w 2044253"/>
              <a:gd name="connsiteY9" fmla="*/ 817673 h 3597277"/>
              <a:gd name="connsiteX10" fmla="*/ 0 w 2044253"/>
              <a:gd name="connsiteY10" fmla="*/ 815712 h 3597277"/>
              <a:gd name="connsiteX11" fmla="*/ 13200 w 2044253"/>
              <a:gd name="connsiteY11" fmla="*/ 693736 h 3597277"/>
              <a:gd name="connsiteX12" fmla="*/ 766962 w 2044253"/>
              <a:gd name="connsiteY12" fmla="*/ 375 h 3597277"/>
              <a:gd name="connsiteX13" fmla="*/ 802731 w 2044253"/>
              <a:gd name="connsiteY13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3597277 h 3597277"/>
              <a:gd name="connsiteX6" fmla="*/ 0 w 2044253"/>
              <a:gd name="connsiteY6" fmla="*/ 3597277 h 3597277"/>
              <a:gd name="connsiteX7" fmla="*/ 0 w 2044253"/>
              <a:gd name="connsiteY7" fmla="*/ 817701 h 3597277"/>
              <a:gd name="connsiteX8" fmla="*/ 0 w 2044253"/>
              <a:gd name="connsiteY8" fmla="*/ 817673 h 3597277"/>
              <a:gd name="connsiteX9" fmla="*/ 0 w 2044253"/>
              <a:gd name="connsiteY9" fmla="*/ 815712 h 3597277"/>
              <a:gd name="connsiteX10" fmla="*/ 13200 w 2044253"/>
              <a:gd name="connsiteY10" fmla="*/ 693736 h 3597277"/>
              <a:gd name="connsiteX11" fmla="*/ 766962 w 2044253"/>
              <a:gd name="connsiteY11" fmla="*/ 375 h 3597277"/>
              <a:gd name="connsiteX12" fmla="*/ 802731 w 2044253"/>
              <a:gd name="connsiteY12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3597277 h 3597277"/>
              <a:gd name="connsiteX5" fmla="*/ 0 w 2044253"/>
              <a:gd name="connsiteY5" fmla="*/ 3597277 h 3597277"/>
              <a:gd name="connsiteX6" fmla="*/ 0 w 2044253"/>
              <a:gd name="connsiteY6" fmla="*/ 817701 h 3597277"/>
              <a:gd name="connsiteX7" fmla="*/ 0 w 2044253"/>
              <a:gd name="connsiteY7" fmla="*/ 817673 h 3597277"/>
              <a:gd name="connsiteX8" fmla="*/ 0 w 2044253"/>
              <a:gd name="connsiteY8" fmla="*/ 815712 h 3597277"/>
              <a:gd name="connsiteX9" fmla="*/ 13200 w 2044253"/>
              <a:gd name="connsiteY9" fmla="*/ 693736 h 3597277"/>
              <a:gd name="connsiteX10" fmla="*/ 766962 w 2044253"/>
              <a:gd name="connsiteY10" fmla="*/ 375 h 3597277"/>
              <a:gd name="connsiteX11" fmla="*/ 802731 w 2044253"/>
              <a:gd name="connsiteY11" fmla="*/ 0 h 3597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44253" h="3597277">
                <a:moveTo>
                  <a:pt x="802731" y="0"/>
                </a:moveTo>
                <a:lnTo>
                  <a:pt x="809510" y="78"/>
                </a:lnTo>
                <a:lnTo>
                  <a:pt x="809510" y="0"/>
                </a:lnTo>
                <a:lnTo>
                  <a:pt x="2044253" y="0"/>
                </a:lnTo>
                <a:lnTo>
                  <a:pt x="2044253" y="3597277"/>
                </a:lnTo>
                <a:lnTo>
                  <a:pt x="0" y="3597277"/>
                </a:lnTo>
                <a:lnTo>
                  <a:pt x="0" y="817701"/>
                </a:lnTo>
                <a:lnTo>
                  <a:pt x="0" y="817673"/>
                </a:lnTo>
                <a:lnTo>
                  <a:pt x="0" y="815712"/>
                </a:lnTo>
                <a:cubicBezTo>
                  <a:pt x="1696" y="756122"/>
                  <a:pt x="8801" y="734395"/>
                  <a:pt x="13200" y="693736"/>
                </a:cubicBezTo>
                <a:cubicBezTo>
                  <a:pt x="97485" y="115275"/>
                  <a:pt x="449311" y="375"/>
                  <a:pt x="766962" y="375"/>
                </a:cubicBezTo>
                <a:lnTo>
                  <a:pt x="802731" y="0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C3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 REQUEST FOR INFORMATION</a:t>
            </a:r>
          </a:p>
        </p:txBody>
      </p:sp>
      <p:sp>
        <p:nvSpPr>
          <p:cNvPr id="5" name="Freeform: Shape 17 - 3">
            <a:extLst>
              <a:ext uri="{FF2B5EF4-FFF2-40B4-BE49-F238E27FC236}">
                <a16:creationId xmlns:a16="http://schemas.microsoft.com/office/drawing/2014/main" id="{372E9F93-F89B-7A4D-BCB5-7D4AEEA14C07}"/>
              </a:ext>
            </a:extLst>
          </p:cNvPr>
          <p:cNvSpPr>
            <a:spLocks noChangeAspect="1"/>
          </p:cNvSpPr>
          <p:nvPr/>
        </p:nvSpPr>
        <p:spPr>
          <a:xfrm>
            <a:off x="862099" y="3902765"/>
            <a:ext cx="10599549" cy="916571"/>
          </a:xfrm>
          <a:custGeom>
            <a:avLst/>
            <a:gdLst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2044253 h 3597277"/>
              <a:gd name="connsiteX9" fmla="*/ 0 w 2044253"/>
              <a:gd name="connsiteY9" fmla="*/ 1997421 h 3597277"/>
              <a:gd name="connsiteX10" fmla="*/ 0 w 2044253"/>
              <a:gd name="connsiteY10" fmla="*/ 817701 h 3597277"/>
              <a:gd name="connsiteX11" fmla="*/ 0 w 2044253"/>
              <a:gd name="connsiteY11" fmla="*/ 817673 h 3597277"/>
              <a:gd name="connsiteX12" fmla="*/ 0 w 2044253"/>
              <a:gd name="connsiteY12" fmla="*/ 815712 h 3597277"/>
              <a:gd name="connsiteX13" fmla="*/ 13200 w 2044253"/>
              <a:gd name="connsiteY13" fmla="*/ 693736 h 3597277"/>
              <a:gd name="connsiteX14" fmla="*/ 766962 w 2044253"/>
              <a:gd name="connsiteY14" fmla="*/ 375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1997421 h 3597277"/>
              <a:gd name="connsiteX9" fmla="*/ 0 w 2044253"/>
              <a:gd name="connsiteY9" fmla="*/ 817701 h 3597277"/>
              <a:gd name="connsiteX10" fmla="*/ 0 w 2044253"/>
              <a:gd name="connsiteY10" fmla="*/ 817673 h 3597277"/>
              <a:gd name="connsiteX11" fmla="*/ 0 w 2044253"/>
              <a:gd name="connsiteY11" fmla="*/ 815712 h 3597277"/>
              <a:gd name="connsiteX12" fmla="*/ 13200 w 2044253"/>
              <a:gd name="connsiteY12" fmla="*/ 693736 h 3597277"/>
              <a:gd name="connsiteX13" fmla="*/ 766962 w 2044253"/>
              <a:gd name="connsiteY13" fmla="*/ 375 h 3597277"/>
              <a:gd name="connsiteX14" fmla="*/ 802731 w 2044253"/>
              <a:gd name="connsiteY14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2044253 h 3597277"/>
              <a:gd name="connsiteX6" fmla="*/ 2044253 w 2044253"/>
              <a:gd name="connsiteY6" fmla="*/ 3597277 h 3597277"/>
              <a:gd name="connsiteX7" fmla="*/ 0 w 2044253"/>
              <a:gd name="connsiteY7" fmla="*/ 3597277 h 3597277"/>
              <a:gd name="connsiteX8" fmla="*/ 0 w 2044253"/>
              <a:gd name="connsiteY8" fmla="*/ 817701 h 3597277"/>
              <a:gd name="connsiteX9" fmla="*/ 0 w 2044253"/>
              <a:gd name="connsiteY9" fmla="*/ 817673 h 3597277"/>
              <a:gd name="connsiteX10" fmla="*/ 0 w 2044253"/>
              <a:gd name="connsiteY10" fmla="*/ 815712 h 3597277"/>
              <a:gd name="connsiteX11" fmla="*/ 13200 w 2044253"/>
              <a:gd name="connsiteY11" fmla="*/ 693736 h 3597277"/>
              <a:gd name="connsiteX12" fmla="*/ 766962 w 2044253"/>
              <a:gd name="connsiteY12" fmla="*/ 375 h 3597277"/>
              <a:gd name="connsiteX13" fmla="*/ 802731 w 2044253"/>
              <a:gd name="connsiteY13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1997421 h 3597277"/>
              <a:gd name="connsiteX5" fmla="*/ 2044253 w 2044253"/>
              <a:gd name="connsiteY5" fmla="*/ 3597277 h 3597277"/>
              <a:gd name="connsiteX6" fmla="*/ 0 w 2044253"/>
              <a:gd name="connsiteY6" fmla="*/ 3597277 h 3597277"/>
              <a:gd name="connsiteX7" fmla="*/ 0 w 2044253"/>
              <a:gd name="connsiteY7" fmla="*/ 817701 h 3597277"/>
              <a:gd name="connsiteX8" fmla="*/ 0 w 2044253"/>
              <a:gd name="connsiteY8" fmla="*/ 817673 h 3597277"/>
              <a:gd name="connsiteX9" fmla="*/ 0 w 2044253"/>
              <a:gd name="connsiteY9" fmla="*/ 815712 h 3597277"/>
              <a:gd name="connsiteX10" fmla="*/ 13200 w 2044253"/>
              <a:gd name="connsiteY10" fmla="*/ 693736 h 3597277"/>
              <a:gd name="connsiteX11" fmla="*/ 766962 w 2044253"/>
              <a:gd name="connsiteY11" fmla="*/ 375 h 3597277"/>
              <a:gd name="connsiteX12" fmla="*/ 802731 w 2044253"/>
              <a:gd name="connsiteY12" fmla="*/ 0 h 3597277"/>
              <a:gd name="connsiteX0" fmla="*/ 802731 w 2044253"/>
              <a:gd name="connsiteY0" fmla="*/ 0 h 3597277"/>
              <a:gd name="connsiteX1" fmla="*/ 809510 w 2044253"/>
              <a:gd name="connsiteY1" fmla="*/ 78 h 3597277"/>
              <a:gd name="connsiteX2" fmla="*/ 809510 w 2044253"/>
              <a:gd name="connsiteY2" fmla="*/ 0 h 3597277"/>
              <a:gd name="connsiteX3" fmla="*/ 2044253 w 2044253"/>
              <a:gd name="connsiteY3" fmla="*/ 0 h 3597277"/>
              <a:gd name="connsiteX4" fmla="*/ 2044253 w 2044253"/>
              <a:gd name="connsiteY4" fmla="*/ 3597277 h 3597277"/>
              <a:gd name="connsiteX5" fmla="*/ 0 w 2044253"/>
              <a:gd name="connsiteY5" fmla="*/ 3597277 h 3597277"/>
              <a:gd name="connsiteX6" fmla="*/ 0 w 2044253"/>
              <a:gd name="connsiteY6" fmla="*/ 817701 h 3597277"/>
              <a:gd name="connsiteX7" fmla="*/ 0 w 2044253"/>
              <a:gd name="connsiteY7" fmla="*/ 817673 h 3597277"/>
              <a:gd name="connsiteX8" fmla="*/ 0 w 2044253"/>
              <a:gd name="connsiteY8" fmla="*/ 815712 h 3597277"/>
              <a:gd name="connsiteX9" fmla="*/ 13200 w 2044253"/>
              <a:gd name="connsiteY9" fmla="*/ 693736 h 3597277"/>
              <a:gd name="connsiteX10" fmla="*/ 766962 w 2044253"/>
              <a:gd name="connsiteY10" fmla="*/ 375 h 3597277"/>
              <a:gd name="connsiteX11" fmla="*/ 802731 w 2044253"/>
              <a:gd name="connsiteY11" fmla="*/ 0 h 3597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44253" h="3597277">
                <a:moveTo>
                  <a:pt x="802731" y="0"/>
                </a:moveTo>
                <a:lnTo>
                  <a:pt x="809510" y="78"/>
                </a:lnTo>
                <a:lnTo>
                  <a:pt x="809510" y="0"/>
                </a:lnTo>
                <a:lnTo>
                  <a:pt x="2044253" y="0"/>
                </a:lnTo>
                <a:lnTo>
                  <a:pt x="2044253" y="3597277"/>
                </a:lnTo>
                <a:lnTo>
                  <a:pt x="0" y="3597277"/>
                </a:lnTo>
                <a:lnTo>
                  <a:pt x="0" y="817701"/>
                </a:lnTo>
                <a:lnTo>
                  <a:pt x="0" y="817673"/>
                </a:lnTo>
                <a:lnTo>
                  <a:pt x="0" y="815712"/>
                </a:lnTo>
                <a:cubicBezTo>
                  <a:pt x="1696" y="756122"/>
                  <a:pt x="8801" y="734395"/>
                  <a:pt x="13200" y="693736"/>
                </a:cubicBezTo>
                <a:cubicBezTo>
                  <a:pt x="97485" y="115275"/>
                  <a:pt x="449311" y="375"/>
                  <a:pt x="766962" y="375"/>
                </a:cubicBezTo>
                <a:lnTo>
                  <a:pt x="802731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b="1">
                <a:solidFill>
                  <a:srgbClr val="3A37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REUSABLE ASSETS</a:t>
            </a:r>
          </a:p>
        </p:txBody>
      </p:sp>
    </p:spTree>
    <p:extLst>
      <p:ext uri="{BB962C8B-B14F-4D97-AF65-F5344CB8AC3E}">
        <p14:creationId xmlns:p14="http://schemas.microsoft.com/office/powerpoint/2010/main" val="3397326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F2CE0B-B91A-A731-743A-151A518EE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3395A397-68B0-D5F3-5515-4CB8286931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3395A397-68B0-D5F3-5515-4CB8286931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7BC76D36-905A-1AEC-0917-016E1D5C8BA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A4AA10C6-50B3-ED7B-ACE8-D7372ADD3F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050" noProof="0">
                <a:solidFill>
                  <a:schemeClr val="tx1"/>
                </a:solidFill>
                <a:latin typeface="+mn-lt"/>
              </a:rPr>
              <a:t>2. Request for Information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6BDE8168-7C03-9CE0-B07E-4467AB8D6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" y="450009"/>
            <a:ext cx="5748956" cy="342471"/>
          </a:xfrm>
        </p:spPr>
        <p:txBody>
          <a:bodyPr>
            <a:noAutofit/>
          </a:bodyPr>
          <a:lstStyle/>
          <a:p>
            <a:r>
              <a:rPr lang="en-US" noProof="0" dirty="0">
                <a:latin typeface="+mn-lt"/>
              </a:rPr>
              <a:t>Project Timeline &amp; Key Deliverables </a:t>
            </a:r>
          </a:p>
        </p:txBody>
      </p:sp>
      <p:sp>
        <p:nvSpPr>
          <p:cNvPr id="2" name="Shape 37">
            <a:extLst>
              <a:ext uri="{FF2B5EF4-FFF2-40B4-BE49-F238E27FC236}">
                <a16:creationId xmlns:a16="http://schemas.microsoft.com/office/drawing/2014/main" id="{389A4B3B-E412-F770-4B6A-1495094F829B}"/>
              </a:ext>
            </a:extLst>
          </p:cNvPr>
          <p:cNvSpPr/>
          <p:nvPr/>
        </p:nvSpPr>
        <p:spPr>
          <a:xfrm>
            <a:off x="262601" y="1057280"/>
            <a:ext cx="3316306" cy="30607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en-US" sz="1100" b="1" noProof="0">
                <a:solidFill>
                  <a:schemeClr val="bg1"/>
                </a:solidFill>
                <a:latin typeface="+mj-lt"/>
              </a:rPr>
              <a:t>1. Organizational &amp; Governance</a:t>
            </a:r>
          </a:p>
        </p:txBody>
      </p:sp>
      <p:sp>
        <p:nvSpPr>
          <p:cNvPr id="3" name="Shape 37">
            <a:extLst>
              <a:ext uri="{FF2B5EF4-FFF2-40B4-BE49-F238E27FC236}">
                <a16:creationId xmlns:a16="http://schemas.microsoft.com/office/drawing/2014/main" id="{FB2585F9-00A8-D3A0-1276-4D1F91599F7E}"/>
              </a:ext>
            </a:extLst>
          </p:cNvPr>
          <p:cNvSpPr/>
          <p:nvPr/>
        </p:nvSpPr>
        <p:spPr>
          <a:xfrm>
            <a:off x="262601" y="1433316"/>
            <a:ext cx="3316306" cy="1995347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Arial" panose="020B0502040504020204" pitchFamily="34" charset="0"/>
              <a:buChar char="•"/>
            </a:pPr>
            <a:r>
              <a:rPr lang="en-US" sz="1000" noProof="0">
                <a:latin typeface="+mj-lt"/>
              </a:rPr>
              <a:t>Current Digital Products Org Chart 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latin typeface="IberPangea Text"/>
                <a:ea typeface="Noto Sans"/>
                <a:cs typeface="Noto Sans"/>
              </a:rPr>
              <a:t>[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send existing]</a:t>
            </a:r>
            <a:endParaRPr lang="pt-BR" sz="800" b="1">
              <a:solidFill>
                <a:schemeClr val="bg1">
                  <a:lumMod val="49000"/>
                </a:schemeClr>
              </a:solidFill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Roles &amp; Responsibilities documentation 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628650" lvl="1" indent="-171450">
              <a:buFont typeface="Noto Sans" panose="020B0502040504020204" pitchFamily="34" charset="0"/>
              <a:buChar char="‒"/>
            </a:pPr>
            <a:r>
              <a:rPr lang="en-US" sz="1000"/>
              <a:t>Existing RACI matrices (if available)</a:t>
            </a:r>
            <a:r>
              <a:rPr lang="en-US" sz="1000" b="1"/>
              <a:t> </a:t>
            </a:r>
            <a:r>
              <a:rPr lang="en-US" sz="800" b="1">
                <a:solidFill>
                  <a:srgbClr val="FFC000"/>
                </a:solidFill>
                <a:ea typeface="+mn-lt"/>
                <a:cs typeface="+mn-lt"/>
              </a:rPr>
              <a:t>[Interview]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highlight>
                  <a:srgbClr val="FF0000"/>
                </a:highlight>
                <a:latin typeface="+mj-lt"/>
              </a:rPr>
              <a:t>List of Product Owners, Product Managers, Tech Leads (if they give us the org chart)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BRS structure and liaison model 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>
              <a:solidFill>
                <a:srgbClr val="808080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PMO involvement model with CX &amp; Digital COE / BRs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Current governance forums (steering committees, cadence, attendees) </a:t>
            </a:r>
            <a:r>
              <a:rPr lang="en-US" sz="800" b="1">
                <a:solidFill>
                  <a:schemeClr val="accent1"/>
                </a:solidFill>
                <a:latin typeface="+mj-lt"/>
              </a:rPr>
              <a:t>[Template 1] 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Decision-making process (who approves what) </a:t>
            </a:r>
            <a:r>
              <a:rPr lang="en-US" sz="800" b="1">
                <a:solidFill>
                  <a:srgbClr val="FFC000"/>
                </a:solidFill>
                <a:ea typeface="+mn-lt"/>
                <a:cs typeface="+mn-lt"/>
              </a:rPr>
              <a:t>[Interview]</a:t>
            </a:r>
            <a:endParaRPr lang="en-US" sz="800" b="1" noProof="0">
              <a:solidFill>
                <a:srgbClr val="FFC000"/>
              </a:solidFill>
              <a:ea typeface="+mn-lt"/>
              <a:cs typeface="+mn-lt"/>
            </a:endParaRPr>
          </a:p>
        </p:txBody>
      </p:sp>
      <p:sp>
        <p:nvSpPr>
          <p:cNvPr id="4" name="Shape 37">
            <a:extLst>
              <a:ext uri="{FF2B5EF4-FFF2-40B4-BE49-F238E27FC236}">
                <a16:creationId xmlns:a16="http://schemas.microsoft.com/office/drawing/2014/main" id="{AE472380-5533-40FF-A39F-36E71F986756}"/>
              </a:ext>
            </a:extLst>
          </p:cNvPr>
          <p:cNvSpPr/>
          <p:nvPr/>
        </p:nvSpPr>
        <p:spPr>
          <a:xfrm>
            <a:off x="262601" y="3498625"/>
            <a:ext cx="3316306" cy="30607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en-US" sz="1100" b="1" noProof="0">
                <a:solidFill>
                  <a:schemeClr val="bg1"/>
                </a:solidFill>
                <a:latin typeface="+mj-lt"/>
              </a:rPr>
              <a:t>2. Demand &amp; Intake</a:t>
            </a:r>
          </a:p>
        </p:txBody>
      </p:sp>
      <p:sp>
        <p:nvSpPr>
          <p:cNvPr id="5" name="Shape 37">
            <a:extLst>
              <a:ext uri="{FF2B5EF4-FFF2-40B4-BE49-F238E27FC236}">
                <a16:creationId xmlns:a16="http://schemas.microsoft.com/office/drawing/2014/main" id="{6C471AE8-9CC2-B199-8057-A033C461E4C1}"/>
              </a:ext>
            </a:extLst>
          </p:cNvPr>
          <p:cNvSpPr/>
          <p:nvPr/>
        </p:nvSpPr>
        <p:spPr>
          <a:xfrm>
            <a:off x="262601" y="3874661"/>
            <a:ext cx="3316306" cy="2792357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All current demand entry channels (ServiceNow queues, Email inboxes, Forms , Kanban boards</a:t>
            </a:r>
            <a:r>
              <a:rPr lang="en-US" sz="1000">
                <a:latin typeface="+mj-lt"/>
              </a:rPr>
              <a:t>) </a:t>
            </a:r>
            <a:r>
              <a:rPr lang="en-US" sz="800" b="1">
                <a:solidFill>
                  <a:schemeClr val="accent1"/>
                </a:solidFill>
                <a:ea typeface="+mn-lt"/>
                <a:cs typeface="+mn-lt"/>
              </a:rPr>
              <a:t>[Template 2] </a:t>
            </a:r>
            <a:endParaRPr lang="en-US" sz="1000" noProof="0">
              <a:solidFill>
                <a:schemeClr val="accent1"/>
              </a:solidFill>
              <a:latin typeface="+mj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highlight>
                  <a:srgbClr val="FF0000"/>
                </a:highlight>
                <a:latin typeface="+mj-lt"/>
              </a:rPr>
              <a:t>Exhaustive map of entry points 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Volume of demand (last 12 months): </a:t>
            </a:r>
            <a:r>
              <a:rPr lang="en-US" sz="800" b="1">
                <a:solidFill>
                  <a:schemeClr val="accent1"/>
                </a:solidFill>
                <a:ea typeface="+mn-lt"/>
                <a:cs typeface="+mn-lt"/>
              </a:rPr>
              <a:t>[Template 3] </a:t>
            </a:r>
            <a:endParaRPr lang="en-US" sz="800" b="1" noProof="0">
              <a:solidFill>
                <a:schemeClr val="accent1"/>
              </a:solidFill>
              <a:ea typeface="+mn-lt"/>
              <a:cs typeface="+mn-lt"/>
            </a:endParaRPr>
          </a:p>
          <a:p>
            <a:pPr marL="628650" lvl="2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Requests per month </a:t>
            </a:r>
          </a:p>
          <a:p>
            <a:pPr marL="628650" lvl="2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By department </a:t>
            </a:r>
          </a:p>
          <a:p>
            <a:pPr marL="628650" lvl="2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By typology (if exists)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Existing intake forms or templates 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/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Current prioritization criteria (formal or informal) 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Examples of recent requests (5–10 samples end-to-end) 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Arial" panose="020B0502040504020204" pitchFamily="34" charset="0"/>
              <a:buChar char="•"/>
            </a:pPr>
            <a:r>
              <a:rPr lang="en-US" sz="1000" noProof="0">
                <a:latin typeface="+mj-lt"/>
              </a:rPr>
              <a:t>SLA for intake / triage (if exists) </a:t>
            </a:r>
            <a:r>
              <a:rPr lang="en-US" sz="1000">
                <a:solidFill>
                  <a:srgbClr val="0070C0"/>
                </a:solidFill>
                <a:latin typeface="+mj-lt"/>
              </a:rPr>
              <a:t> </a:t>
            </a:r>
            <a:r>
              <a:rPr lang="en-US" sz="800" b="1">
                <a:solidFill>
                  <a:srgbClr val="FFC000"/>
                </a:solidFill>
                <a:ea typeface="+mn-lt"/>
                <a:cs typeface="+mn-lt"/>
              </a:rPr>
              <a:t>[Interview] </a:t>
            </a:r>
            <a:r>
              <a:rPr lang="en-US" sz="800" b="1">
                <a:solidFill>
                  <a:srgbClr val="0070C0"/>
                </a:solidFill>
                <a:ea typeface="+mn-lt"/>
                <a:cs typeface="+mn-lt"/>
              </a:rPr>
              <a:t>[To-be deliverable]</a:t>
            </a:r>
            <a:endParaRPr lang="en-US" sz="800">
              <a:solidFill>
                <a:srgbClr val="0070C0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endParaRPr lang="en-US" sz="1000" noProof="0">
              <a:highlight>
                <a:srgbClr val="C0C0C0"/>
              </a:highlight>
              <a:latin typeface="+mj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Rejection / filtering criteria (if any</a:t>
            </a:r>
            <a:r>
              <a:rPr lang="en-US" sz="1000">
                <a:latin typeface="+mj-lt"/>
              </a:rPr>
              <a:t>) </a:t>
            </a:r>
            <a:r>
              <a:rPr lang="en-US" sz="800" b="1">
                <a:solidFill>
                  <a:srgbClr val="FFC000"/>
                </a:solidFill>
                <a:ea typeface="+mn-lt"/>
                <a:cs typeface="+mn-lt"/>
              </a:rPr>
              <a:t>[Interview] </a:t>
            </a:r>
            <a:r>
              <a:rPr lang="en-US" sz="800" b="1">
                <a:solidFill>
                  <a:srgbClr val="0070C0"/>
                </a:solidFill>
                <a:ea typeface="+mn-lt"/>
                <a:cs typeface="+mn-lt"/>
              </a:rPr>
              <a:t>[To-be deliverable]</a:t>
            </a:r>
            <a:endParaRPr lang="en-US" sz="800" b="1" noProof="0">
              <a:solidFill>
                <a:srgbClr val="0070C0"/>
              </a:solidFill>
              <a:ea typeface="+mn-lt"/>
              <a:cs typeface="+mn-lt"/>
            </a:endParaRPr>
          </a:p>
        </p:txBody>
      </p:sp>
      <p:sp>
        <p:nvSpPr>
          <p:cNvPr id="6" name="Shape 37">
            <a:extLst>
              <a:ext uri="{FF2B5EF4-FFF2-40B4-BE49-F238E27FC236}">
                <a16:creationId xmlns:a16="http://schemas.microsoft.com/office/drawing/2014/main" id="{4B457A36-03F7-74F5-C7A3-905C7E1565FC}"/>
              </a:ext>
            </a:extLst>
          </p:cNvPr>
          <p:cNvSpPr/>
          <p:nvPr/>
        </p:nvSpPr>
        <p:spPr>
          <a:xfrm>
            <a:off x="3655808" y="1057280"/>
            <a:ext cx="3506812" cy="30607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en-US" sz="1100" b="1" noProof="0">
                <a:solidFill>
                  <a:schemeClr val="bg1"/>
                </a:solidFill>
                <a:latin typeface="+mj-lt"/>
              </a:rPr>
              <a:t>3. Portfolio &amp; Project Data</a:t>
            </a:r>
          </a:p>
        </p:txBody>
      </p:sp>
      <p:sp>
        <p:nvSpPr>
          <p:cNvPr id="7" name="Shape 37">
            <a:extLst>
              <a:ext uri="{FF2B5EF4-FFF2-40B4-BE49-F238E27FC236}">
                <a16:creationId xmlns:a16="http://schemas.microsoft.com/office/drawing/2014/main" id="{C52311C6-B348-6659-3A61-5AB544284B97}"/>
              </a:ext>
            </a:extLst>
          </p:cNvPr>
          <p:cNvSpPr/>
          <p:nvPr/>
        </p:nvSpPr>
        <p:spPr>
          <a:xfrm>
            <a:off x="3655808" y="1425563"/>
            <a:ext cx="3506812" cy="194914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Full list of active projects (SAP + others): Name, Sponsor, Start / End date, Status, Assigned team, Budget (if available)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accent1"/>
                </a:solidFill>
                <a:ea typeface="+mn-lt"/>
                <a:cs typeface="+mn-lt"/>
              </a:rPr>
              <a:t>[Template 4] </a:t>
            </a:r>
            <a:endParaRPr lang="en-US" sz="1000" noProof="0">
              <a:solidFill>
                <a:schemeClr val="accent1"/>
              </a:solidFill>
              <a:latin typeface="+mj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PDD documentation</a:t>
            </a:r>
            <a:r>
              <a:rPr lang="en-US" sz="1000">
                <a:latin typeface="+mj-lt"/>
              </a:rPr>
              <a:t> </a:t>
            </a:r>
            <a:r>
              <a:rPr lang="en-US" sz="1000">
                <a:solidFill>
                  <a:schemeClr val="bg1">
                    <a:lumMod val="49000"/>
                  </a:schemeClr>
                </a:solidFill>
                <a:latin typeface="+mj-lt"/>
              </a:rPr>
              <a:t>//we already have</a:t>
            </a:r>
            <a:endParaRPr lang="en-US" sz="1000" noProof="0">
              <a:solidFill>
                <a:schemeClr val="bg1">
                  <a:lumMod val="49000"/>
                </a:schemeClr>
              </a:solidFill>
              <a:latin typeface="+mj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Roadmap documents 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Project typology (if exists: small/medium/large</a:t>
            </a:r>
            <a:r>
              <a:rPr lang="en-US" sz="1000">
                <a:latin typeface="+mj-lt"/>
              </a:rPr>
              <a:t>)</a:t>
            </a:r>
            <a:r>
              <a:rPr lang="en-US" sz="800" b="1">
                <a:solidFill>
                  <a:srgbClr val="FFC000"/>
                </a:solidFill>
                <a:ea typeface="+mn-lt"/>
                <a:cs typeface="+mn-lt"/>
              </a:rPr>
              <a:t>[Interview]</a:t>
            </a:r>
            <a:r>
              <a:rPr lang="en-US" sz="1000">
                <a:latin typeface="+mj-lt"/>
              </a:rPr>
              <a:t> </a:t>
            </a:r>
            <a:r>
              <a:rPr lang="en-US" sz="800" b="1">
                <a:solidFill>
                  <a:srgbClr val="0070C0"/>
                </a:solidFill>
                <a:ea typeface="+mn-lt"/>
                <a:cs typeface="+mn-lt"/>
              </a:rPr>
              <a:t>[To-be deliverable]</a:t>
            </a:r>
            <a:r>
              <a:rPr lang="en-US" sz="1000">
                <a:latin typeface="+mj-lt"/>
              </a:rPr>
              <a:t> 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highlight>
                  <a:srgbClr val="FF0000"/>
                </a:highlight>
                <a:latin typeface="+mj-lt"/>
              </a:rPr>
              <a:t>Dependencies between projects</a:t>
            </a:r>
            <a:endParaRPr lang="en-US"/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Portfolio prioritization logic (if exists)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Historical delivery performance (planned vs actual)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rgbClr val="FFC000"/>
                </a:solidFill>
                <a:ea typeface="+mn-lt"/>
                <a:cs typeface="+mn-lt"/>
              </a:rPr>
              <a:t>[Interview - RFI] 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2" name="Shape 37">
            <a:extLst>
              <a:ext uri="{FF2B5EF4-FFF2-40B4-BE49-F238E27FC236}">
                <a16:creationId xmlns:a16="http://schemas.microsoft.com/office/drawing/2014/main" id="{D95AFD84-005B-78FB-E1E4-0B5108F7D2E7}"/>
              </a:ext>
            </a:extLst>
          </p:cNvPr>
          <p:cNvSpPr/>
          <p:nvPr/>
        </p:nvSpPr>
        <p:spPr>
          <a:xfrm>
            <a:off x="3655808" y="3436916"/>
            <a:ext cx="3506812" cy="30607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en-US" sz="1100" b="1" noProof="0">
                <a:solidFill>
                  <a:schemeClr val="bg1"/>
                </a:solidFill>
                <a:latin typeface="+mj-lt"/>
              </a:rPr>
              <a:t>4. Tools &amp; Systems</a:t>
            </a:r>
          </a:p>
        </p:txBody>
      </p:sp>
      <p:sp>
        <p:nvSpPr>
          <p:cNvPr id="13" name="Shape 37">
            <a:extLst>
              <a:ext uri="{FF2B5EF4-FFF2-40B4-BE49-F238E27FC236}">
                <a16:creationId xmlns:a16="http://schemas.microsoft.com/office/drawing/2014/main" id="{671E4A59-8D9C-61DC-C1E4-CAF1C4797F30}"/>
              </a:ext>
            </a:extLst>
          </p:cNvPr>
          <p:cNvSpPr/>
          <p:nvPr/>
        </p:nvSpPr>
        <p:spPr>
          <a:xfrm>
            <a:off x="3655808" y="3805199"/>
            <a:ext cx="3506812" cy="1313847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highlight>
                  <a:srgbClr val="FF0000"/>
                </a:highlight>
                <a:latin typeface="+mj-lt"/>
              </a:rPr>
              <a:t>Jira: Access to Jira instance, Workflow configurations, Issue types, Boards, Fields, Reporting dashboards. 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highlight>
                  <a:srgbClr val="FF0000"/>
                </a:highlight>
                <a:latin typeface="+mj-lt"/>
              </a:rPr>
              <a:t>ServiceNow: Request types, Approval flows, SLA metrics 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highlight>
                  <a:srgbClr val="FF0000"/>
                </a:highlight>
                <a:latin typeface="+mj-lt"/>
              </a:rPr>
              <a:t>PPMNow: (or equivalent): Current usage model, Data structure, Reporting outputs </a:t>
            </a:r>
          </a:p>
        </p:txBody>
      </p:sp>
      <p:sp>
        <p:nvSpPr>
          <p:cNvPr id="16" name="Shape 37">
            <a:extLst>
              <a:ext uri="{FF2B5EF4-FFF2-40B4-BE49-F238E27FC236}">
                <a16:creationId xmlns:a16="http://schemas.microsoft.com/office/drawing/2014/main" id="{61289886-43A0-C1E3-6F6E-90A2E571D20F}"/>
              </a:ext>
            </a:extLst>
          </p:cNvPr>
          <p:cNvSpPr/>
          <p:nvPr/>
        </p:nvSpPr>
        <p:spPr>
          <a:xfrm>
            <a:off x="3655808" y="5181255"/>
            <a:ext cx="3506812" cy="30607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en-US" sz="1100" b="1" noProof="0">
                <a:solidFill>
                  <a:schemeClr val="bg1"/>
                </a:solidFill>
                <a:latin typeface="+mj-lt"/>
              </a:rPr>
              <a:t>5. Capacity &amp; Resource Model</a:t>
            </a: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72D08B67-8089-BEE2-21D4-94C2EC59BF69}"/>
              </a:ext>
            </a:extLst>
          </p:cNvPr>
          <p:cNvSpPr/>
          <p:nvPr/>
        </p:nvSpPr>
        <p:spPr>
          <a:xfrm>
            <a:off x="3655808" y="5549536"/>
            <a:ext cx="3506812" cy="1117482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highlight>
                  <a:srgbClr val="FF0000"/>
                </a:highlight>
                <a:latin typeface="+mj-lt"/>
              </a:rPr>
              <a:t>Team structure 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Dedicated vs shared resources 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accent1"/>
                </a:solidFill>
                <a:ea typeface="+mn-lt"/>
                <a:cs typeface="+mn-lt"/>
              </a:rPr>
              <a:t>[Template 5]</a:t>
            </a:r>
            <a:endParaRPr lang="en-US" sz="800" b="1" noProof="0">
              <a:solidFill>
                <a:schemeClr val="accent1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Allocation model 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accent1"/>
                </a:solidFill>
                <a:ea typeface="+mn-lt"/>
                <a:cs typeface="+mn-lt"/>
              </a:rPr>
              <a:t>[Template 5]</a:t>
            </a:r>
            <a:endParaRPr lang="en-US" sz="800" b="1" noProof="0">
              <a:solidFill>
                <a:schemeClr val="accent1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Team capacity per sprint / month </a:t>
            </a:r>
            <a:r>
              <a:rPr lang="en-US" sz="800" b="1">
                <a:solidFill>
                  <a:schemeClr val="accent1"/>
                </a:solidFill>
                <a:ea typeface="+mn-lt"/>
                <a:cs typeface="+mn-lt"/>
              </a:rPr>
              <a:t>[Template 5]</a:t>
            </a:r>
            <a:endParaRPr lang="en-US" sz="800" b="1" noProof="0">
              <a:solidFill>
                <a:schemeClr val="accent1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Resource constraints / bottlenecks 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accent1"/>
                </a:solidFill>
                <a:ea typeface="+mn-lt"/>
                <a:cs typeface="+mn-lt"/>
              </a:rPr>
              <a:t>[Template 5]</a:t>
            </a:r>
            <a:endParaRPr lang="en-US" sz="800" b="1" noProof="0">
              <a:solidFill>
                <a:schemeClr val="accent1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Vendor involvement and structure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accent1"/>
                </a:solidFill>
                <a:ea typeface="+mn-lt"/>
                <a:cs typeface="+mn-lt"/>
              </a:rPr>
              <a:t>[Template 5]</a:t>
            </a:r>
            <a:endParaRPr lang="en-US" sz="800" b="1" noProof="0">
              <a:solidFill>
                <a:schemeClr val="accent1"/>
              </a:solidFill>
              <a:ea typeface="+mn-lt"/>
              <a:cs typeface="+mn-lt"/>
            </a:endParaRPr>
          </a:p>
        </p:txBody>
      </p:sp>
      <p:sp>
        <p:nvSpPr>
          <p:cNvPr id="14" name="Shape 37">
            <a:extLst>
              <a:ext uri="{FF2B5EF4-FFF2-40B4-BE49-F238E27FC236}">
                <a16:creationId xmlns:a16="http://schemas.microsoft.com/office/drawing/2014/main" id="{653B6B7F-F0A8-0AF2-FAFC-78B5B959A8DF}"/>
              </a:ext>
            </a:extLst>
          </p:cNvPr>
          <p:cNvSpPr/>
          <p:nvPr/>
        </p:nvSpPr>
        <p:spPr>
          <a:xfrm>
            <a:off x="7224099" y="1057280"/>
            <a:ext cx="4705301" cy="30607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en-US" sz="1100" b="1" noProof="0">
                <a:solidFill>
                  <a:schemeClr val="bg1"/>
                </a:solidFill>
                <a:latin typeface="+mj-lt"/>
              </a:rPr>
              <a:t>6. Performance &amp; Reporting</a:t>
            </a:r>
          </a:p>
        </p:txBody>
      </p:sp>
      <p:sp>
        <p:nvSpPr>
          <p:cNvPr id="15" name="Shape 37">
            <a:extLst>
              <a:ext uri="{FF2B5EF4-FFF2-40B4-BE49-F238E27FC236}">
                <a16:creationId xmlns:a16="http://schemas.microsoft.com/office/drawing/2014/main" id="{6540ACB2-86B8-F674-77AF-7DAC01ADCFB7}"/>
              </a:ext>
            </a:extLst>
          </p:cNvPr>
          <p:cNvSpPr/>
          <p:nvPr/>
        </p:nvSpPr>
        <p:spPr>
          <a:xfrm>
            <a:off x="7224099" y="1421427"/>
            <a:ext cx="4705301" cy="909568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Reporting templates used for leadership and SLA definitions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1000" noProof="0">
              <a:latin typeface="+mj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KPIs currently tracked (delivery, value, efficiency)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Examples of dashboards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Frequency of reporting (weekly, monthly, quarterly)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[send existing]</a:t>
            </a:r>
            <a:endParaRPr lang="en-US" sz="800" b="1" noProof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Pain points in reporting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rgbClr val="FFC000"/>
                </a:solidFill>
                <a:ea typeface="+mn-lt"/>
                <a:cs typeface="+mn-lt"/>
              </a:rPr>
              <a:t>[Interview]</a:t>
            </a:r>
            <a:endParaRPr lang="en-US" sz="800" b="1" noProof="0">
              <a:solidFill>
                <a:srgbClr val="FFC000"/>
              </a:solidFill>
              <a:ea typeface="+mn-lt"/>
              <a:cs typeface="+mn-lt"/>
            </a:endParaRPr>
          </a:p>
        </p:txBody>
      </p:sp>
      <p:sp>
        <p:nvSpPr>
          <p:cNvPr id="10" name="Shape 37">
            <a:extLst>
              <a:ext uri="{FF2B5EF4-FFF2-40B4-BE49-F238E27FC236}">
                <a16:creationId xmlns:a16="http://schemas.microsoft.com/office/drawing/2014/main" id="{D4CC67F6-29F8-9D19-6542-96FC895B0485}"/>
              </a:ext>
            </a:extLst>
          </p:cNvPr>
          <p:cNvSpPr/>
          <p:nvPr/>
        </p:nvSpPr>
        <p:spPr>
          <a:xfrm>
            <a:off x="7224097" y="2389067"/>
            <a:ext cx="4705301" cy="30581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en-US" sz="1100" b="1" noProof="0">
                <a:solidFill>
                  <a:schemeClr val="bg1"/>
                </a:solidFill>
                <a:latin typeface="+mj-lt"/>
              </a:rPr>
              <a:t>7. Pilot Preparation</a:t>
            </a:r>
          </a:p>
        </p:txBody>
      </p:sp>
      <p:sp>
        <p:nvSpPr>
          <p:cNvPr id="11" name="Shape 37">
            <a:extLst>
              <a:ext uri="{FF2B5EF4-FFF2-40B4-BE49-F238E27FC236}">
                <a16:creationId xmlns:a16="http://schemas.microsoft.com/office/drawing/2014/main" id="{6B99431A-2418-0C89-C828-225465453EF4}"/>
              </a:ext>
            </a:extLst>
          </p:cNvPr>
          <p:cNvSpPr/>
          <p:nvPr/>
        </p:nvSpPr>
        <p:spPr>
          <a:xfrm>
            <a:off x="7224097" y="2752954"/>
            <a:ext cx="4705301" cy="1094381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Candidate projects for pilot (3 options) 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accent1"/>
                </a:solidFill>
                <a:ea typeface="+mn-lt"/>
                <a:cs typeface="+mn-lt"/>
              </a:rPr>
              <a:t>[Template 6]</a:t>
            </a:r>
            <a:endParaRPr lang="en-US" sz="1000" noProof="0">
              <a:solidFill>
                <a:schemeClr val="accent1"/>
              </a:solidFill>
              <a:latin typeface="+mj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Identified BRS lead / OPCO 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accent1"/>
                </a:solidFill>
                <a:ea typeface="+mn-lt"/>
                <a:cs typeface="+mn-lt"/>
              </a:rPr>
              <a:t>[Template 6]</a:t>
            </a:r>
            <a:endParaRPr lang="en-US" sz="800" b="1" noProof="0">
              <a:solidFill>
                <a:schemeClr val="accent1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Availability confirmation (Weeks 7–12) 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chemeClr val="accent1"/>
                </a:solidFill>
                <a:ea typeface="+mn-lt"/>
                <a:cs typeface="+mn-lt"/>
              </a:rPr>
              <a:t>[Template 6]</a:t>
            </a:r>
            <a:endParaRPr lang="en-US" sz="800" b="1" noProof="0">
              <a:solidFill>
                <a:schemeClr val="accent1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highlight>
                  <a:srgbClr val="FF0000"/>
                </a:highlight>
                <a:latin typeface="+mj-lt"/>
              </a:rPr>
              <a:t>Dependencies and risks 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highlight>
                  <a:srgbClr val="FF0000"/>
                </a:highlight>
                <a:latin typeface="+mj-lt"/>
              </a:rPr>
              <a:t>Business owner commitment </a:t>
            </a: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highlight>
                  <a:srgbClr val="FF0000"/>
                </a:highlight>
                <a:latin typeface="+mj-lt"/>
              </a:rPr>
              <a:t>Measurable success criteria</a:t>
            </a:r>
          </a:p>
        </p:txBody>
      </p:sp>
      <p:sp>
        <p:nvSpPr>
          <p:cNvPr id="19" name="Shape 37">
            <a:extLst>
              <a:ext uri="{FF2B5EF4-FFF2-40B4-BE49-F238E27FC236}">
                <a16:creationId xmlns:a16="http://schemas.microsoft.com/office/drawing/2014/main" id="{93EBB5D3-95AF-B254-9999-7969018CAE6D}"/>
              </a:ext>
            </a:extLst>
          </p:cNvPr>
          <p:cNvSpPr/>
          <p:nvPr/>
        </p:nvSpPr>
        <p:spPr>
          <a:xfrm>
            <a:off x="7224097" y="3905407"/>
            <a:ext cx="4705301" cy="30581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en-US" sz="1100" b="1" noProof="0">
                <a:solidFill>
                  <a:schemeClr val="bg1"/>
                </a:solidFill>
                <a:latin typeface="+mj-lt"/>
              </a:rPr>
              <a:t>8. Value &amp; Prioritization</a:t>
            </a:r>
          </a:p>
        </p:txBody>
      </p:sp>
      <p:sp>
        <p:nvSpPr>
          <p:cNvPr id="20" name="Shape 37">
            <a:extLst>
              <a:ext uri="{FF2B5EF4-FFF2-40B4-BE49-F238E27FC236}">
                <a16:creationId xmlns:a16="http://schemas.microsoft.com/office/drawing/2014/main" id="{DD89ADFB-27CA-CEA4-A09F-A34B1035FF61}"/>
              </a:ext>
            </a:extLst>
          </p:cNvPr>
          <p:cNvSpPr/>
          <p:nvPr/>
        </p:nvSpPr>
        <p:spPr>
          <a:xfrm>
            <a:off x="7224097" y="4269294"/>
            <a:ext cx="4705301" cy="1105932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Any existing prioritization models</a:t>
            </a:r>
            <a:r>
              <a:rPr lang="en-US" sz="1000">
                <a:latin typeface="+mj-lt"/>
              </a:rPr>
              <a:t> </a:t>
            </a:r>
            <a:r>
              <a:rPr lang="en-US" sz="800">
                <a:solidFill>
                  <a:srgbClr val="808080"/>
                </a:solidFill>
                <a:ea typeface="+mn-lt"/>
                <a:cs typeface="+mn-lt"/>
              </a:rPr>
              <a:t>[send existing]</a:t>
            </a:r>
            <a:endParaRPr lang="en-US" sz="1000" noProof="0">
              <a:latin typeface="+mj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Business case templates (if any)</a:t>
            </a:r>
            <a:r>
              <a:rPr lang="en-US" sz="1000">
                <a:latin typeface="+mj-lt"/>
              </a:rPr>
              <a:t> </a:t>
            </a:r>
            <a:r>
              <a:rPr lang="en-US" sz="800">
                <a:solidFill>
                  <a:srgbClr val="808080"/>
                </a:solidFill>
                <a:ea typeface="+mn-lt"/>
                <a:cs typeface="+mn-lt"/>
              </a:rPr>
              <a:t>[send existing]</a:t>
            </a:r>
            <a:endParaRPr lang="en-US" sz="800" noProof="0">
              <a:solidFill>
                <a:srgbClr val="808080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ROI calculation methods (if any)</a:t>
            </a:r>
            <a:r>
              <a:rPr lang="en-US" sz="1000">
                <a:latin typeface="+mj-lt"/>
              </a:rPr>
              <a:t> </a:t>
            </a:r>
            <a:r>
              <a:rPr lang="en-US" sz="800">
                <a:solidFill>
                  <a:srgbClr val="808080"/>
                </a:solidFill>
                <a:ea typeface="+mn-lt"/>
                <a:cs typeface="+mn-lt"/>
              </a:rPr>
              <a:t>[send existing]</a:t>
            </a:r>
            <a:endParaRPr lang="en-US" sz="800" noProof="0">
              <a:solidFill>
                <a:srgbClr val="808080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Examples of past prioritization decisions</a:t>
            </a:r>
            <a:r>
              <a:rPr lang="en-US" sz="1000">
                <a:solidFill>
                  <a:srgbClr val="3A3734"/>
                </a:solidFill>
                <a:ea typeface="+mn-lt"/>
                <a:cs typeface="+mn-lt"/>
              </a:rPr>
              <a:t> </a:t>
            </a:r>
            <a:r>
              <a:rPr lang="en-US" sz="800">
                <a:solidFill>
                  <a:srgbClr val="808080"/>
                </a:solidFill>
                <a:ea typeface="+mn-lt"/>
                <a:cs typeface="+mn-lt"/>
              </a:rPr>
              <a:t>[send existing]</a:t>
            </a:r>
            <a:endParaRPr lang="en-US" sz="800" noProof="0"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Strategic priorities (2025–2026</a:t>
            </a:r>
            <a:r>
              <a:rPr lang="en-US" sz="1000">
                <a:latin typeface="+mj-lt"/>
              </a:rPr>
              <a:t>) </a:t>
            </a:r>
            <a:r>
              <a:rPr lang="en-US" sz="800">
                <a:solidFill>
                  <a:srgbClr val="808080"/>
                </a:solidFill>
                <a:ea typeface="+mn-lt"/>
                <a:cs typeface="+mn-lt"/>
              </a:rPr>
              <a:t>[send existing]</a:t>
            </a:r>
            <a:endParaRPr lang="en-US" sz="800" noProof="0">
              <a:solidFill>
                <a:srgbClr val="808080"/>
              </a:solidFill>
              <a:ea typeface="+mn-lt"/>
              <a:cs typeface="+mn-lt"/>
            </a:endParaRPr>
          </a:p>
          <a:p>
            <a:pPr marL="171450" indent="-171450"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OKRs or business KPIs measure</a:t>
            </a:r>
            <a:r>
              <a:rPr lang="en-US" sz="1000">
                <a:latin typeface="+mj-lt"/>
              </a:rPr>
              <a:t> </a:t>
            </a:r>
            <a:r>
              <a:rPr lang="en-US" sz="800">
                <a:solidFill>
                  <a:srgbClr val="808080"/>
                </a:solidFill>
                <a:ea typeface="+mn-lt"/>
                <a:cs typeface="+mn-lt"/>
              </a:rPr>
              <a:t>[send existing]</a:t>
            </a:r>
            <a:endParaRPr lang="en-US" sz="800" noProof="0">
              <a:solidFill>
                <a:srgbClr val="808080"/>
              </a:solidFill>
              <a:ea typeface="+mn-lt"/>
              <a:cs typeface="+mn-lt"/>
            </a:endParaRPr>
          </a:p>
        </p:txBody>
      </p:sp>
      <p:sp>
        <p:nvSpPr>
          <p:cNvPr id="21" name="Shape 37">
            <a:extLst>
              <a:ext uri="{FF2B5EF4-FFF2-40B4-BE49-F238E27FC236}">
                <a16:creationId xmlns:a16="http://schemas.microsoft.com/office/drawing/2014/main" id="{BD461DF2-021D-1CC6-48A6-CD7AEBF24D78}"/>
              </a:ext>
            </a:extLst>
          </p:cNvPr>
          <p:cNvSpPr/>
          <p:nvPr/>
        </p:nvSpPr>
        <p:spPr>
          <a:xfrm>
            <a:off x="7224097" y="5433299"/>
            <a:ext cx="4705301" cy="306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en-US" sz="1100" b="1" noProof="0">
                <a:solidFill>
                  <a:schemeClr val="bg1"/>
                </a:solidFill>
                <a:latin typeface="+mj-lt"/>
              </a:rPr>
              <a:t>9. Knowledge base</a:t>
            </a:r>
          </a:p>
        </p:txBody>
      </p:sp>
      <p:sp>
        <p:nvSpPr>
          <p:cNvPr id="22" name="Shape 37">
            <a:extLst>
              <a:ext uri="{FF2B5EF4-FFF2-40B4-BE49-F238E27FC236}">
                <a16:creationId xmlns:a16="http://schemas.microsoft.com/office/drawing/2014/main" id="{BC7991A5-D6D9-4B04-F40B-00C3167CCEAE}"/>
              </a:ext>
            </a:extLst>
          </p:cNvPr>
          <p:cNvSpPr/>
          <p:nvPr/>
        </p:nvSpPr>
        <p:spPr>
          <a:xfrm>
            <a:off x="7224097" y="5781675"/>
            <a:ext cx="4705301" cy="885343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 lIns="91440" tIns="45720" rIns="91440" bIns="45720" anchor="t"/>
          <a:lstStyle/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Process documentation (if any) </a:t>
            </a:r>
            <a:r>
              <a:rPr lang="en-US" sz="800" b="1">
                <a:solidFill>
                  <a:srgbClr val="FFC000"/>
                </a:solidFill>
                <a:ea typeface="+mn-lt"/>
                <a:cs typeface="+mn-lt"/>
              </a:rPr>
              <a:t>[Interview - RFI]</a:t>
            </a:r>
            <a:endParaRPr lang="en-US" sz="1000" noProof="0">
              <a:latin typeface="+mj-lt"/>
            </a:endParaRP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Guidelines </a:t>
            </a:r>
            <a:r>
              <a:rPr lang="en-US" sz="1000">
                <a:latin typeface="+mj-lt"/>
              </a:rPr>
              <a:t> </a:t>
            </a:r>
            <a:r>
              <a:rPr lang="en-US" sz="800" b="1">
                <a:solidFill>
                  <a:srgbClr val="FFC000"/>
                </a:solidFill>
                <a:ea typeface="+mn-lt"/>
                <a:cs typeface="+mn-lt"/>
              </a:rPr>
              <a:t>[Interview - RFI]</a:t>
            </a:r>
            <a:endParaRPr lang="en-US" sz="800" b="1" noProof="0">
              <a:solidFill>
                <a:srgbClr val="FFC000"/>
              </a:solidFill>
              <a:ea typeface="+mn-lt"/>
              <a:cs typeface="+mn-lt"/>
            </a:endParaRPr>
          </a:p>
          <a:p>
            <a:pPr marL="171450" lvl="0" indent="-171450" fontAlgn="base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000" noProof="0">
                <a:highlight>
                  <a:srgbClr val="FF0000"/>
                </a:highlight>
                <a:latin typeface="+mj-lt"/>
              </a:rPr>
              <a:t>Training materials 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Noto Sans" panose="020B0502040504020204" pitchFamily="34" charset="0"/>
              <a:buChar char="‒"/>
            </a:pPr>
            <a:r>
              <a:rPr lang="en-US" sz="1000" noProof="0">
                <a:latin typeface="+mj-lt"/>
              </a:rPr>
              <a:t>Confluence / SharePoint repositories </a:t>
            </a:r>
            <a:r>
              <a:rPr lang="en-US" sz="800" b="1">
                <a:solidFill>
                  <a:srgbClr val="FFC000"/>
                </a:solidFill>
                <a:ea typeface="+mn-lt"/>
                <a:cs typeface="+mn-lt"/>
              </a:rPr>
              <a:t>[Interview - RFI]</a:t>
            </a:r>
            <a:endParaRPr lang="en-US" sz="800" b="1" noProof="0">
              <a:solidFill>
                <a:srgbClr val="FFC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4520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B40D7D-4B2A-44A8-29C5-D0C51225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429C4EDE-12B7-DE29-2B6A-DBB24FE2B5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429C4EDE-12B7-DE29-2B6A-DBB24FE2B5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7DB28A46-72C2-DB39-505F-7025B83F62D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A84DED3B-4C32-14EA-1859-2EF8DBBE7B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200" noProof="0">
                <a:solidFill>
                  <a:schemeClr val="tx1"/>
                </a:solidFill>
                <a:latin typeface="+mn-lt"/>
              </a:rPr>
              <a:t>3. Reusable Assets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3212A540-9F00-8C39-1EFB-C195C26B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" y="450009"/>
            <a:ext cx="5748956" cy="342471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n-lt"/>
              </a:rPr>
              <a:t>Key Deliverables – Review and Baseline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8F9918AF-C671-C590-0C73-5AC7E49672CB}"/>
              </a:ext>
            </a:extLst>
          </p:cNvPr>
          <p:cNvGrpSpPr/>
          <p:nvPr/>
        </p:nvGrpSpPr>
        <p:grpSpPr>
          <a:xfrm>
            <a:off x="585004" y="1078678"/>
            <a:ext cx="11021992" cy="657454"/>
            <a:chOff x="360459" y="1981505"/>
            <a:chExt cx="11021992" cy="657454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D8321457-BDCE-A1A1-53C4-2D541BE5EA7F}"/>
                </a:ext>
              </a:extLst>
            </p:cNvPr>
            <p:cNvGrpSpPr/>
            <p:nvPr/>
          </p:nvGrpSpPr>
          <p:grpSpPr>
            <a:xfrm>
              <a:off x="360459" y="1981505"/>
              <a:ext cx="3429000" cy="657454"/>
              <a:chOff x="7953451" y="1981505"/>
              <a:chExt cx="3429000" cy="657454"/>
            </a:xfrm>
          </p:grpSpPr>
          <p:sp>
            <p:nvSpPr>
              <p:cNvPr id="3" name="Shape 37">
                <a:extLst>
                  <a:ext uri="{FF2B5EF4-FFF2-40B4-BE49-F238E27FC236}">
                    <a16:creationId xmlns:a16="http://schemas.microsoft.com/office/drawing/2014/main" id="{DF48024D-A630-CE55-3C22-DE795B8575A7}"/>
                  </a:ext>
                </a:extLst>
              </p:cNvPr>
              <p:cNvSpPr/>
              <p:nvPr/>
            </p:nvSpPr>
            <p:spPr>
              <a:xfrm>
                <a:off x="7953451" y="1981505"/>
                <a:ext cx="3429000" cy="657454"/>
              </a:xfrm>
              <a:prstGeom prst="roundRect">
                <a:avLst>
                  <a:gd name="adj" fmla="val 24188"/>
                </a:avLst>
              </a:prstGeom>
              <a:solidFill>
                <a:srgbClr val="D1EDFE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US" noProof="0">
                  <a:latin typeface="Montserrat" panose="00000500000000000000" pitchFamily="2" charset="0"/>
                </a:endParaRPr>
              </a:p>
            </p:txBody>
          </p:sp>
          <p:pic>
            <p:nvPicPr>
              <p:cNvPr id="4" name="Image 3" descr="preencoded.png">
                <a:extLst>
                  <a:ext uri="{FF2B5EF4-FFF2-40B4-BE49-F238E27FC236}">
                    <a16:creationId xmlns:a16="http://schemas.microsoft.com/office/drawing/2014/main" id="{39637890-8320-F143-3A60-ECBB7D545C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106156" y="2135124"/>
                <a:ext cx="342900" cy="342900"/>
              </a:xfrm>
              <a:prstGeom prst="rect">
                <a:avLst/>
              </a:prstGeom>
            </p:spPr>
          </p:pic>
          <p:pic>
            <p:nvPicPr>
              <p:cNvPr id="5" name="Image 4" descr="preencoded.png">
                <a:extLst>
                  <a:ext uri="{FF2B5EF4-FFF2-40B4-BE49-F238E27FC236}">
                    <a16:creationId xmlns:a16="http://schemas.microsoft.com/office/drawing/2014/main" id="{8736D050-245E-7C98-E017-A2DC5F85D6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grayscl/>
              </a:blip>
              <a:srcRect t="-100" b="-100"/>
              <a:stretch/>
            </p:blipFill>
            <p:spPr>
              <a:xfrm>
                <a:off x="8220456" y="2230222"/>
                <a:ext cx="114300" cy="152705"/>
              </a:xfrm>
              <a:prstGeom prst="rect">
                <a:avLst/>
              </a:prstGeom>
            </p:spPr>
          </p:pic>
          <p:sp>
            <p:nvSpPr>
              <p:cNvPr id="6" name="Text 38">
                <a:extLst>
                  <a:ext uri="{FF2B5EF4-FFF2-40B4-BE49-F238E27FC236}">
                    <a16:creationId xmlns:a16="http://schemas.microsoft.com/office/drawing/2014/main" id="{20B13148-01C0-A169-2EB0-54F290D27C82}"/>
                  </a:ext>
                </a:extLst>
              </p:cNvPr>
              <p:cNvSpPr txBox="1"/>
              <p:nvPr/>
            </p:nvSpPr>
            <p:spPr>
              <a:xfrm>
                <a:off x="8563355" y="2133295"/>
                <a:ext cx="2772000" cy="3529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uLnTx/>
                    <a:uFillTx/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Baseline Report</a:t>
                </a: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uLnTx/>
                  <a:uFillTx/>
                  <a:latin typeface="Montserrat" panose="00000500000000000000" pitchFamily="2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i="0" u="none" strike="noStrike" kern="1200" cap="none" spc="0" normalizeH="0" baseline="0" noProof="0">
                    <a:ln>
                      <a:noFill/>
                    </a:ln>
                    <a:uLnTx/>
                    <a:uFillTx/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Current state diagnosis &amp; gap analysis</a:t>
                </a:r>
                <a:endParaRPr kumimoji="0" lang="en-US" sz="1100" i="0" u="none" strike="noStrike" kern="1200" cap="none" spc="0" normalizeH="0" baseline="0" noProof="0">
                  <a:ln>
                    <a:noFill/>
                  </a:ln>
                  <a:uLnTx/>
                  <a:uFillTx/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899FEED6-32F4-FB23-EDBA-FE8E2DB6C521}"/>
                </a:ext>
              </a:extLst>
            </p:cNvPr>
            <p:cNvGrpSpPr/>
            <p:nvPr/>
          </p:nvGrpSpPr>
          <p:grpSpPr>
            <a:xfrm>
              <a:off x="4156955" y="1981505"/>
              <a:ext cx="3429000" cy="657454"/>
              <a:chOff x="7953451" y="2775204"/>
              <a:chExt cx="3429000" cy="657454"/>
            </a:xfrm>
          </p:grpSpPr>
          <p:sp>
            <p:nvSpPr>
              <p:cNvPr id="7" name="Shape 39">
                <a:extLst>
                  <a:ext uri="{FF2B5EF4-FFF2-40B4-BE49-F238E27FC236}">
                    <a16:creationId xmlns:a16="http://schemas.microsoft.com/office/drawing/2014/main" id="{E8EE5995-6672-1DD5-7EC7-26A352EFBBE5}"/>
                  </a:ext>
                </a:extLst>
              </p:cNvPr>
              <p:cNvSpPr/>
              <p:nvPr/>
            </p:nvSpPr>
            <p:spPr>
              <a:xfrm>
                <a:off x="7953451" y="2775204"/>
                <a:ext cx="3429000" cy="657454"/>
              </a:xfrm>
              <a:prstGeom prst="roundRect">
                <a:avLst>
                  <a:gd name="adj" fmla="val 24188"/>
                </a:avLst>
              </a:prstGeom>
              <a:solidFill>
                <a:srgbClr val="D1EDFE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US" noProof="0">
                  <a:latin typeface="Montserrat" panose="00000500000000000000" pitchFamily="2" charset="0"/>
                </a:endParaRPr>
              </a:p>
            </p:txBody>
          </p:sp>
          <p:pic>
            <p:nvPicPr>
              <p:cNvPr id="10" name="Image 5" descr="preencoded.png">
                <a:extLst>
                  <a:ext uri="{FF2B5EF4-FFF2-40B4-BE49-F238E27FC236}">
                    <a16:creationId xmlns:a16="http://schemas.microsoft.com/office/drawing/2014/main" id="{7AE4DFB4-4345-D5FD-F825-29BDF7CA2C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106156" y="2929738"/>
                <a:ext cx="342900" cy="342900"/>
              </a:xfrm>
              <a:prstGeom prst="rect">
                <a:avLst/>
              </a:prstGeom>
            </p:spPr>
          </p:pic>
          <p:pic>
            <p:nvPicPr>
              <p:cNvPr id="11" name="Image 6" descr="preencoded.png">
                <a:extLst>
                  <a:ext uri="{FF2B5EF4-FFF2-40B4-BE49-F238E27FC236}">
                    <a16:creationId xmlns:a16="http://schemas.microsoft.com/office/drawing/2014/main" id="{E7CA5B4C-0D10-E295-E386-1609697091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grayscl/>
              </a:blip>
              <a:srcRect l="-33" r="-33"/>
              <a:stretch/>
            </p:blipFill>
            <p:spPr>
              <a:xfrm>
                <a:off x="8191195" y="3024835"/>
                <a:ext cx="171907" cy="152705"/>
              </a:xfrm>
              <a:prstGeom prst="rect">
                <a:avLst/>
              </a:prstGeom>
            </p:spPr>
          </p:pic>
          <p:sp>
            <p:nvSpPr>
              <p:cNvPr id="12" name="Text 40">
                <a:extLst>
                  <a:ext uri="{FF2B5EF4-FFF2-40B4-BE49-F238E27FC236}">
                    <a16:creationId xmlns:a16="http://schemas.microsoft.com/office/drawing/2014/main" id="{7B043AFE-F676-13F5-06D6-F57EC5985297}"/>
                  </a:ext>
                </a:extLst>
              </p:cNvPr>
              <p:cNvSpPr txBox="1"/>
              <p:nvPr/>
            </p:nvSpPr>
            <p:spPr>
              <a:xfrm>
                <a:off x="8563355" y="2927909"/>
                <a:ext cx="2772000" cy="3529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uLnTx/>
                    <a:uFillTx/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Demand Map</a:t>
                </a: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uLnTx/>
                  <a:uFillTx/>
                  <a:latin typeface="Montserrat" panose="00000500000000000000" pitchFamily="2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i="0" u="none" strike="noStrike" kern="1200" cap="none" spc="0" normalizeH="0" baseline="0" noProof="0">
                    <a:ln>
                      <a:noFill/>
                    </a:ln>
                    <a:uLnTx/>
                    <a:uFillTx/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Visualizing sources &amp; channels</a:t>
                </a:r>
                <a:endParaRPr kumimoji="0" lang="en-US" sz="1100" i="0" u="none" strike="noStrike" kern="1200" cap="none" spc="0" normalizeH="0" baseline="0" noProof="0">
                  <a:ln>
                    <a:noFill/>
                  </a:ln>
                  <a:uLnTx/>
                  <a:uFillTx/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409DD735-E063-86B5-40E9-C94DBB1BC052}"/>
                </a:ext>
              </a:extLst>
            </p:cNvPr>
            <p:cNvGrpSpPr/>
            <p:nvPr/>
          </p:nvGrpSpPr>
          <p:grpSpPr>
            <a:xfrm>
              <a:off x="7953451" y="1981505"/>
              <a:ext cx="3429000" cy="657454"/>
              <a:chOff x="7953451" y="3569818"/>
              <a:chExt cx="3429000" cy="657454"/>
            </a:xfrm>
          </p:grpSpPr>
          <p:sp>
            <p:nvSpPr>
              <p:cNvPr id="13" name="Shape 41">
                <a:extLst>
                  <a:ext uri="{FF2B5EF4-FFF2-40B4-BE49-F238E27FC236}">
                    <a16:creationId xmlns:a16="http://schemas.microsoft.com/office/drawing/2014/main" id="{D79B249D-F14A-4768-8DB2-3942DACCC522}"/>
                  </a:ext>
                </a:extLst>
              </p:cNvPr>
              <p:cNvSpPr/>
              <p:nvPr/>
            </p:nvSpPr>
            <p:spPr>
              <a:xfrm>
                <a:off x="7953451" y="3569818"/>
                <a:ext cx="3429000" cy="657454"/>
              </a:xfrm>
              <a:prstGeom prst="roundRect">
                <a:avLst>
                  <a:gd name="adj" fmla="val 24188"/>
                </a:avLst>
              </a:prstGeom>
              <a:solidFill>
                <a:srgbClr val="D1EDFE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US" noProof="0">
                  <a:latin typeface="Montserrat" panose="00000500000000000000" pitchFamily="2" charset="0"/>
                </a:endParaRPr>
              </a:p>
            </p:txBody>
          </p:sp>
          <p:pic>
            <p:nvPicPr>
              <p:cNvPr id="14" name="Image 7" descr="preencoded.png">
                <a:extLst>
                  <a:ext uri="{FF2B5EF4-FFF2-40B4-BE49-F238E27FC236}">
                    <a16:creationId xmlns:a16="http://schemas.microsoft.com/office/drawing/2014/main" id="{7C6D248B-099F-5BB9-D1FE-4128E7BAE2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106156" y="3724351"/>
                <a:ext cx="342900" cy="342900"/>
              </a:xfrm>
              <a:prstGeom prst="rect">
                <a:avLst/>
              </a:prstGeom>
            </p:spPr>
          </p:pic>
          <p:pic>
            <p:nvPicPr>
              <p:cNvPr id="15" name="Image 8" descr="preencoded.png">
                <a:extLst>
                  <a:ext uri="{FF2B5EF4-FFF2-40B4-BE49-F238E27FC236}">
                    <a16:creationId xmlns:a16="http://schemas.microsoft.com/office/drawing/2014/main" id="{ACE4CE0E-DAC8-F99F-838B-F3533E3F76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grayscl/>
              </a:blip>
              <a:srcRect/>
              <a:stretch/>
            </p:blipFill>
            <p:spPr>
              <a:xfrm>
                <a:off x="8201254" y="3819449"/>
                <a:ext cx="152705" cy="152705"/>
              </a:xfrm>
              <a:prstGeom prst="rect">
                <a:avLst/>
              </a:prstGeom>
            </p:spPr>
          </p:pic>
          <p:sp>
            <p:nvSpPr>
              <p:cNvPr id="16" name="Text 42">
                <a:extLst>
                  <a:ext uri="{FF2B5EF4-FFF2-40B4-BE49-F238E27FC236}">
                    <a16:creationId xmlns:a16="http://schemas.microsoft.com/office/drawing/2014/main" id="{01843046-323F-75EE-325C-762BE8B66C6E}"/>
                  </a:ext>
                </a:extLst>
              </p:cNvPr>
              <p:cNvSpPr txBox="1"/>
              <p:nvPr/>
            </p:nvSpPr>
            <p:spPr>
              <a:xfrm>
                <a:off x="8563356" y="3722522"/>
                <a:ext cx="2772000" cy="3529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uLnTx/>
                    <a:uFillTx/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Project Portfolio Landscape</a:t>
                </a: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uLnTx/>
                  <a:uFillTx/>
                  <a:latin typeface="Montserrat" panose="00000500000000000000" pitchFamily="2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i="0" u="none" strike="noStrike" kern="1200" cap="none" spc="0" normalizeH="0" baseline="0" noProof="0">
                    <a:ln>
                      <a:noFill/>
                    </a:ln>
                    <a:uLnTx/>
                    <a:uFillTx/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Full inventory with typology &amp; milestones</a:t>
                </a:r>
                <a:endParaRPr kumimoji="0" lang="en-US" sz="1100" i="0" u="none" strike="noStrike" kern="1200" cap="none" spc="0" normalizeH="0" baseline="0" noProof="0">
                  <a:ln>
                    <a:noFill/>
                  </a:ln>
                  <a:uLnTx/>
                  <a:uFillTx/>
                  <a:latin typeface="Montserrat" panose="00000500000000000000" pitchFamily="2" charset="0"/>
                </a:endParaRPr>
              </a:p>
            </p:txBody>
          </p:sp>
        </p:grpSp>
      </p:grpSp>
      <p:pic>
        <p:nvPicPr>
          <p:cNvPr id="56" name="Imagen 55">
            <a:extLst>
              <a:ext uri="{FF2B5EF4-FFF2-40B4-BE49-F238E27FC236}">
                <a16:creationId xmlns:a16="http://schemas.microsoft.com/office/drawing/2014/main" id="{6968512B-969C-589E-8536-26D8DF875C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8138" y="2028253"/>
            <a:ext cx="3128484" cy="1759772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AE8CA50F-CCF7-D2AA-9BC3-2250D637DF6E}"/>
              </a:ext>
            </a:extLst>
          </p:cNvPr>
          <p:cNvSpPr txBox="1"/>
          <p:nvPr/>
        </p:nvSpPr>
        <p:spPr>
          <a:xfrm>
            <a:off x="4348516" y="3826357"/>
            <a:ext cx="284292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noProof="0" err="1"/>
              <a:t>nWOW</a:t>
            </a:r>
            <a:r>
              <a:rPr lang="en-US" sz="800" noProof="0"/>
              <a:t> - New Ways of Working - P&amp;S Lean Operating Model 03.10.2026 v1.2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25BCDBCB-BAB0-F9D2-B675-663846FC8C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661" y="2154541"/>
            <a:ext cx="3626195" cy="1599793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A91BC00F-F93E-BEE2-18A7-C5822310FCAE}"/>
              </a:ext>
            </a:extLst>
          </p:cNvPr>
          <p:cNvSpPr txBox="1"/>
          <p:nvPr/>
        </p:nvSpPr>
        <p:spPr>
          <a:xfrm>
            <a:off x="444596" y="3826357"/>
            <a:ext cx="31272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 noProof="0"/>
              <a:t>NTTDATA-Digital Strategy - NextGen </a:t>
            </a:r>
            <a:r>
              <a:rPr lang="en-US" noProof="0" err="1"/>
              <a:t>Produc</a:t>
            </a:r>
            <a:r>
              <a:rPr lang="en-US" noProof="0"/>
              <a:t> Ops Org Design SEAL-SIX Model v.1.7 06.29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24F47833-EA81-F9CE-CB0E-11C1E8F05C8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0661" y="4365306"/>
            <a:ext cx="3626195" cy="1599793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58EF7593-A281-13C6-E2D9-D8EAA0938FA6}"/>
              </a:ext>
            </a:extLst>
          </p:cNvPr>
          <p:cNvSpPr txBox="1"/>
          <p:nvPr/>
        </p:nvSpPr>
        <p:spPr>
          <a:xfrm>
            <a:off x="444596" y="5967673"/>
            <a:ext cx="31272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 noProof="0"/>
              <a:t>NTTDATA-Digital Strategy - NextGen </a:t>
            </a:r>
            <a:r>
              <a:rPr lang="en-US" noProof="0" err="1"/>
              <a:t>Produc</a:t>
            </a:r>
            <a:r>
              <a:rPr lang="en-US" noProof="0"/>
              <a:t> Ops Org Design SEAL-SIX Model v.1.7 06.29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6BF4530-93A8-59B4-D030-A0E0377857C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7032" y="2224468"/>
            <a:ext cx="3057295" cy="108826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1EE042B5-B0CF-D835-F0C7-F5E9681C998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2075" y="4261602"/>
            <a:ext cx="2903371" cy="1626636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35C2262F-E02B-FB50-714C-48837496DC68}"/>
              </a:ext>
            </a:extLst>
          </p:cNvPr>
          <p:cNvSpPr txBox="1"/>
          <p:nvPr/>
        </p:nvSpPr>
        <p:spPr>
          <a:xfrm>
            <a:off x="8304143" y="3366254"/>
            <a:ext cx="23502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/>
              <a:t>Analysis </a:t>
            </a:r>
            <a:r>
              <a:rPr lang="en-US" err="1"/>
              <a:t>nWOW</a:t>
            </a:r>
            <a:r>
              <a:rPr lang="en-US"/>
              <a:t> - Structure and Portfolio_2</a:t>
            </a:r>
            <a:endParaRPr lang="es-MX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C7A849E-6297-B9D5-0F24-99500A6B3716}"/>
              </a:ext>
            </a:extLst>
          </p:cNvPr>
          <p:cNvSpPr txBox="1"/>
          <p:nvPr/>
        </p:nvSpPr>
        <p:spPr>
          <a:xfrm>
            <a:off x="8341846" y="6031915"/>
            <a:ext cx="284382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s-MX" err="1"/>
              <a:t>NextGen</a:t>
            </a:r>
            <a:r>
              <a:rPr lang="es-MX"/>
              <a:t> Assessment - </a:t>
            </a:r>
            <a:r>
              <a:rPr lang="es-MX" err="1"/>
              <a:t>Demand</a:t>
            </a:r>
            <a:r>
              <a:rPr lang="es-MX"/>
              <a:t> Management </a:t>
            </a:r>
            <a:r>
              <a:rPr lang="es-MX" err="1"/>
              <a:t>Deliverables</a:t>
            </a:r>
            <a:r>
              <a:rPr lang="es-MX"/>
              <a:t> - Avangrid 07.22.2025 v.1.0</a:t>
            </a:r>
          </a:p>
        </p:txBody>
      </p:sp>
    </p:spTree>
    <p:extLst>
      <p:ext uri="{BB962C8B-B14F-4D97-AF65-F5344CB8AC3E}">
        <p14:creationId xmlns:p14="http://schemas.microsoft.com/office/powerpoint/2010/main" val="1420702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84EC82-6BA3-E3E3-EEE3-25683E7C2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7B532200-29A7-A83D-EC0D-867F11F182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7B532200-29A7-A83D-EC0D-867F11F182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92B9EEF7-1349-B4C1-B42E-7137AEC76C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E0D13613-EAC2-EC15-AC23-8E62DE5B44F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200" noProof="0">
                <a:solidFill>
                  <a:schemeClr val="tx1"/>
                </a:solidFill>
                <a:latin typeface="+mn-lt"/>
              </a:rPr>
              <a:t>3. Reusable Assets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407754C2-FEBA-7B22-6C8C-EE99233BD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" y="450009"/>
            <a:ext cx="5748956" cy="342471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n-lt"/>
              </a:rPr>
              <a:t>Key Deliverables – Define Product Lifecycle</a:t>
            </a: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6A6D619F-D250-91FA-9664-EF1419C48E02}"/>
              </a:ext>
            </a:extLst>
          </p:cNvPr>
          <p:cNvGrpSpPr/>
          <p:nvPr/>
        </p:nvGrpSpPr>
        <p:grpSpPr>
          <a:xfrm>
            <a:off x="585004" y="1078678"/>
            <a:ext cx="2576259" cy="657454"/>
            <a:chOff x="7953451" y="1981505"/>
            <a:chExt cx="3429000" cy="657454"/>
          </a:xfrm>
        </p:grpSpPr>
        <p:sp>
          <p:nvSpPr>
            <p:cNvPr id="2" name="Shape 37">
              <a:extLst>
                <a:ext uri="{FF2B5EF4-FFF2-40B4-BE49-F238E27FC236}">
                  <a16:creationId xmlns:a16="http://schemas.microsoft.com/office/drawing/2014/main" id="{D2748B81-607F-E2BE-0AEF-76661CDE3CA6}"/>
                </a:ext>
              </a:extLst>
            </p:cNvPr>
            <p:cNvSpPr/>
            <p:nvPr/>
          </p:nvSpPr>
          <p:spPr>
            <a:xfrm>
              <a:off x="7953451" y="1981505"/>
              <a:ext cx="3429000" cy="657454"/>
            </a:xfrm>
            <a:prstGeom prst="roundRect">
              <a:avLst>
                <a:gd name="adj" fmla="val 24188"/>
              </a:avLst>
            </a:prstGeom>
            <a:solidFill>
              <a:srgbClr val="D1EDFE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noProof="0">
                <a:latin typeface="Montserrat" panose="00000500000000000000" pitchFamily="2" charset="0"/>
              </a:endParaRPr>
            </a:p>
          </p:txBody>
        </p:sp>
        <p:pic>
          <p:nvPicPr>
            <p:cNvPr id="21" name="Image 3" descr="preencoded.png">
              <a:extLst>
                <a:ext uri="{FF2B5EF4-FFF2-40B4-BE49-F238E27FC236}">
                  <a16:creationId xmlns:a16="http://schemas.microsoft.com/office/drawing/2014/main" id="{C399D772-EDF0-DB1A-07C0-43E8B8BD7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106156" y="2135124"/>
              <a:ext cx="342900" cy="342900"/>
            </a:xfrm>
            <a:prstGeom prst="rect">
              <a:avLst/>
            </a:prstGeom>
          </p:spPr>
        </p:pic>
        <p:sp>
          <p:nvSpPr>
            <p:cNvPr id="22" name="Text 38">
              <a:extLst>
                <a:ext uri="{FF2B5EF4-FFF2-40B4-BE49-F238E27FC236}">
                  <a16:creationId xmlns:a16="http://schemas.microsoft.com/office/drawing/2014/main" id="{B0C4815E-E51F-A480-97B4-2842F5BEE671}"/>
                </a:ext>
              </a:extLst>
            </p:cNvPr>
            <p:cNvSpPr txBox="1"/>
            <p:nvPr/>
          </p:nvSpPr>
          <p:spPr>
            <a:xfrm>
              <a:off x="8563355" y="2133295"/>
              <a:ext cx="280800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>
                <a:defRPr/>
              </a:pPr>
              <a:r>
                <a:rPr lang="en-US" sz="1100" b="1" noProof="0"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Lifecycle Map v1.0</a:t>
              </a:r>
              <a:endParaRPr lang="en-US" sz="1100" noProof="0">
                <a:latin typeface="Montserrat" panose="00000500000000000000" pitchFamily="2" charset="0"/>
              </a:endParaRPr>
            </a:p>
            <a:p>
              <a:pPr lvl="0">
                <a:defRPr/>
              </a:pPr>
              <a:r>
                <a:rPr lang="en-US" sz="1100" noProof="0">
                  <a:latin typeface="Montserrat" panose="00000500000000000000" pitchFamily="2" charset="0"/>
                  <a:ea typeface="Open Sans" pitchFamily="34" charset="-122"/>
                  <a:cs typeface="Open Sans" pitchFamily="34" charset="-120"/>
                </a:rPr>
                <a:t>End-to-end process diagram</a:t>
              </a:r>
              <a:endParaRPr lang="en-US" sz="1100" noProof="0">
                <a:latin typeface="Montserrat" panose="00000500000000000000" pitchFamily="2" charset="0"/>
              </a:endParaRPr>
            </a:p>
          </p:txBody>
        </p:sp>
        <p:pic>
          <p:nvPicPr>
            <p:cNvPr id="32" name="Image 9" descr="preencoded.png">
              <a:extLst>
                <a:ext uri="{FF2B5EF4-FFF2-40B4-BE49-F238E27FC236}">
                  <a16:creationId xmlns:a16="http://schemas.microsoft.com/office/drawing/2014/main" id="{5E1ECFD1-BC2A-6EE9-D2EC-D057C0659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</a:blip>
            <a:srcRect l="-837" r="-837"/>
            <a:stretch/>
          </p:blipFill>
          <p:spPr>
            <a:xfrm>
              <a:off x="8178387" y="2194467"/>
              <a:ext cx="223576" cy="195460"/>
            </a:xfrm>
            <a:prstGeom prst="rect">
              <a:avLst/>
            </a:prstGeom>
          </p:spPr>
        </p:pic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365AC7F3-93F7-0C23-C4A2-C6871FDB6111}"/>
              </a:ext>
            </a:extLst>
          </p:cNvPr>
          <p:cNvGrpSpPr/>
          <p:nvPr/>
        </p:nvGrpSpPr>
        <p:grpSpPr>
          <a:xfrm>
            <a:off x="3400248" y="1078678"/>
            <a:ext cx="2576259" cy="657454"/>
            <a:chOff x="7953451" y="2775204"/>
            <a:chExt cx="3429000" cy="657454"/>
          </a:xfrm>
        </p:grpSpPr>
        <p:sp>
          <p:nvSpPr>
            <p:cNvPr id="23" name="Shape 39">
              <a:extLst>
                <a:ext uri="{FF2B5EF4-FFF2-40B4-BE49-F238E27FC236}">
                  <a16:creationId xmlns:a16="http://schemas.microsoft.com/office/drawing/2014/main" id="{8DB013CC-4A97-9C1A-689A-5BEFB872F0E2}"/>
                </a:ext>
              </a:extLst>
            </p:cNvPr>
            <p:cNvSpPr/>
            <p:nvPr/>
          </p:nvSpPr>
          <p:spPr>
            <a:xfrm>
              <a:off x="7953451" y="2775204"/>
              <a:ext cx="3429000" cy="657454"/>
            </a:xfrm>
            <a:prstGeom prst="roundRect">
              <a:avLst>
                <a:gd name="adj" fmla="val 24188"/>
              </a:avLst>
            </a:prstGeom>
            <a:solidFill>
              <a:srgbClr val="D1EDFE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noProof="0">
                <a:latin typeface="Montserrat" panose="00000500000000000000" pitchFamily="2" charset="0"/>
              </a:endParaRPr>
            </a:p>
          </p:txBody>
        </p:sp>
        <p:pic>
          <p:nvPicPr>
            <p:cNvPr id="24" name="Image 5" descr="preencoded.png">
              <a:extLst>
                <a:ext uri="{FF2B5EF4-FFF2-40B4-BE49-F238E27FC236}">
                  <a16:creationId xmlns:a16="http://schemas.microsoft.com/office/drawing/2014/main" id="{5DBDBA69-35BF-7F9E-1771-C9D44E00E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106156" y="2929738"/>
              <a:ext cx="342900" cy="342900"/>
            </a:xfrm>
            <a:prstGeom prst="rect">
              <a:avLst/>
            </a:prstGeom>
          </p:spPr>
        </p:pic>
        <p:sp>
          <p:nvSpPr>
            <p:cNvPr id="25" name="Text 40">
              <a:extLst>
                <a:ext uri="{FF2B5EF4-FFF2-40B4-BE49-F238E27FC236}">
                  <a16:creationId xmlns:a16="http://schemas.microsoft.com/office/drawing/2014/main" id="{B4EC6B66-D1F8-4C6A-F814-5367E8733A33}"/>
                </a:ext>
              </a:extLst>
            </p:cNvPr>
            <p:cNvSpPr txBox="1"/>
            <p:nvPr/>
          </p:nvSpPr>
          <p:spPr>
            <a:xfrm>
              <a:off x="8563355" y="2927909"/>
              <a:ext cx="280800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>
                <a:defRPr/>
              </a:pPr>
              <a:r>
                <a:rPr lang="en-US" sz="1100" b="1" noProof="0"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Demand Typology</a:t>
              </a:r>
              <a:endParaRPr lang="en-US" sz="1100" noProof="0">
                <a:latin typeface="Montserrat" panose="00000500000000000000" pitchFamily="2" charset="0"/>
              </a:endParaRPr>
            </a:p>
            <a:p>
              <a:pPr lvl="0">
                <a:defRPr/>
              </a:pPr>
              <a:r>
                <a:rPr lang="en-US" sz="1100" noProof="0">
                  <a:latin typeface="Montserrat" panose="00000500000000000000" pitchFamily="2" charset="0"/>
                  <a:ea typeface="Open Sans" pitchFamily="34" charset="-122"/>
                  <a:cs typeface="Open Sans" pitchFamily="34" charset="-120"/>
                </a:rPr>
                <a:t>Classification framework</a:t>
              </a:r>
              <a:endParaRPr lang="en-US" sz="1100" noProof="0">
                <a:latin typeface="Montserrat" panose="00000500000000000000" pitchFamily="2" charset="0"/>
              </a:endParaRPr>
            </a:p>
          </p:txBody>
        </p:sp>
        <p:pic>
          <p:nvPicPr>
            <p:cNvPr id="33" name="Image 10" descr="preencoded.png">
              <a:extLst>
                <a:ext uri="{FF2B5EF4-FFF2-40B4-BE49-F238E27FC236}">
                  <a16:creationId xmlns:a16="http://schemas.microsoft.com/office/drawing/2014/main" id="{94C272AB-7E94-96D4-EEC0-649121954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</a:blip>
            <a:srcRect/>
            <a:stretch/>
          </p:blipFill>
          <p:spPr>
            <a:xfrm>
              <a:off x="8182742" y="3003305"/>
              <a:ext cx="195460" cy="195460"/>
            </a:xfrm>
            <a:prstGeom prst="rect">
              <a:avLst/>
            </a:prstGeom>
          </p:spPr>
        </p:pic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ACF1A9BF-0228-F2AA-F384-938C968F401A}"/>
              </a:ext>
            </a:extLst>
          </p:cNvPr>
          <p:cNvGrpSpPr/>
          <p:nvPr/>
        </p:nvGrpSpPr>
        <p:grpSpPr>
          <a:xfrm>
            <a:off x="6215492" y="1078678"/>
            <a:ext cx="2576259" cy="657454"/>
            <a:chOff x="7953451" y="3569818"/>
            <a:chExt cx="3429000" cy="657454"/>
          </a:xfrm>
        </p:grpSpPr>
        <p:sp>
          <p:nvSpPr>
            <p:cNvPr id="26" name="Shape 41">
              <a:extLst>
                <a:ext uri="{FF2B5EF4-FFF2-40B4-BE49-F238E27FC236}">
                  <a16:creationId xmlns:a16="http://schemas.microsoft.com/office/drawing/2014/main" id="{2A582F42-0899-CE2B-B676-8C139E000DD9}"/>
                </a:ext>
              </a:extLst>
            </p:cNvPr>
            <p:cNvSpPr/>
            <p:nvPr/>
          </p:nvSpPr>
          <p:spPr>
            <a:xfrm>
              <a:off x="7953451" y="3569818"/>
              <a:ext cx="3429000" cy="657454"/>
            </a:xfrm>
            <a:prstGeom prst="roundRect">
              <a:avLst>
                <a:gd name="adj" fmla="val 24188"/>
              </a:avLst>
            </a:prstGeom>
            <a:solidFill>
              <a:srgbClr val="D1EDFE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noProof="0">
                <a:latin typeface="Montserrat" panose="00000500000000000000" pitchFamily="2" charset="0"/>
              </a:endParaRPr>
            </a:p>
          </p:txBody>
        </p:sp>
        <p:pic>
          <p:nvPicPr>
            <p:cNvPr id="27" name="Image 7" descr="preencoded.png">
              <a:extLst>
                <a:ext uri="{FF2B5EF4-FFF2-40B4-BE49-F238E27FC236}">
                  <a16:creationId xmlns:a16="http://schemas.microsoft.com/office/drawing/2014/main" id="{8DF589D7-4A39-9F61-47F5-1D9544CEF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106156" y="3724351"/>
              <a:ext cx="342900" cy="342900"/>
            </a:xfrm>
            <a:prstGeom prst="rect">
              <a:avLst/>
            </a:prstGeom>
          </p:spPr>
        </p:pic>
        <p:sp>
          <p:nvSpPr>
            <p:cNvPr id="28" name="Text 42">
              <a:extLst>
                <a:ext uri="{FF2B5EF4-FFF2-40B4-BE49-F238E27FC236}">
                  <a16:creationId xmlns:a16="http://schemas.microsoft.com/office/drawing/2014/main" id="{BEFEA3CC-923D-1C2B-3446-142A19F1864B}"/>
                </a:ext>
              </a:extLst>
            </p:cNvPr>
            <p:cNvSpPr txBox="1"/>
            <p:nvPr/>
          </p:nvSpPr>
          <p:spPr>
            <a:xfrm>
              <a:off x="8563356" y="3722522"/>
              <a:ext cx="280800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>
                <a:defRPr/>
              </a:pPr>
              <a:r>
                <a:rPr lang="en-US" sz="1100" b="1" noProof="0"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Prioritization Framework</a:t>
              </a:r>
              <a:endParaRPr lang="en-US" sz="1100" noProof="0">
                <a:latin typeface="Montserrat" panose="00000500000000000000" pitchFamily="2" charset="0"/>
              </a:endParaRPr>
            </a:p>
            <a:p>
              <a:pPr lvl="0">
                <a:defRPr/>
              </a:pPr>
              <a:r>
                <a:rPr lang="en-US" sz="1100" noProof="0">
                  <a:latin typeface="Montserrat" panose="00000500000000000000" pitchFamily="2" charset="0"/>
                  <a:ea typeface="Open Sans" pitchFamily="34" charset="-122"/>
                  <a:cs typeface="Open Sans" pitchFamily="34" charset="-120"/>
                </a:rPr>
                <a:t>Scoring logic &amp; criteria v1.0</a:t>
              </a:r>
              <a:endParaRPr lang="en-US" sz="1100" noProof="0">
                <a:latin typeface="Montserrat" panose="00000500000000000000" pitchFamily="2" charset="0"/>
              </a:endParaRPr>
            </a:p>
          </p:txBody>
        </p:sp>
        <p:pic>
          <p:nvPicPr>
            <p:cNvPr id="34" name="Image 11" descr="preencoded.png">
              <a:extLst>
                <a:ext uri="{FF2B5EF4-FFF2-40B4-BE49-F238E27FC236}">
                  <a16:creationId xmlns:a16="http://schemas.microsoft.com/office/drawing/2014/main" id="{4FEE90E7-C118-4E92-D1ED-2DD2F197E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</a:blip>
            <a:srcRect l="-837" r="-837"/>
            <a:stretch/>
          </p:blipFill>
          <p:spPr>
            <a:xfrm>
              <a:off x="8178387" y="3792737"/>
              <a:ext cx="223576" cy="195460"/>
            </a:xfrm>
            <a:prstGeom prst="rect">
              <a:avLst/>
            </a:prstGeom>
          </p:spPr>
        </p:pic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DCE0907D-A924-FA01-BDFF-ED7467EDDEA2}"/>
              </a:ext>
            </a:extLst>
          </p:cNvPr>
          <p:cNvGrpSpPr/>
          <p:nvPr/>
        </p:nvGrpSpPr>
        <p:grpSpPr>
          <a:xfrm>
            <a:off x="9030737" y="1078678"/>
            <a:ext cx="2576259" cy="657454"/>
            <a:chOff x="7953451" y="4352138"/>
            <a:chExt cx="3429000" cy="657454"/>
          </a:xfrm>
        </p:grpSpPr>
        <p:sp>
          <p:nvSpPr>
            <p:cNvPr id="29" name="Shape 41">
              <a:extLst>
                <a:ext uri="{FF2B5EF4-FFF2-40B4-BE49-F238E27FC236}">
                  <a16:creationId xmlns:a16="http://schemas.microsoft.com/office/drawing/2014/main" id="{DF7877E8-0629-6300-3AA5-6E2E1B5CB144}"/>
                </a:ext>
              </a:extLst>
            </p:cNvPr>
            <p:cNvSpPr/>
            <p:nvPr/>
          </p:nvSpPr>
          <p:spPr>
            <a:xfrm>
              <a:off x="7953451" y="4352138"/>
              <a:ext cx="3429000" cy="657454"/>
            </a:xfrm>
            <a:prstGeom prst="roundRect">
              <a:avLst>
                <a:gd name="adj" fmla="val 24188"/>
              </a:avLst>
            </a:prstGeom>
            <a:solidFill>
              <a:srgbClr val="D1EDFE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noProof="0">
                <a:latin typeface="Montserrat" panose="00000500000000000000" pitchFamily="2" charset="0"/>
              </a:endParaRPr>
            </a:p>
          </p:txBody>
        </p:sp>
        <p:pic>
          <p:nvPicPr>
            <p:cNvPr id="30" name="Image 7" descr="preencoded.png">
              <a:extLst>
                <a:ext uri="{FF2B5EF4-FFF2-40B4-BE49-F238E27FC236}">
                  <a16:creationId xmlns:a16="http://schemas.microsoft.com/office/drawing/2014/main" id="{A69328B7-8C73-F987-5AAE-A6AC2CEFA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106156" y="4506671"/>
              <a:ext cx="342900" cy="342900"/>
            </a:xfrm>
            <a:prstGeom prst="rect">
              <a:avLst/>
            </a:prstGeom>
          </p:spPr>
        </p:pic>
        <p:sp>
          <p:nvSpPr>
            <p:cNvPr id="31" name="Text 42">
              <a:extLst>
                <a:ext uri="{FF2B5EF4-FFF2-40B4-BE49-F238E27FC236}">
                  <a16:creationId xmlns:a16="http://schemas.microsoft.com/office/drawing/2014/main" id="{25C4B4E6-7B27-62C9-3000-C6841CD73F93}"/>
                </a:ext>
              </a:extLst>
            </p:cNvPr>
            <p:cNvSpPr txBox="1"/>
            <p:nvPr/>
          </p:nvSpPr>
          <p:spPr>
            <a:xfrm>
              <a:off x="8563356" y="4504842"/>
              <a:ext cx="280800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>
                <a:defRPr/>
              </a:pPr>
              <a:r>
                <a:rPr lang="en-US" sz="1100" b="1" noProof="0"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Roles &amp; RACI Matrix</a:t>
              </a:r>
              <a:endParaRPr lang="en-US" sz="1100" noProof="0">
                <a:latin typeface="Montserrat" panose="00000500000000000000" pitchFamily="2" charset="0"/>
              </a:endParaRPr>
            </a:p>
            <a:p>
              <a:pPr lvl="0">
                <a:defRPr/>
              </a:pPr>
              <a:r>
                <a:rPr lang="en-US" sz="1100" noProof="0">
                  <a:latin typeface="Montserrat" panose="00000500000000000000" pitchFamily="2" charset="0"/>
                  <a:ea typeface="Open Sans" pitchFamily="34" charset="-122"/>
                  <a:cs typeface="Open Sans" pitchFamily="34" charset="-120"/>
                </a:rPr>
                <a:t>Responsibilities per phase</a:t>
              </a:r>
              <a:endParaRPr lang="en-US" sz="1100" noProof="0">
                <a:latin typeface="Montserrat" panose="00000500000000000000" pitchFamily="2" charset="0"/>
              </a:endParaRPr>
            </a:p>
          </p:txBody>
        </p:sp>
        <p:pic>
          <p:nvPicPr>
            <p:cNvPr id="35" name="Image 12" descr="preencoded.png">
              <a:extLst>
                <a:ext uri="{FF2B5EF4-FFF2-40B4-BE49-F238E27FC236}">
                  <a16:creationId xmlns:a16="http://schemas.microsoft.com/office/drawing/2014/main" id="{98446C1E-63AD-FB78-0AC7-871ABDCD9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grayscl/>
            </a:blip>
            <a:srcRect l="-1507" r="-1507"/>
            <a:stretch/>
          </p:blipFill>
          <p:spPr>
            <a:xfrm>
              <a:off x="8174947" y="4591415"/>
              <a:ext cx="251690" cy="195460"/>
            </a:xfrm>
            <a:prstGeom prst="rect">
              <a:avLst/>
            </a:prstGeom>
          </p:spPr>
        </p:pic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7879F49-9600-5993-D021-CCE64DA1C0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5328" y="2042062"/>
            <a:ext cx="2585524" cy="145435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A71038F-DC60-D99D-AE2C-E154647A3396}"/>
              </a:ext>
            </a:extLst>
          </p:cNvPr>
          <p:cNvSpPr txBox="1"/>
          <p:nvPr/>
        </p:nvSpPr>
        <p:spPr>
          <a:xfrm>
            <a:off x="588645" y="3536992"/>
            <a:ext cx="25844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 noProof="0"/>
              <a:t>[17] Agility Playbook - Digital Center of Excellence 06.18.2025 V.1.7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8A7516F-C916-605A-BBDD-5D660790DC2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21299" y="1918642"/>
            <a:ext cx="1765947" cy="99334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B20F12A-C2D1-B931-499C-E63F0108C507}"/>
              </a:ext>
            </a:extLst>
          </p:cNvPr>
          <p:cNvSpPr txBox="1"/>
          <p:nvPr/>
        </p:nvSpPr>
        <p:spPr>
          <a:xfrm>
            <a:off x="8968313" y="3463430"/>
            <a:ext cx="213593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 noProof="0" err="1"/>
              <a:t>nWOW</a:t>
            </a:r>
            <a:r>
              <a:rPr lang="en-US" noProof="0"/>
              <a:t> - New Ways of Working - P&amp;S Lean Operating Model 03.10.2026 v1.2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54FE32F-677B-5F69-9667-28D2AD11D8E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53038" y="2387684"/>
            <a:ext cx="1605406" cy="9030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311E05D-CDA2-E7D8-605E-F65DFE2A8B1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1506" y="4591927"/>
            <a:ext cx="2179339" cy="123014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D0FC0B4-BB60-19AD-439A-88DB892AA1D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16737" y="4061602"/>
            <a:ext cx="2175326" cy="1234157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CF163529-F288-8DC8-8505-3BD0BF27DC6A}"/>
              </a:ext>
            </a:extLst>
          </p:cNvPr>
          <p:cNvSpPr txBox="1"/>
          <p:nvPr/>
        </p:nvSpPr>
        <p:spPr>
          <a:xfrm>
            <a:off x="9020575" y="5991275"/>
            <a:ext cx="21366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 err="1"/>
              <a:t>nWOW</a:t>
            </a:r>
            <a:r>
              <a:rPr lang="en-US"/>
              <a:t> - Roles and Responsibilities Deliverables - Avangrid 10.06.2025 v.1.1 Final</a:t>
            </a:r>
            <a:endParaRPr lang="es-MX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FF3A9D2-31B5-48D8-B58C-735977304DA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7137" y="4208762"/>
            <a:ext cx="2644285" cy="148847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D6D1532-15F9-5D2D-12D9-71615F4FA8F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94624" y="2359785"/>
            <a:ext cx="2296991" cy="81763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6C4DBB4-500E-D89A-EAB0-75D44924A67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30528" y="4463863"/>
            <a:ext cx="2181345" cy="1222115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DEEC4769-0E32-1509-2D19-8F1900806AA7}"/>
              </a:ext>
            </a:extLst>
          </p:cNvPr>
          <p:cNvSpPr txBox="1"/>
          <p:nvPr/>
        </p:nvSpPr>
        <p:spPr>
          <a:xfrm>
            <a:off x="3315583" y="3366254"/>
            <a:ext cx="23502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/>
              <a:t>Analysis </a:t>
            </a:r>
            <a:r>
              <a:rPr lang="en-US" err="1"/>
              <a:t>nWOW</a:t>
            </a:r>
            <a:r>
              <a:rPr lang="en-US"/>
              <a:t> - Structure and Portfolio_2</a:t>
            </a:r>
            <a:endParaRPr lang="es-MX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F2FDF49-7172-93CC-86B1-41CF9DBC1FE1}"/>
              </a:ext>
            </a:extLst>
          </p:cNvPr>
          <p:cNvSpPr txBox="1"/>
          <p:nvPr/>
        </p:nvSpPr>
        <p:spPr>
          <a:xfrm>
            <a:off x="3353286" y="6031915"/>
            <a:ext cx="284382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s-MX" err="1"/>
              <a:t>NextGen</a:t>
            </a:r>
            <a:r>
              <a:rPr lang="es-MX"/>
              <a:t> Assessment - </a:t>
            </a:r>
            <a:r>
              <a:rPr lang="es-MX" err="1"/>
              <a:t>Demand</a:t>
            </a:r>
            <a:r>
              <a:rPr lang="es-MX"/>
              <a:t> Management </a:t>
            </a:r>
            <a:r>
              <a:rPr lang="es-MX" err="1"/>
              <a:t>Deliverables</a:t>
            </a:r>
            <a:r>
              <a:rPr lang="es-MX"/>
              <a:t> - Avangrid 07.22.2025 v.1.0</a:t>
            </a: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6A616CA5-6F41-782D-BAD3-A420B62EFDD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117" y="2094849"/>
            <a:ext cx="2192839" cy="1186740"/>
          </a:xfrm>
          <a:prstGeom prst="rect">
            <a:avLst/>
          </a:prstGeom>
        </p:spPr>
      </p:pic>
      <p:sp>
        <p:nvSpPr>
          <p:cNvPr id="42" name="CuadroTexto 41">
            <a:extLst>
              <a:ext uri="{FF2B5EF4-FFF2-40B4-BE49-F238E27FC236}">
                <a16:creationId xmlns:a16="http://schemas.microsoft.com/office/drawing/2014/main" id="{ACADE0AD-929C-ECD3-712D-C9DAEF5FBE2C}"/>
              </a:ext>
            </a:extLst>
          </p:cNvPr>
          <p:cNvSpPr txBox="1"/>
          <p:nvPr/>
        </p:nvSpPr>
        <p:spPr>
          <a:xfrm>
            <a:off x="6435589" y="3420848"/>
            <a:ext cx="2349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 noProof="0" err="1"/>
              <a:t>nWOW</a:t>
            </a:r>
            <a:r>
              <a:rPr lang="en-US" noProof="0"/>
              <a:t> Portfolio Prioritization Calculator v.1.2 02.20.2026</a:t>
            </a:r>
          </a:p>
        </p:txBody>
      </p:sp>
    </p:spTree>
    <p:extLst>
      <p:ext uri="{BB962C8B-B14F-4D97-AF65-F5344CB8AC3E}">
        <p14:creationId xmlns:p14="http://schemas.microsoft.com/office/powerpoint/2010/main" val="1229301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810502A-86AC-C576-257B-C8047B69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154455FA-14E9-BE4F-DB2C-E84A7745351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154455FA-14E9-BE4F-DB2C-E84A774535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0A169CBD-31FE-343A-E5DA-4F8FA065FCB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2113FBED-FB4B-40B2-BC79-70BCEAD813C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200" noProof="0">
                <a:solidFill>
                  <a:schemeClr val="tx1"/>
                </a:solidFill>
                <a:latin typeface="+mn-lt"/>
              </a:rPr>
              <a:t>3. Reusable Assets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3D3773EE-2BBB-7D77-AE7A-2CFC303C1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3" y="450009"/>
            <a:ext cx="9422503" cy="561308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n-lt"/>
              </a:rPr>
              <a:t>Key Deliverables – Design the Tool Ecosystem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50DE2E32-F009-B598-2683-F37C72C7BC94}"/>
              </a:ext>
            </a:extLst>
          </p:cNvPr>
          <p:cNvGrpSpPr/>
          <p:nvPr/>
        </p:nvGrpSpPr>
        <p:grpSpPr>
          <a:xfrm>
            <a:off x="585004" y="1078678"/>
            <a:ext cx="11021992" cy="657454"/>
            <a:chOff x="360459" y="1981505"/>
            <a:chExt cx="11021992" cy="657454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563DC16F-9836-CDE0-75CB-BA48864AB04F}"/>
                </a:ext>
              </a:extLst>
            </p:cNvPr>
            <p:cNvGrpSpPr/>
            <p:nvPr/>
          </p:nvGrpSpPr>
          <p:grpSpPr>
            <a:xfrm>
              <a:off x="360459" y="1981505"/>
              <a:ext cx="3429000" cy="657454"/>
              <a:chOff x="7953451" y="1981505"/>
              <a:chExt cx="3429000" cy="657454"/>
            </a:xfrm>
          </p:grpSpPr>
          <p:sp>
            <p:nvSpPr>
              <p:cNvPr id="133" name="Shape 37">
                <a:extLst>
                  <a:ext uri="{FF2B5EF4-FFF2-40B4-BE49-F238E27FC236}">
                    <a16:creationId xmlns:a16="http://schemas.microsoft.com/office/drawing/2014/main" id="{53D76E41-8857-7BC5-05DD-372ACCD47BE3}"/>
                  </a:ext>
                </a:extLst>
              </p:cNvPr>
              <p:cNvSpPr/>
              <p:nvPr/>
            </p:nvSpPr>
            <p:spPr>
              <a:xfrm>
                <a:off x="7953451" y="1981505"/>
                <a:ext cx="3429000" cy="657454"/>
              </a:xfrm>
              <a:prstGeom prst="roundRect">
                <a:avLst>
                  <a:gd name="adj" fmla="val 24188"/>
                </a:avLst>
              </a:prstGeom>
              <a:solidFill>
                <a:srgbClr val="D1EDFE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US" noProof="0">
                  <a:latin typeface="Montserrat" panose="00000500000000000000" pitchFamily="2" charset="0"/>
                </a:endParaRPr>
              </a:p>
            </p:txBody>
          </p:sp>
          <p:pic>
            <p:nvPicPr>
              <p:cNvPr id="134" name="Image 3" descr="preencoded.png">
                <a:extLst>
                  <a:ext uri="{FF2B5EF4-FFF2-40B4-BE49-F238E27FC236}">
                    <a16:creationId xmlns:a16="http://schemas.microsoft.com/office/drawing/2014/main" id="{3341AFC5-394D-E076-F878-815195BBA6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106156" y="2135124"/>
                <a:ext cx="342900" cy="342900"/>
              </a:xfrm>
              <a:prstGeom prst="rect">
                <a:avLst/>
              </a:prstGeom>
            </p:spPr>
          </p:pic>
          <p:sp>
            <p:nvSpPr>
              <p:cNvPr id="136" name="Text 38">
                <a:extLst>
                  <a:ext uri="{FF2B5EF4-FFF2-40B4-BE49-F238E27FC236}">
                    <a16:creationId xmlns:a16="http://schemas.microsoft.com/office/drawing/2014/main" id="{7B508476-5FD5-B575-6910-7A70BA2CA5FA}"/>
                  </a:ext>
                </a:extLst>
              </p:cNvPr>
              <p:cNvSpPr txBox="1"/>
              <p:nvPr/>
            </p:nvSpPr>
            <p:spPr>
              <a:xfrm>
                <a:off x="8563355" y="2133295"/>
                <a:ext cx="2772000" cy="3529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uLnTx/>
                    <a:uFillTx/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Tool Ecosystem Design</a:t>
                </a: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uLnTx/>
                  <a:uFillTx/>
                  <a:latin typeface="Montserrat" panose="00000500000000000000" pitchFamily="2" charset="0"/>
                </a:endParaRPr>
              </a:p>
              <a:p>
                <a:pPr lvl="0">
                  <a:defRPr/>
                </a:pPr>
                <a:r>
                  <a:rPr lang="en-US" sz="1100" noProof="0">
                    <a:solidFill>
                      <a:prstClr val="black"/>
                    </a:solidFill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Architecture map of integrated toolset</a:t>
                </a:r>
                <a:endParaRPr lang="en-US" sz="1100" noProof="0">
                  <a:solidFill>
                    <a:prstClr val="black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544A2F6B-EBD2-C864-7C4D-60177ADB1C25}"/>
                </a:ext>
              </a:extLst>
            </p:cNvPr>
            <p:cNvGrpSpPr/>
            <p:nvPr/>
          </p:nvGrpSpPr>
          <p:grpSpPr>
            <a:xfrm>
              <a:off x="4156955" y="1981505"/>
              <a:ext cx="3429000" cy="657454"/>
              <a:chOff x="7953451" y="2775204"/>
              <a:chExt cx="3429000" cy="657454"/>
            </a:xfrm>
          </p:grpSpPr>
          <p:sp>
            <p:nvSpPr>
              <p:cNvPr id="129" name="Shape 39">
                <a:extLst>
                  <a:ext uri="{FF2B5EF4-FFF2-40B4-BE49-F238E27FC236}">
                    <a16:creationId xmlns:a16="http://schemas.microsoft.com/office/drawing/2014/main" id="{04DC9131-83CF-8C1F-6957-303038481EE4}"/>
                  </a:ext>
                </a:extLst>
              </p:cNvPr>
              <p:cNvSpPr/>
              <p:nvPr/>
            </p:nvSpPr>
            <p:spPr>
              <a:xfrm>
                <a:off x="7953451" y="2775204"/>
                <a:ext cx="3429000" cy="657454"/>
              </a:xfrm>
              <a:prstGeom prst="roundRect">
                <a:avLst>
                  <a:gd name="adj" fmla="val 24188"/>
                </a:avLst>
              </a:prstGeom>
              <a:solidFill>
                <a:srgbClr val="D1EDFE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US" noProof="0">
                  <a:latin typeface="Montserrat" panose="00000500000000000000" pitchFamily="2" charset="0"/>
                </a:endParaRPr>
              </a:p>
            </p:txBody>
          </p:sp>
          <p:pic>
            <p:nvPicPr>
              <p:cNvPr id="130" name="Image 5" descr="preencoded.png">
                <a:extLst>
                  <a:ext uri="{FF2B5EF4-FFF2-40B4-BE49-F238E27FC236}">
                    <a16:creationId xmlns:a16="http://schemas.microsoft.com/office/drawing/2014/main" id="{F8094877-3D3F-BF2F-9C39-947E852F34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106156" y="2929738"/>
                <a:ext cx="342900" cy="342900"/>
              </a:xfrm>
              <a:prstGeom prst="rect">
                <a:avLst/>
              </a:prstGeom>
            </p:spPr>
          </p:pic>
          <p:sp>
            <p:nvSpPr>
              <p:cNvPr id="132" name="Text 40">
                <a:extLst>
                  <a:ext uri="{FF2B5EF4-FFF2-40B4-BE49-F238E27FC236}">
                    <a16:creationId xmlns:a16="http://schemas.microsoft.com/office/drawing/2014/main" id="{14B4B872-8184-7473-BC06-20AC68A5ED2C}"/>
                  </a:ext>
                </a:extLst>
              </p:cNvPr>
              <p:cNvSpPr txBox="1"/>
              <p:nvPr/>
            </p:nvSpPr>
            <p:spPr>
              <a:xfrm>
                <a:off x="8563355" y="2927909"/>
                <a:ext cx="2772000" cy="3529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lvl="0">
                  <a:defRPr/>
                </a:pPr>
                <a:r>
                  <a:rPr lang="en-US" sz="1100" b="1" noProof="0">
                    <a:latin typeface="Montserrat" panose="00000500000000000000" pitchFamily="2" charset="0"/>
                    <a:ea typeface="Montserrat" pitchFamily="34" charset="-122"/>
                    <a:cs typeface="Montserrat" pitchFamily="34" charset="-120"/>
                  </a:rPr>
                  <a:t>Jira Configuration v1.0</a:t>
                </a:r>
                <a:endParaRPr lang="en-US" sz="1100" noProof="0">
                  <a:latin typeface="Montserrat" panose="00000500000000000000" pitchFamily="2" charset="0"/>
                </a:endParaRPr>
              </a:p>
              <a:p>
                <a:pPr lvl="0">
                  <a:defRPr/>
                </a:pPr>
                <a:r>
                  <a:rPr lang="en-US" sz="1100" noProof="0"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Pilot-ready environment (Boards, Workflows)</a:t>
                </a:r>
                <a:endParaRPr lang="en-US" sz="1100" noProof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60F18BFE-D849-72C5-532F-591BCBA596D3}"/>
                </a:ext>
              </a:extLst>
            </p:cNvPr>
            <p:cNvGrpSpPr/>
            <p:nvPr/>
          </p:nvGrpSpPr>
          <p:grpSpPr>
            <a:xfrm>
              <a:off x="7953451" y="1981505"/>
              <a:ext cx="3429000" cy="657454"/>
              <a:chOff x="7953451" y="3569818"/>
              <a:chExt cx="3429000" cy="657454"/>
            </a:xfrm>
          </p:grpSpPr>
          <p:sp>
            <p:nvSpPr>
              <p:cNvPr id="61" name="Shape 41">
                <a:extLst>
                  <a:ext uri="{FF2B5EF4-FFF2-40B4-BE49-F238E27FC236}">
                    <a16:creationId xmlns:a16="http://schemas.microsoft.com/office/drawing/2014/main" id="{9D765E33-BF50-7B2B-21AF-2941CB244F19}"/>
                  </a:ext>
                </a:extLst>
              </p:cNvPr>
              <p:cNvSpPr/>
              <p:nvPr/>
            </p:nvSpPr>
            <p:spPr>
              <a:xfrm>
                <a:off x="7953451" y="3569818"/>
                <a:ext cx="3429000" cy="657454"/>
              </a:xfrm>
              <a:prstGeom prst="roundRect">
                <a:avLst>
                  <a:gd name="adj" fmla="val 24188"/>
                </a:avLst>
              </a:prstGeom>
              <a:solidFill>
                <a:srgbClr val="D1EDFE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US" noProof="0">
                  <a:latin typeface="Montserrat" panose="00000500000000000000" pitchFamily="2" charset="0"/>
                </a:endParaRPr>
              </a:p>
            </p:txBody>
          </p:sp>
          <p:pic>
            <p:nvPicPr>
              <p:cNvPr id="62" name="Image 7" descr="preencoded.png">
                <a:extLst>
                  <a:ext uri="{FF2B5EF4-FFF2-40B4-BE49-F238E27FC236}">
                    <a16:creationId xmlns:a16="http://schemas.microsoft.com/office/drawing/2014/main" id="{A72DE8AE-0B8A-CCF0-CADA-0F109B3E8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106156" y="3724351"/>
                <a:ext cx="342900" cy="342900"/>
              </a:xfrm>
              <a:prstGeom prst="rect">
                <a:avLst/>
              </a:prstGeom>
            </p:spPr>
          </p:pic>
          <p:sp>
            <p:nvSpPr>
              <p:cNvPr id="128" name="Text 42">
                <a:extLst>
                  <a:ext uri="{FF2B5EF4-FFF2-40B4-BE49-F238E27FC236}">
                    <a16:creationId xmlns:a16="http://schemas.microsoft.com/office/drawing/2014/main" id="{2006F8D7-2248-E8E5-97D2-B51972E73639}"/>
                  </a:ext>
                </a:extLst>
              </p:cNvPr>
              <p:cNvSpPr txBox="1"/>
              <p:nvPr/>
            </p:nvSpPr>
            <p:spPr>
              <a:xfrm>
                <a:off x="8563356" y="3722522"/>
                <a:ext cx="2772000" cy="3529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lvl="0">
                  <a:defRPr/>
                </a:pPr>
                <a:r>
                  <a:rPr lang="en-US" sz="1100" b="1" noProof="0">
                    <a:latin typeface="Montserrat" panose="00000500000000000000" pitchFamily="2" charset="0"/>
                    <a:ea typeface="Montserrat" pitchFamily="34" charset="-122"/>
                    <a:cs typeface="Montserrat" pitchFamily="34" charset="-120"/>
                  </a:rPr>
                  <a:t>Portfolio Concept Blueprint</a:t>
                </a:r>
              </a:p>
              <a:p>
                <a:pPr lvl="0">
                  <a:defRPr/>
                </a:pPr>
                <a:r>
                  <a:rPr lang="en-US" sz="1100" noProof="0">
                    <a:latin typeface="Montserrat" panose="00000500000000000000" pitchFamily="2" charset="0"/>
                  </a:rPr>
                  <a:t>Documented management guidelines</a:t>
                </a:r>
              </a:p>
            </p:txBody>
          </p:sp>
        </p:grpSp>
      </p:grpSp>
      <p:pic>
        <p:nvPicPr>
          <p:cNvPr id="138" name="Image 6" descr="preencoded.png">
            <a:extLst>
              <a:ext uri="{FF2B5EF4-FFF2-40B4-BE49-F238E27FC236}">
                <a16:creationId xmlns:a16="http://schemas.microsoft.com/office/drawing/2014/main" id="{22FC4C9C-1E5A-0970-7838-B3A5452E6B1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rcRect l="-837" r="-837"/>
          <a:stretch/>
        </p:blipFill>
        <p:spPr>
          <a:xfrm>
            <a:off x="792313" y="1302007"/>
            <a:ext cx="223576" cy="195460"/>
          </a:xfrm>
          <a:prstGeom prst="rect">
            <a:avLst/>
          </a:prstGeom>
        </p:spPr>
      </p:pic>
      <p:pic>
        <p:nvPicPr>
          <p:cNvPr id="139" name="Image 7" descr="preencoded.png">
            <a:extLst>
              <a:ext uri="{FF2B5EF4-FFF2-40B4-BE49-F238E27FC236}">
                <a16:creationId xmlns:a16="http://schemas.microsoft.com/office/drawing/2014/main" id="{ACC7CAC2-7C36-401E-F32D-47049F0450A8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rcRect l="-1613" r="-1613"/>
          <a:stretch/>
        </p:blipFill>
        <p:spPr>
          <a:xfrm>
            <a:off x="4623784" y="1322489"/>
            <a:ext cx="177691" cy="177691"/>
          </a:xfrm>
          <a:prstGeom prst="rect">
            <a:avLst/>
          </a:prstGeom>
        </p:spPr>
      </p:pic>
      <p:pic>
        <p:nvPicPr>
          <p:cNvPr id="140" name="Image 8" descr="preencoded.png">
            <a:extLst>
              <a:ext uri="{FF2B5EF4-FFF2-40B4-BE49-F238E27FC236}">
                <a16:creationId xmlns:a16="http://schemas.microsoft.com/office/drawing/2014/main" id="{3512AB44-CDC4-CFEC-A8A1-0B13E7BA337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/>
          <a:stretch/>
        </p:blipFill>
        <p:spPr>
          <a:xfrm>
            <a:off x="8421555" y="1284062"/>
            <a:ext cx="195460" cy="195460"/>
          </a:xfrm>
          <a:prstGeom prst="rect">
            <a:avLst/>
          </a:prstGeom>
        </p:spPr>
      </p:pic>
      <p:pic>
        <p:nvPicPr>
          <p:cNvPr id="141" name="Imagem 2">
            <a:extLst>
              <a:ext uri="{FF2B5EF4-FFF2-40B4-BE49-F238E27FC236}">
                <a16:creationId xmlns:a16="http://schemas.microsoft.com/office/drawing/2014/main" id="{3676FF10-0976-1051-37BD-1EB1BDF53D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9284" y="1959022"/>
            <a:ext cx="2251386" cy="115745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44" name="Picture 2" descr="How can we get data of Velocity Chart from Jira?">
            <a:extLst>
              <a:ext uri="{FF2B5EF4-FFF2-40B4-BE49-F238E27FC236}">
                <a16:creationId xmlns:a16="http://schemas.microsoft.com/office/drawing/2014/main" id="{7B04FEC9-5777-EA77-EAC0-64BC47512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671" y="3379967"/>
            <a:ext cx="1181738" cy="885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Picture 18">
            <a:extLst>
              <a:ext uri="{FF2B5EF4-FFF2-40B4-BE49-F238E27FC236}">
                <a16:creationId xmlns:a16="http://schemas.microsoft.com/office/drawing/2014/main" id="{3E2257D1-7026-4774-309E-0222AF5759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50653" y="3379967"/>
            <a:ext cx="1275908" cy="974354"/>
          </a:xfrm>
          <a:prstGeom prst="rect">
            <a:avLst/>
          </a:prstGeom>
        </p:spPr>
      </p:pic>
      <p:sp>
        <p:nvSpPr>
          <p:cNvPr id="147" name="CuadroTexto 146">
            <a:extLst>
              <a:ext uri="{FF2B5EF4-FFF2-40B4-BE49-F238E27FC236}">
                <a16:creationId xmlns:a16="http://schemas.microsoft.com/office/drawing/2014/main" id="{05622635-4DDD-DBA6-455C-FB9BBE39A63A}"/>
              </a:ext>
            </a:extLst>
          </p:cNvPr>
          <p:cNvSpPr txBox="1"/>
          <p:nvPr/>
        </p:nvSpPr>
        <p:spPr>
          <a:xfrm>
            <a:off x="4697659" y="4451391"/>
            <a:ext cx="25844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 noProof="0"/>
              <a:t>[33] NextGen 2.0 - Jira Management User Guide for CX </a:t>
            </a:r>
            <a:r>
              <a:rPr lang="en-US" noProof="0" err="1"/>
              <a:t>Digitall</a:t>
            </a:r>
            <a:r>
              <a:rPr lang="en-US" noProof="0"/>
              <a:t> </a:t>
            </a:r>
            <a:r>
              <a:rPr lang="en-US" noProof="0" err="1"/>
              <a:t>CoE</a:t>
            </a:r>
            <a:r>
              <a:rPr lang="en-US" noProof="0"/>
              <a:t> 27.06.2024</a:t>
            </a:r>
          </a:p>
        </p:txBody>
      </p:sp>
      <p:pic>
        <p:nvPicPr>
          <p:cNvPr id="149" name="Imagen 148">
            <a:extLst>
              <a:ext uri="{FF2B5EF4-FFF2-40B4-BE49-F238E27FC236}">
                <a16:creationId xmlns:a16="http://schemas.microsoft.com/office/drawing/2014/main" id="{71EFCADE-1974-A486-20A4-2985B7773BA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282" y="4923102"/>
            <a:ext cx="2192839" cy="1201827"/>
          </a:xfrm>
          <a:prstGeom prst="rect">
            <a:avLst/>
          </a:prstGeom>
        </p:spPr>
      </p:pic>
      <p:sp>
        <p:nvSpPr>
          <p:cNvPr id="151" name="CuadroTexto 150">
            <a:extLst>
              <a:ext uri="{FF2B5EF4-FFF2-40B4-BE49-F238E27FC236}">
                <a16:creationId xmlns:a16="http://schemas.microsoft.com/office/drawing/2014/main" id="{A198E39B-B705-91A9-7184-5E022B04C3A8}"/>
              </a:ext>
            </a:extLst>
          </p:cNvPr>
          <p:cNvSpPr txBox="1"/>
          <p:nvPr/>
        </p:nvSpPr>
        <p:spPr>
          <a:xfrm>
            <a:off x="4884583" y="6129721"/>
            <a:ext cx="2349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 noProof="0"/>
              <a:t>[CX] JIRA Agile Management Playbook - Center of Excellence 25.03.2024 V.1.0</a:t>
            </a:r>
          </a:p>
        </p:txBody>
      </p:sp>
    </p:spTree>
    <p:extLst>
      <p:ext uri="{BB962C8B-B14F-4D97-AF65-F5344CB8AC3E}">
        <p14:creationId xmlns:p14="http://schemas.microsoft.com/office/powerpoint/2010/main" val="2000869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4D7CC9-D09E-66B3-A834-BEC4F4623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BF72D06D-CF9A-50AE-0746-BFACCCDECC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BF72D06D-CF9A-50AE-0746-BFACCCDECC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BA661E3C-8454-F760-8946-ADE882AF7B5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3AEEB741-FD7B-FEDA-24A9-AF04828B5A2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200" noProof="0">
                <a:solidFill>
                  <a:schemeClr val="tx1"/>
                </a:solidFill>
                <a:latin typeface="+mn-lt"/>
              </a:rPr>
              <a:t>3. Reusable Assets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7F3B2900-4B83-6A04-09F7-5F80AEE41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3" y="450009"/>
            <a:ext cx="9422503" cy="561308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n-lt"/>
              </a:rPr>
              <a:t>Key Deliverables – Pilot Execution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B717927C-C8D9-1197-3EDE-7D22CD5E2459}"/>
              </a:ext>
            </a:extLst>
          </p:cNvPr>
          <p:cNvGrpSpPr/>
          <p:nvPr/>
        </p:nvGrpSpPr>
        <p:grpSpPr>
          <a:xfrm>
            <a:off x="585004" y="1078678"/>
            <a:ext cx="11021992" cy="657454"/>
            <a:chOff x="360459" y="1981505"/>
            <a:chExt cx="11021992" cy="657454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8DF5CA32-F9EC-1206-AA94-44D86FDADA14}"/>
                </a:ext>
              </a:extLst>
            </p:cNvPr>
            <p:cNvGrpSpPr/>
            <p:nvPr/>
          </p:nvGrpSpPr>
          <p:grpSpPr>
            <a:xfrm>
              <a:off x="360459" y="1981505"/>
              <a:ext cx="3429000" cy="657454"/>
              <a:chOff x="7953451" y="1981505"/>
              <a:chExt cx="3429000" cy="657454"/>
            </a:xfrm>
          </p:grpSpPr>
          <p:sp>
            <p:nvSpPr>
              <p:cNvPr id="133" name="Shape 37">
                <a:extLst>
                  <a:ext uri="{FF2B5EF4-FFF2-40B4-BE49-F238E27FC236}">
                    <a16:creationId xmlns:a16="http://schemas.microsoft.com/office/drawing/2014/main" id="{7AEF00E4-6D46-6D47-10FF-7CEE926DAF74}"/>
                  </a:ext>
                </a:extLst>
              </p:cNvPr>
              <p:cNvSpPr/>
              <p:nvPr/>
            </p:nvSpPr>
            <p:spPr>
              <a:xfrm>
                <a:off x="7953451" y="1981505"/>
                <a:ext cx="3429000" cy="657454"/>
              </a:xfrm>
              <a:prstGeom prst="roundRect">
                <a:avLst>
                  <a:gd name="adj" fmla="val 24188"/>
                </a:avLst>
              </a:prstGeom>
              <a:solidFill>
                <a:srgbClr val="D1EDFE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US" noProof="0">
                  <a:latin typeface="Montserrat" panose="00000500000000000000" pitchFamily="2" charset="0"/>
                </a:endParaRPr>
              </a:p>
            </p:txBody>
          </p:sp>
          <p:pic>
            <p:nvPicPr>
              <p:cNvPr id="134" name="Image 3" descr="preencoded.png">
                <a:extLst>
                  <a:ext uri="{FF2B5EF4-FFF2-40B4-BE49-F238E27FC236}">
                    <a16:creationId xmlns:a16="http://schemas.microsoft.com/office/drawing/2014/main" id="{1ECAD4FE-277D-26CB-6810-B72683FFBC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106156" y="2135124"/>
                <a:ext cx="342900" cy="342900"/>
              </a:xfrm>
              <a:prstGeom prst="rect">
                <a:avLst/>
              </a:prstGeom>
            </p:spPr>
          </p:pic>
          <p:sp>
            <p:nvSpPr>
              <p:cNvPr id="136" name="Text 38">
                <a:extLst>
                  <a:ext uri="{FF2B5EF4-FFF2-40B4-BE49-F238E27FC236}">
                    <a16:creationId xmlns:a16="http://schemas.microsoft.com/office/drawing/2014/main" id="{3F4D21F9-9389-6631-42F9-E232FDD778D7}"/>
                  </a:ext>
                </a:extLst>
              </p:cNvPr>
              <p:cNvSpPr txBox="1"/>
              <p:nvPr/>
            </p:nvSpPr>
            <p:spPr>
              <a:xfrm>
                <a:off x="8563355" y="2133295"/>
                <a:ext cx="2772000" cy="3529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lvl="0">
                  <a:defRPr/>
                </a:pPr>
                <a:r>
                  <a:rPr lang="en-US" sz="1100" b="1" noProof="0"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Pilot Execution Report</a:t>
                </a:r>
              </a:p>
              <a:p>
                <a:pPr>
                  <a:defRPr/>
                </a:pPr>
                <a:r>
                  <a:rPr lang="en-US" sz="1100" noProof="0"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End-to-end validation of process effectiveness</a:t>
                </a:r>
                <a:endParaRPr lang="en-US" sz="1100" noProof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66AD1782-4632-E1D7-FD78-198ECDEC0C63}"/>
                </a:ext>
              </a:extLst>
            </p:cNvPr>
            <p:cNvGrpSpPr/>
            <p:nvPr/>
          </p:nvGrpSpPr>
          <p:grpSpPr>
            <a:xfrm>
              <a:off x="4156955" y="1981505"/>
              <a:ext cx="3429000" cy="657454"/>
              <a:chOff x="7953451" y="2775204"/>
              <a:chExt cx="3429000" cy="657454"/>
            </a:xfrm>
          </p:grpSpPr>
          <p:sp>
            <p:nvSpPr>
              <p:cNvPr id="129" name="Shape 39">
                <a:extLst>
                  <a:ext uri="{FF2B5EF4-FFF2-40B4-BE49-F238E27FC236}">
                    <a16:creationId xmlns:a16="http://schemas.microsoft.com/office/drawing/2014/main" id="{04D57A84-5F5B-3AA5-32E0-660F3B9C0FFA}"/>
                  </a:ext>
                </a:extLst>
              </p:cNvPr>
              <p:cNvSpPr/>
              <p:nvPr/>
            </p:nvSpPr>
            <p:spPr>
              <a:xfrm>
                <a:off x="7953451" y="2775204"/>
                <a:ext cx="3429000" cy="657454"/>
              </a:xfrm>
              <a:prstGeom prst="roundRect">
                <a:avLst>
                  <a:gd name="adj" fmla="val 24188"/>
                </a:avLst>
              </a:prstGeom>
              <a:solidFill>
                <a:srgbClr val="D1EDFE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US" noProof="0">
                  <a:latin typeface="Montserrat" panose="00000500000000000000" pitchFamily="2" charset="0"/>
                </a:endParaRPr>
              </a:p>
            </p:txBody>
          </p:sp>
          <p:pic>
            <p:nvPicPr>
              <p:cNvPr id="130" name="Image 5" descr="preencoded.png">
                <a:extLst>
                  <a:ext uri="{FF2B5EF4-FFF2-40B4-BE49-F238E27FC236}">
                    <a16:creationId xmlns:a16="http://schemas.microsoft.com/office/drawing/2014/main" id="{B87375AD-432D-AD7D-04B9-1C71786A52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106156" y="2929738"/>
                <a:ext cx="342900" cy="342900"/>
              </a:xfrm>
              <a:prstGeom prst="rect">
                <a:avLst/>
              </a:prstGeom>
            </p:spPr>
          </p:pic>
          <p:sp>
            <p:nvSpPr>
              <p:cNvPr id="132" name="Text 40">
                <a:extLst>
                  <a:ext uri="{FF2B5EF4-FFF2-40B4-BE49-F238E27FC236}">
                    <a16:creationId xmlns:a16="http://schemas.microsoft.com/office/drawing/2014/main" id="{5F7BB121-6653-A6ED-2EDC-63014E909986}"/>
                  </a:ext>
                </a:extLst>
              </p:cNvPr>
              <p:cNvSpPr txBox="1"/>
              <p:nvPr/>
            </p:nvSpPr>
            <p:spPr>
              <a:xfrm>
                <a:off x="8563355" y="2927909"/>
                <a:ext cx="2772000" cy="3529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lvl="0">
                  <a:defRPr/>
                </a:pPr>
                <a:r>
                  <a:rPr lang="en-US" sz="1100" b="1" noProof="0"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First Reporting Output</a:t>
                </a:r>
              </a:p>
              <a:p>
                <a:pPr>
                  <a:defRPr/>
                </a:pPr>
                <a:r>
                  <a:rPr lang="en-US" sz="1100" noProof="0"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Standardized status &amp; metric report sample</a:t>
                </a:r>
                <a:endParaRPr lang="en-US" sz="1100" noProof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7C488ECB-A9BD-E1EC-C149-26755739AB5F}"/>
                </a:ext>
              </a:extLst>
            </p:cNvPr>
            <p:cNvGrpSpPr/>
            <p:nvPr/>
          </p:nvGrpSpPr>
          <p:grpSpPr>
            <a:xfrm>
              <a:off x="7953451" y="1981505"/>
              <a:ext cx="3429000" cy="657454"/>
              <a:chOff x="7953451" y="3569818"/>
              <a:chExt cx="3429000" cy="657454"/>
            </a:xfrm>
          </p:grpSpPr>
          <p:sp>
            <p:nvSpPr>
              <p:cNvPr id="61" name="Shape 41">
                <a:extLst>
                  <a:ext uri="{FF2B5EF4-FFF2-40B4-BE49-F238E27FC236}">
                    <a16:creationId xmlns:a16="http://schemas.microsoft.com/office/drawing/2014/main" id="{823C4725-B4F7-77ED-72B6-139FEE4046B7}"/>
                  </a:ext>
                </a:extLst>
              </p:cNvPr>
              <p:cNvSpPr/>
              <p:nvPr/>
            </p:nvSpPr>
            <p:spPr>
              <a:xfrm>
                <a:off x="7953451" y="3569818"/>
                <a:ext cx="3429000" cy="657454"/>
              </a:xfrm>
              <a:prstGeom prst="roundRect">
                <a:avLst>
                  <a:gd name="adj" fmla="val 24188"/>
                </a:avLst>
              </a:prstGeom>
              <a:solidFill>
                <a:srgbClr val="D1EDFE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US" noProof="0">
                  <a:latin typeface="Montserrat" panose="00000500000000000000" pitchFamily="2" charset="0"/>
                </a:endParaRPr>
              </a:p>
            </p:txBody>
          </p:sp>
          <p:pic>
            <p:nvPicPr>
              <p:cNvPr id="62" name="Image 7" descr="preencoded.png">
                <a:extLst>
                  <a:ext uri="{FF2B5EF4-FFF2-40B4-BE49-F238E27FC236}">
                    <a16:creationId xmlns:a16="http://schemas.microsoft.com/office/drawing/2014/main" id="{1B7D6E1E-96AF-2890-1078-D23E147432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106156" y="3724351"/>
                <a:ext cx="342900" cy="342900"/>
              </a:xfrm>
              <a:prstGeom prst="rect">
                <a:avLst/>
              </a:prstGeom>
            </p:spPr>
          </p:pic>
          <p:sp>
            <p:nvSpPr>
              <p:cNvPr id="128" name="Text 42">
                <a:extLst>
                  <a:ext uri="{FF2B5EF4-FFF2-40B4-BE49-F238E27FC236}">
                    <a16:creationId xmlns:a16="http://schemas.microsoft.com/office/drawing/2014/main" id="{ED4629D9-D9EB-0C08-FC09-E9A7A9AD548F}"/>
                  </a:ext>
                </a:extLst>
              </p:cNvPr>
              <p:cNvSpPr txBox="1"/>
              <p:nvPr/>
            </p:nvSpPr>
            <p:spPr>
              <a:xfrm>
                <a:off x="8563356" y="3722522"/>
                <a:ext cx="2772000" cy="3529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lvl="0">
                  <a:defRPr/>
                </a:pPr>
                <a:r>
                  <a:rPr lang="en-US" sz="1100" b="1" noProof="0"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Structured Feedback Log</a:t>
                </a:r>
              </a:p>
              <a:p>
                <a:pPr>
                  <a:defRPr/>
                </a:pPr>
                <a:r>
                  <a:rPr lang="en-US" sz="1100" noProof="0">
                    <a:latin typeface="Montserrat" panose="00000500000000000000" pitchFamily="2" charset="0"/>
                    <a:ea typeface="Open Sans" pitchFamily="34" charset="-122"/>
                    <a:cs typeface="Open Sans" pitchFamily="34" charset="-120"/>
                  </a:rPr>
                  <a:t>Documented friction points &amp; improvement areas</a:t>
                </a:r>
                <a:endParaRPr lang="en-US" sz="1100" noProof="0">
                  <a:latin typeface="Montserrat" panose="00000500000000000000" pitchFamily="2" charset="0"/>
                </a:endParaRPr>
              </a:p>
            </p:txBody>
          </p:sp>
        </p:grpSp>
      </p:grpSp>
      <p:pic>
        <p:nvPicPr>
          <p:cNvPr id="2" name="Image 5" descr="preencoded.png">
            <a:extLst>
              <a:ext uri="{FF2B5EF4-FFF2-40B4-BE49-F238E27FC236}">
                <a16:creationId xmlns:a16="http://schemas.microsoft.com/office/drawing/2014/main" id="{171C330D-8B67-77D1-B85E-3D80CE40D1D0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rcRect t="-100" b="-100"/>
          <a:stretch/>
        </p:blipFill>
        <p:spPr>
          <a:xfrm>
            <a:off x="835809" y="1319480"/>
            <a:ext cx="114300" cy="152705"/>
          </a:xfrm>
          <a:prstGeom prst="rect">
            <a:avLst/>
          </a:prstGeom>
        </p:spPr>
      </p:pic>
      <p:pic>
        <p:nvPicPr>
          <p:cNvPr id="3" name="Image 7" descr="preencoded.png">
            <a:extLst>
              <a:ext uri="{FF2B5EF4-FFF2-40B4-BE49-F238E27FC236}">
                <a16:creationId xmlns:a16="http://schemas.microsoft.com/office/drawing/2014/main" id="{8DB98462-C16E-EC6E-09D8-A5C690FB6625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rcRect/>
          <a:stretch/>
        </p:blipFill>
        <p:spPr>
          <a:xfrm>
            <a:off x="4601530" y="1347421"/>
            <a:ext cx="152705" cy="152705"/>
          </a:xfrm>
          <a:prstGeom prst="rect">
            <a:avLst/>
          </a:prstGeom>
        </p:spPr>
      </p:pic>
      <p:pic>
        <p:nvPicPr>
          <p:cNvPr id="4" name="Image 9" descr="preencoded.png">
            <a:extLst>
              <a:ext uri="{FF2B5EF4-FFF2-40B4-BE49-F238E27FC236}">
                <a16:creationId xmlns:a16="http://schemas.microsoft.com/office/drawing/2014/main" id="{BC583E18-B513-97EC-ABD7-26BC63992B5D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/>
          <a:stretch/>
        </p:blipFill>
        <p:spPr>
          <a:xfrm>
            <a:off x="8409600" y="1341552"/>
            <a:ext cx="152705" cy="15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8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8B1BE2-E8F5-7E18-CE87-ACF455789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97958E15-E276-35F5-9DB2-214F4FFBC1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97958E15-E276-35F5-9DB2-214F4FFBC1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DBB47589-B67E-903D-338B-FAD27FAA6BD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977B90CC-14B0-CD38-4257-97CF67CBFD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200" noProof="0">
                <a:solidFill>
                  <a:schemeClr val="tx1"/>
                </a:solidFill>
                <a:latin typeface="+mn-lt"/>
              </a:rPr>
              <a:t>3. Reusable Assets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E1AF714C-33CE-1EF1-F19E-87D4F9C5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" y="450009"/>
            <a:ext cx="5748956" cy="342471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n-lt"/>
              </a:rPr>
              <a:t>Key Deliverables – Learn &amp; Adjust</a:t>
            </a: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0F12E421-5B34-C0FC-7DD2-0380BCA2908A}"/>
              </a:ext>
            </a:extLst>
          </p:cNvPr>
          <p:cNvGrpSpPr/>
          <p:nvPr/>
        </p:nvGrpSpPr>
        <p:grpSpPr>
          <a:xfrm>
            <a:off x="585004" y="1078678"/>
            <a:ext cx="2576259" cy="657454"/>
            <a:chOff x="7953451" y="1981505"/>
            <a:chExt cx="3429000" cy="657454"/>
          </a:xfrm>
        </p:grpSpPr>
        <p:sp>
          <p:nvSpPr>
            <p:cNvPr id="2" name="Shape 37">
              <a:extLst>
                <a:ext uri="{FF2B5EF4-FFF2-40B4-BE49-F238E27FC236}">
                  <a16:creationId xmlns:a16="http://schemas.microsoft.com/office/drawing/2014/main" id="{570C2550-C499-2221-DA77-D9986F0FA786}"/>
                </a:ext>
              </a:extLst>
            </p:cNvPr>
            <p:cNvSpPr/>
            <p:nvPr/>
          </p:nvSpPr>
          <p:spPr>
            <a:xfrm>
              <a:off x="7953451" y="1981505"/>
              <a:ext cx="3429000" cy="657454"/>
            </a:xfrm>
            <a:prstGeom prst="roundRect">
              <a:avLst>
                <a:gd name="adj" fmla="val 24188"/>
              </a:avLst>
            </a:prstGeom>
            <a:solidFill>
              <a:srgbClr val="D1EDFE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noProof="0">
                <a:latin typeface="Montserrat" panose="00000500000000000000" pitchFamily="2" charset="0"/>
              </a:endParaRPr>
            </a:p>
          </p:txBody>
        </p:sp>
        <p:pic>
          <p:nvPicPr>
            <p:cNvPr id="21" name="Image 3" descr="preencoded.png">
              <a:extLst>
                <a:ext uri="{FF2B5EF4-FFF2-40B4-BE49-F238E27FC236}">
                  <a16:creationId xmlns:a16="http://schemas.microsoft.com/office/drawing/2014/main" id="{72F6B33F-40EE-023C-8FCA-5101EED40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106156" y="2135124"/>
              <a:ext cx="342900" cy="342900"/>
            </a:xfrm>
            <a:prstGeom prst="rect">
              <a:avLst/>
            </a:prstGeom>
          </p:spPr>
        </p:pic>
        <p:sp>
          <p:nvSpPr>
            <p:cNvPr id="22" name="Text 38">
              <a:extLst>
                <a:ext uri="{FF2B5EF4-FFF2-40B4-BE49-F238E27FC236}">
                  <a16:creationId xmlns:a16="http://schemas.microsoft.com/office/drawing/2014/main" id="{B04F4B4E-BDA6-F071-C347-9B5057214696}"/>
                </a:ext>
              </a:extLst>
            </p:cNvPr>
            <p:cNvSpPr txBox="1"/>
            <p:nvPr/>
          </p:nvSpPr>
          <p:spPr>
            <a:xfrm>
              <a:off x="8563355" y="2133295"/>
              <a:ext cx="280800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>
                <a:defRPr/>
              </a:pPr>
              <a:r>
                <a:rPr lang="en-US" sz="1100" b="1" noProof="0"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Lifecycle Map v2.0</a:t>
              </a:r>
              <a:endParaRPr lang="en-US" sz="1100" noProof="0">
                <a:latin typeface="Montserrat" panose="00000500000000000000" pitchFamily="2" charset="0"/>
              </a:endParaRPr>
            </a:p>
            <a:p>
              <a:pPr lvl="0">
                <a:defRPr/>
              </a:pPr>
              <a:r>
                <a:rPr lang="en-US" sz="1100" noProof="0">
                  <a:latin typeface="Montserrat" panose="00000500000000000000" pitchFamily="2" charset="0"/>
                  <a:ea typeface="Open Sans" pitchFamily="34" charset="-122"/>
                  <a:cs typeface="Open Sans" pitchFamily="34" charset="-120"/>
                </a:rPr>
                <a:t>Optimized End-to-end process</a:t>
              </a:r>
              <a:endParaRPr lang="en-US" sz="1100" noProof="0">
                <a:latin typeface="Montserrat" panose="00000500000000000000" pitchFamily="2" charset="0"/>
              </a:endParaRP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A05EC736-67E6-3713-DD48-9D7177ACD161}"/>
              </a:ext>
            </a:extLst>
          </p:cNvPr>
          <p:cNvGrpSpPr/>
          <p:nvPr/>
        </p:nvGrpSpPr>
        <p:grpSpPr>
          <a:xfrm>
            <a:off x="3400248" y="1078678"/>
            <a:ext cx="2576259" cy="657454"/>
            <a:chOff x="7953451" y="2775204"/>
            <a:chExt cx="3429000" cy="657454"/>
          </a:xfrm>
        </p:grpSpPr>
        <p:sp>
          <p:nvSpPr>
            <p:cNvPr id="23" name="Shape 39">
              <a:extLst>
                <a:ext uri="{FF2B5EF4-FFF2-40B4-BE49-F238E27FC236}">
                  <a16:creationId xmlns:a16="http://schemas.microsoft.com/office/drawing/2014/main" id="{BEC0B962-8DB8-E29F-F1B4-BC5CE1A1637B}"/>
                </a:ext>
              </a:extLst>
            </p:cNvPr>
            <p:cNvSpPr/>
            <p:nvPr/>
          </p:nvSpPr>
          <p:spPr>
            <a:xfrm>
              <a:off x="7953451" y="2775204"/>
              <a:ext cx="3429000" cy="657454"/>
            </a:xfrm>
            <a:prstGeom prst="roundRect">
              <a:avLst>
                <a:gd name="adj" fmla="val 24188"/>
              </a:avLst>
            </a:prstGeom>
            <a:solidFill>
              <a:srgbClr val="D1EDFE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noProof="0">
                <a:latin typeface="Montserrat" panose="00000500000000000000" pitchFamily="2" charset="0"/>
              </a:endParaRPr>
            </a:p>
          </p:txBody>
        </p:sp>
        <p:pic>
          <p:nvPicPr>
            <p:cNvPr id="24" name="Image 5" descr="preencoded.png">
              <a:extLst>
                <a:ext uri="{FF2B5EF4-FFF2-40B4-BE49-F238E27FC236}">
                  <a16:creationId xmlns:a16="http://schemas.microsoft.com/office/drawing/2014/main" id="{312F94F7-F115-1F8F-B96E-CBEFD176B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106156" y="2929738"/>
              <a:ext cx="342900" cy="342900"/>
            </a:xfrm>
            <a:prstGeom prst="rect">
              <a:avLst/>
            </a:prstGeom>
          </p:spPr>
        </p:pic>
        <p:sp>
          <p:nvSpPr>
            <p:cNvPr id="25" name="Text 40">
              <a:extLst>
                <a:ext uri="{FF2B5EF4-FFF2-40B4-BE49-F238E27FC236}">
                  <a16:creationId xmlns:a16="http://schemas.microsoft.com/office/drawing/2014/main" id="{59B125AB-A710-EE13-7369-B8F9754AEDFE}"/>
                </a:ext>
              </a:extLst>
            </p:cNvPr>
            <p:cNvSpPr txBox="1"/>
            <p:nvPr/>
          </p:nvSpPr>
          <p:spPr>
            <a:xfrm>
              <a:off x="8563355" y="2927909"/>
              <a:ext cx="280800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>
                <a:defRPr/>
              </a:pPr>
              <a:r>
                <a:rPr lang="en-US" sz="1100" b="1" noProof="0">
                  <a:latin typeface="Montserrat" panose="00000500000000000000" pitchFamily="2" charset="0"/>
                  <a:ea typeface="Open Sans" pitchFamily="34" charset="-122"/>
                  <a:cs typeface="Open Sans" pitchFamily="34" charset="-120"/>
                </a:rPr>
                <a:t>Jira Config v2.0</a:t>
              </a:r>
              <a:endParaRPr lang="en-US" sz="1100" noProof="0">
                <a:latin typeface="Montserrat" panose="00000500000000000000" pitchFamily="2" charset="0"/>
              </a:endParaRPr>
            </a:p>
            <a:p>
              <a:pPr lvl="0">
                <a:defRPr/>
              </a:pPr>
              <a:r>
                <a:rPr lang="en-US" sz="1100" noProof="0">
                  <a:latin typeface="Montserrat" panose="00000500000000000000" pitchFamily="2" charset="0"/>
                  <a:ea typeface="Open Sans" pitchFamily="34" charset="-122"/>
                  <a:cs typeface="Open Sans" pitchFamily="34" charset="-120"/>
                </a:rPr>
                <a:t>Production-ready configuration</a:t>
              </a:r>
              <a:endParaRPr lang="en-US" sz="1100" noProof="0">
                <a:latin typeface="Montserrat" panose="00000500000000000000" pitchFamily="2" charset="0"/>
              </a:endParaRPr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ECA8A2E3-8424-1443-54E2-746F50CFA584}"/>
              </a:ext>
            </a:extLst>
          </p:cNvPr>
          <p:cNvGrpSpPr/>
          <p:nvPr/>
        </p:nvGrpSpPr>
        <p:grpSpPr>
          <a:xfrm>
            <a:off x="6215492" y="1078678"/>
            <a:ext cx="2576259" cy="657454"/>
            <a:chOff x="7953451" y="3569818"/>
            <a:chExt cx="3429000" cy="657454"/>
          </a:xfrm>
        </p:grpSpPr>
        <p:sp>
          <p:nvSpPr>
            <p:cNvPr id="26" name="Shape 41">
              <a:extLst>
                <a:ext uri="{FF2B5EF4-FFF2-40B4-BE49-F238E27FC236}">
                  <a16:creationId xmlns:a16="http://schemas.microsoft.com/office/drawing/2014/main" id="{34FEC86C-2CB9-7E56-18E7-50C12D8642DF}"/>
                </a:ext>
              </a:extLst>
            </p:cNvPr>
            <p:cNvSpPr/>
            <p:nvPr/>
          </p:nvSpPr>
          <p:spPr>
            <a:xfrm>
              <a:off x="7953451" y="3569818"/>
              <a:ext cx="3429000" cy="657454"/>
            </a:xfrm>
            <a:prstGeom prst="roundRect">
              <a:avLst>
                <a:gd name="adj" fmla="val 24188"/>
              </a:avLst>
            </a:prstGeom>
            <a:solidFill>
              <a:srgbClr val="D1EDFE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noProof="0">
                <a:latin typeface="Montserrat" panose="00000500000000000000" pitchFamily="2" charset="0"/>
              </a:endParaRPr>
            </a:p>
          </p:txBody>
        </p:sp>
        <p:pic>
          <p:nvPicPr>
            <p:cNvPr id="27" name="Image 7" descr="preencoded.png">
              <a:extLst>
                <a:ext uri="{FF2B5EF4-FFF2-40B4-BE49-F238E27FC236}">
                  <a16:creationId xmlns:a16="http://schemas.microsoft.com/office/drawing/2014/main" id="{AEBABA78-01DD-2C2C-926E-86450AA39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106156" y="3724351"/>
              <a:ext cx="342900" cy="342900"/>
            </a:xfrm>
            <a:prstGeom prst="rect">
              <a:avLst/>
            </a:prstGeom>
          </p:spPr>
        </p:pic>
        <p:sp>
          <p:nvSpPr>
            <p:cNvPr id="28" name="Text 42">
              <a:extLst>
                <a:ext uri="{FF2B5EF4-FFF2-40B4-BE49-F238E27FC236}">
                  <a16:creationId xmlns:a16="http://schemas.microsoft.com/office/drawing/2014/main" id="{A5FEA8D8-65FB-98F0-691D-BDCC3CE6534F}"/>
                </a:ext>
              </a:extLst>
            </p:cNvPr>
            <p:cNvSpPr txBox="1"/>
            <p:nvPr/>
          </p:nvSpPr>
          <p:spPr>
            <a:xfrm>
              <a:off x="8563356" y="3722522"/>
              <a:ext cx="280800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>
                <a:defRPr/>
              </a:pPr>
              <a:r>
                <a:rPr lang="en-US" sz="1100" b="1" noProof="0">
                  <a:latin typeface="Montserrat" panose="00000500000000000000" pitchFamily="2" charset="0"/>
                  <a:ea typeface="Open Sans" pitchFamily="34" charset="-122"/>
                  <a:cs typeface="Open Sans" pitchFamily="34" charset="-120"/>
                </a:rPr>
                <a:t>Value Criteria Framework v2.0</a:t>
              </a:r>
              <a:endParaRPr lang="en-US" sz="1100" noProof="0">
                <a:latin typeface="Montserrat" panose="00000500000000000000" pitchFamily="2" charset="0"/>
              </a:endParaRPr>
            </a:p>
            <a:p>
              <a:pPr lvl="0">
                <a:defRPr/>
              </a:pPr>
              <a:r>
                <a:rPr lang="en-US" sz="1100" noProof="0">
                  <a:latin typeface="Montserrat" panose="00000500000000000000" pitchFamily="2" charset="0"/>
                  <a:ea typeface="Open Sans" pitchFamily="34" charset="-122"/>
                  <a:cs typeface="Open Sans" pitchFamily="34" charset="-120"/>
                </a:rPr>
                <a:t>Calibrated scoring model</a:t>
              </a:r>
              <a:endParaRPr lang="en-US" sz="1100" noProof="0">
                <a:latin typeface="Montserrat" panose="00000500000000000000" pitchFamily="2" charset="0"/>
              </a:endParaRPr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5CDDA5F-736D-6735-448E-047D8D29B4B8}"/>
              </a:ext>
            </a:extLst>
          </p:cNvPr>
          <p:cNvGrpSpPr/>
          <p:nvPr/>
        </p:nvGrpSpPr>
        <p:grpSpPr>
          <a:xfrm>
            <a:off x="9030737" y="1078678"/>
            <a:ext cx="2576259" cy="657454"/>
            <a:chOff x="7953451" y="4352138"/>
            <a:chExt cx="3429000" cy="657454"/>
          </a:xfrm>
        </p:grpSpPr>
        <p:sp>
          <p:nvSpPr>
            <p:cNvPr id="29" name="Shape 41">
              <a:extLst>
                <a:ext uri="{FF2B5EF4-FFF2-40B4-BE49-F238E27FC236}">
                  <a16:creationId xmlns:a16="http://schemas.microsoft.com/office/drawing/2014/main" id="{75474D20-08C8-83EE-33CB-79925D8A73D6}"/>
                </a:ext>
              </a:extLst>
            </p:cNvPr>
            <p:cNvSpPr/>
            <p:nvPr/>
          </p:nvSpPr>
          <p:spPr>
            <a:xfrm>
              <a:off x="7953451" y="4352138"/>
              <a:ext cx="3429000" cy="657454"/>
            </a:xfrm>
            <a:prstGeom prst="roundRect">
              <a:avLst>
                <a:gd name="adj" fmla="val 24188"/>
              </a:avLst>
            </a:prstGeom>
            <a:solidFill>
              <a:srgbClr val="D1EDFE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noProof="0">
                <a:latin typeface="Montserrat" panose="00000500000000000000" pitchFamily="2" charset="0"/>
              </a:endParaRPr>
            </a:p>
          </p:txBody>
        </p:sp>
        <p:pic>
          <p:nvPicPr>
            <p:cNvPr id="30" name="Image 7" descr="preencoded.png">
              <a:extLst>
                <a:ext uri="{FF2B5EF4-FFF2-40B4-BE49-F238E27FC236}">
                  <a16:creationId xmlns:a16="http://schemas.microsoft.com/office/drawing/2014/main" id="{D79D21A4-3521-269F-9DF4-A7B215280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106156" y="4506671"/>
              <a:ext cx="342900" cy="342900"/>
            </a:xfrm>
            <a:prstGeom prst="rect">
              <a:avLst/>
            </a:prstGeom>
          </p:spPr>
        </p:pic>
        <p:sp>
          <p:nvSpPr>
            <p:cNvPr id="31" name="Text 42">
              <a:extLst>
                <a:ext uri="{FF2B5EF4-FFF2-40B4-BE49-F238E27FC236}">
                  <a16:creationId xmlns:a16="http://schemas.microsoft.com/office/drawing/2014/main" id="{8EB6E1F0-ECE6-6CDB-6605-BE9B50706254}"/>
                </a:ext>
              </a:extLst>
            </p:cNvPr>
            <p:cNvSpPr txBox="1"/>
            <p:nvPr/>
          </p:nvSpPr>
          <p:spPr>
            <a:xfrm>
              <a:off x="8563356" y="4504842"/>
              <a:ext cx="280800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>
                <a:defRPr/>
              </a:pPr>
              <a:r>
                <a:rPr lang="en-US" sz="1100" b="1" noProof="0">
                  <a:latin typeface="Montserrat" panose="00000500000000000000" pitchFamily="2" charset="0"/>
                  <a:ea typeface="Open Sans" pitchFamily="34" charset="-122"/>
                  <a:cs typeface="Open Sans" pitchFamily="34" charset="-120"/>
                </a:rPr>
                <a:t>Ways of Working Playbook</a:t>
              </a:r>
              <a:endParaRPr lang="en-US" sz="1100" noProof="0">
                <a:latin typeface="Montserrat" panose="00000500000000000000" pitchFamily="2" charset="0"/>
              </a:endParaRPr>
            </a:p>
            <a:p>
              <a:pPr lvl="0">
                <a:defRPr/>
              </a:pPr>
              <a:r>
                <a:rPr lang="en-US" sz="1100" noProof="0">
                  <a:latin typeface="Montserrat" panose="00000500000000000000" pitchFamily="2" charset="0"/>
                  <a:ea typeface="Open Sans" pitchFamily="34" charset="-122"/>
                  <a:cs typeface="Open Sans" pitchFamily="34" charset="-120"/>
                </a:rPr>
                <a:t>Comprehensive process &amp; tool guide</a:t>
              </a:r>
              <a:endParaRPr lang="en-US" sz="1100" noProof="0">
                <a:latin typeface="Montserrat" panose="00000500000000000000" pitchFamily="2" charset="0"/>
              </a:endParaRPr>
            </a:p>
          </p:txBody>
        </p:sp>
      </p:grpSp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1374CD22-8998-B884-45E8-7217F54ADEBB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rcRect l="-33" r="-33"/>
          <a:stretch/>
        </p:blipFill>
        <p:spPr>
          <a:xfrm>
            <a:off x="737099" y="1338971"/>
            <a:ext cx="171907" cy="152705"/>
          </a:xfrm>
          <a:prstGeom prst="rect">
            <a:avLst/>
          </a:prstGeom>
        </p:spPr>
      </p:pic>
      <p:pic>
        <p:nvPicPr>
          <p:cNvPr id="6" name="Image 6" descr="preencoded.png">
            <a:extLst>
              <a:ext uri="{FF2B5EF4-FFF2-40B4-BE49-F238E27FC236}">
                <a16:creationId xmlns:a16="http://schemas.microsoft.com/office/drawing/2014/main" id="{B8C7806D-7B7C-6FDE-09B8-1E34DE916307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rcRect l="-1613" r="-1613"/>
          <a:stretch/>
        </p:blipFill>
        <p:spPr>
          <a:xfrm>
            <a:off x="3548231" y="1311781"/>
            <a:ext cx="152705" cy="152705"/>
          </a:xfrm>
          <a:prstGeom prst="rect">
            <a:avLst/>
          </a:prstGeom>
        </p:spPr>
      </p:pic>
      <p:pic>
        <p:nvPicPr>
          <p:cNvPr id="7" name="Image 8" descr="preencoded.png">
            <a:extLst>
              <a:ext uri="{FF2B5EF4-FFF2-40B4-BE49-F238E27FC236}">
                <a16:creationId xmlns:a16="http://schemas.microsoft.com/office/drawing/2014/main" id="{DEAF2D00-EE2A-AAAE-95FD-6BD2C3F367E9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t="-180" b="-180"/>
          <a:stretch/>
        </p:blipFill>
        <p:spPr>
          <a:xfrm>
            <a:off x="6387974" y="1342467"/>
            <a:ext cx="190195" cy="152705"/>
          </a:xfrm>
          <a:prstGeom prst="rect">
            <a:avLst/>
          </a:prstGeom>
        </p:spPr>
      </p:pic>
      <p:pic>
        <p:nvPicPr>
          <p:cNvPr id="10" name="Image 4" descr="preencoded.png">
            <a:extLst>
              <a:ext uri="{FF2B5EF4-FFF2-40B4-BE49-F238E27FC236}">
                <a16:creationId xmlns:a16="http://schemas.microsoft.com/office/drawing/2014/main" id="{0200054B-3BDD-69A1-4C1C-8B5516B7003B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</a:blip>
          <a:srcRect t="-43" b="-43"/>
          <a:stretch/>
        </p:blipFill>
        <p:spPr>
          <a:xfrm>
            <a:off x="9205820" y="1358004"/>
            <a:ext cx="133502" cy="152705"/>
          </a:xfrm>
          <a:prstGeom prst="rect">
            <a:avLst/>
          </a:prstGeom>
        </p:spPr>
      </p:pic>
      <p:pic>
        <p:nvPicPr>
          <p:cNvPr id="11" name="Imagem 2">
            <a:extLst>
              <a:ext uri="{FF2B5EF4-FFF2-40B4-BE49-F238E27FC236}">
                <a16:creationId xmlns:a16="http://schemas.microsoft.com/office/drawing/2014/main" id="{9E888D58-915B-BA0D-B589-6C4CB53C4F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69770" y="1959022"/>
            <a:ext cx="2251386" cy="115745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2" descr="How can we get data of Velocity Chart from Jira?">
            <a:extLst>
              <a:ext uri="{FF2B5EF4-FFF2-40B4-BE49-F238E27FC236}">
                <a16:creationId xmlns:a16="http://schemas.microsoft.com/office/drawing/2014/main" id="{CFB85CD0-3431-A1E4-B995-68DA0C903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157" y="3379967"/>
            <a:ext cx="1181738" cy="885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>
            <a:extLst>
              <a:ext uri="{FF2B5EF4-FFF2-40B4-BE49-F238E27FC236}">
                <a16:creationId xmlns:a16="http://schemas.microsoft.com/office/drawing/2014/main" id="{40380A30-6128-7B3B-24CF-8B8CDF481D1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31139" y="3379967"/>
            <a:ext cx="1275908" cy="97435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8287B6CD-FF21-A438-A456-C0334E4C8263}"/>
              </a:ext>
            </a:extLst>
          </p:cNvPr>
          <p:cNvSpPr txBox="1"/>
          <p:nvPr/>
        </p:nvSpPr>
        <p:spPr>
          <a:xfrm>
            <a:off x="3378145" y="4451391"/>
            <a:ext cx="25844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 noProof="0"/>
              <a:t>[33] NextGen 2.0 - Jira Management User Guide for CX </a:t>
            </a:r>
            <a:r>
              <a:rPr lang="en-US" noProof="0" err="1"/>
              <a:t>Digitall</a:t>
            </a:r>
            <a:r>
              <a:rPr lang="en-US" noProof="0"/>
              <a:t> </a:t>
            </a:r>
            <a:r>
              <a:rPr lang="en-US" noProof="0" err="1"/>
              <a:t>CoE</a:t>
            </a:r>
            <a:r>
              <a:rPr lang="en-US" noProof="0"/>
              <a:t> 27.06.2024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EF477D8-4A7B-7272-6E35-3B95ABB70BD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33768" y="4923102"/>
            <a:ext cx="2192839" cy="1201827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D320015-953B-970B-CE27-B2A03DBB6829}"/>
              </a:ext>
            </a:extLst>
          </p:cNvPr>
          <p:cNvSpPr txBox="1"/>
          <p:nvPr/>
        </p:nvSpPr>
        <p:spPr>
          <a:xfrm>
            <a:off x="3565069" y="6129721"/>
            <a:ext cx="2349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 noProof="0"/>
              <a:t>[CX] JIRA Agile Management Playbook - Center of Excellence 25.03.2024 V.1.0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EFA3EB76-AD82-495F-B6C9-6F25195AD98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76059" y="3695760"/>
            <a:ext cx="2342285" cy="1319110"/>
          </a:xfrm>
          <a:prstGeom prst="rect">
            <a:avLst/>
          </a:prstGeom>
        </p:spPr>
      </p:pic>
      <p:pic>
        <p:nvPicPr>
          <p:cNvPr id="18" name="Picture 1">
            <a:extLst>
              <a:ext uri="{FF2B5EF4-FFF2-40B4-BE49-F238E27FC236}">
                <a16:creationId xmlns:a16="http://schemas.microsoft.com/office/drawing/2014/main" id="{77309637-2EC5-40A2-C3E1-72E76BED380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21823" y="1841612"/>
            <a:ext cx="2250754" cy="127043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3">
            <a:extLst>
              <a:ext uri="{FF2B5EF4-FFF2-40B4-BE49-F238E27FC236}">
                <a16:creationId xmlns:a16="http://schemas.microsoft.com/office/drawing/2014/main" id="{BE2B30C8-A6C7-0853-6A7D-2F3B8EB8FCE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31169" y="2674989"/>
            <a:ext cx="2258546" cy="127043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9F046988-CA26-ABFE-1E3A-90CF1C3CD96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46819" y="4961806"/>
            <a:ext cx="2242896" cy="12617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07D03707-676E-4EA1-82A8-11B1C9CEE11D}"/>
              </a:ext>
            </a:extLst>
          </p:cNvPr>
          <p:cNvSpPr txBox="1"/>
          <p:nvPr/>
        </p:nvSpPr>
        <p:spPr>
          <a:xfrm>
            <a:off x="9410285" y="6314916"/>
            <a:ext cx="234952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 noProof="0"/>
              <a:t>[12] Digital </a:t>
            </a:r>
            <a:r>
              <a:rPr lang="en-US" noProof="0" err="1"/>
              <a:t>CoE</a:t>
            </a:r>
            <a:r>
              <a:rPr lang="en-US" noProof="0"/>
              <a:t> Operating Model - Playbook - 01.05.2026 V.2.5. FINAL pptx</a:t>
            </a:r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2C89AF86-74D5-3EB2-92B6-148E84E06AF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117" y="2094849"/>
            <a:ext cx="2192839" cy="1186740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C426CA16-D4E4-7370-75F5-EA2656A6331F}"/>
              </a:ext>
            </a:extLst>
          </p:cNvPr>
          <p:cNvSpPr txBox="1"/>
          <p:nvPr/>
        </p:nvSpPr>
        <p:spPr>
          <a:xfrm>
            <a:off x="6435589" y="3420848"/>
            <a:ext cx="2349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 noProof="0" err="1"/>
              <a:t>nWOW</a:t>
            </a:r>
            <a:r>
              <a:rPr lang="en-US" noProof="0"/>
              <a:t> Portfolio Prioritization Calculator v.1.2 02.20.2026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B5878FB-1A29-E549-AAE5-B9145654682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5328" y="2042062"/>
            <a:ext cx="2585524" cy="145435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74AC534-35FC-51FC-BFE6-4DAF864C5C1C}"/>
              </a:ext>
            </a:extLst>
          </p:cNvPr>
          <p:cNvSpPr txBox="1"/>
          <p:nvPr/>
        </p:nvSpPr>
        <p:spPr>
          <a:xfrm>
            <a:off x="588645" y="3536992"/>
            <a:ext cx="25844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800"/>
            </a:lvl1pPr>
          </a:lstStyle>
          <a:p>
            <a:r>
              <a:rPr lang="en-US" noProof="0"/>
              <a:t>[17] Agility Playbook - Digital Center of Excellence 06.18.2025 V.1.7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3A3296F0-5D3F-09EE-369B-1EB0CDCF133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7137" y="4208762"/>
            <a:ext cx="2644285" cy="148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22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9550D8-3F3E-EDE6-EE35-2EF53D286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2EE472B5-7DAF-AA05-AC5C-EE37D10AAA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2EE472B5-7DAF-AA05-AC5C-EE37D10AAA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 hidden="1">
            <a:extLst>
              <a:ext uri="{FF2B5EF4-FFF2-40B4-BE49-F238E27FC236}">
                <a16:creationId xmlns:a16="http://schemas.microsoft.com/office/drawing/2014/main" id="{5A4FF945-C191-2184-6E9B-0D6028D4343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5D340487-57F6-B11E-DDA6-2C32D52A2F5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8664" y="183204"/>
            <a:ext cx="4585218" cy="223200"/>
          </a:xfrm>
        </p:spPr>
        <p:txBody>
          <a:bodyPr wrap="square" lIns="91440" tIns="45720" rIns="91440" bIns="45720" anchor="t" anchorCtr="0">
            <a:noAutofit/>
          </a:bodyPr>
          <a:lstStyle/>
          <a:p>
            <a:r>
              <a:rPr lang="en-US" sz="1200" noProof="0">
                <a:solidFill>
                  <a:schemeClr val="tx1"/>
                </a:solidFill>
                <a:latin typeface="+mn-lt"/>
              </a:rPr>
              <a:t>3. Reusable Assets</a:t>
            </a:r>
          </a:p>
        </p:txBody>
      </p:sp>
      <p:sp>
        <p:nvSpPr>
          <p:cNvPr id="143" name="Título 1">
            <a:extLst>
              <a:ext uri="{FF2B5EF4-FFF2-40B4-BE49-F238E27FC236}">
                <a16:creationId xmlns:a16="http://schemas.microsoft.com/office/drawing/2014/main" id="{ADB80DE1-8A3B-9084-598B-FEEFF3D7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" y="450009"/>
            <a:ext cx="5748956" cy="342471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n-lt"/>
              </a:rPr>
              <a:t>Key Deliverables – Learn &amp; Adjust</a:t>
            </a: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CEFD2BA4-565A-AE7B-1214-21C8F1F30AE3}"/>
              </a:ext>
            </a:extLst>
          </p:cNvPr>
          <p:cNvGrpSpPr/>
          <p:nvPr/>
        </p:nvGrpSpPr>
        <p:grpSpPr>
          <a:xfrm>
            <a:off x="585004" y="1078678"/>
            <a:ext cx="2576259" cy="657454"/>
            <a:chOff x="7953451" y="1981505"/>
            <a:chExt cx="3429000" cy="657454"/>
          </a:xfrm>
        </p:grpSpPr>
        <p:sp>
          <p:nvSpPr>
            <p:cNvPr id="2" name="Shape 37">
              <a:extLst>
                <a:ext uri="{FF2B5EF4-FFF2-40B4-BE49-F238E27FC236}">
                  <a16:creationId xmlns:a16="http://schemas.microsoft.com/office/drawing/2014/main" id="{04570A53-520E-043F-9B8B-DAD4FEDE7EF2}"/>
                </a:ext>
              </a:extLst>
            </p:cNvPr>
            <p:cNvSpPr/>
            <p:nvPr/>
          </p:nvSpPr>
          <p:spPr>
            <a:xfrm>
              <a:off x="7953451" y="1981505"/>
              <a:ext cx="3429000" cy="657454"/>
            </a:xfrm>
            <a:prstGeom prst="roundRect">
              <a:avLst>
                <a:gd name="adj" fmla="val 24188"/>
              </a:avLst>
            </a:prstGeom>
            <a:solidFill>
              <a:srgbClr val="D1EDFE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noProof="0">
                <a:latin typeface="Montserrat" panose="00000500000000000000" pitchFamily="2" charset="0"/>
              </a:endParaRPr>
            </a:p>
          </p:txBody>
        </p:sp>
        <p:pic>
          <p:nvPicPr>
            <p:cNvPr id="21" name="Image 3" descr="preencoded.png">
              <a:extLst>
                <a:ext uri="{FF2B5EF4-FFF2-40B4-BE49-F238E27FC236}">
                  <a16:creationId xmlns:a16="http://schemas.microsoft.com/office/drawing/2014/main" id="{07CD7D0B-B2E2-2684-18EC-957C3CDB5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106156" y="2135124"/>
              <a:ext cx="342900" cy="342900"/>
            </a:xfrm>
            <a:prstGeom prst="rect">
              <a:avLst/>
            </a:prstGeom>
          </p:spPr>
        </p:pic>
        <p:sp>
          <p:nvSpPr>
            <p:cNvPr id="22" name="Text 38">
              <a:extLst>
                <a:ext uri="{FF2B5EF4-FFF2-40B4-BE49-F238E27FC236}">
                  <a16:creationId xmlns:a16="http://schemas.microsoft.com/office/drawing/2014/main" id="{37196FC4-71EA-B09C-6BF9-2DAF1CF453DF}"/>
                </a:ext>
              </a:extLst>
            </p:cNvPr>
            <p:cNvSpPr txBox="1"/>
            <p:nvPr/>
          </p:nvSpPr>
          <p:spPr>
            <a:xfrm>
              <a:off x="8563355" y="2133295"/>
              <a:ext cx="280800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>
                <a:defRPr/>
              </a:pPr>
              <a:r>
                <a:rPr lang="en-US" sz="1100" b="1" noProof="0">
                  <a:latin typeface="Montserrat" panose="00000500000000000000" pitchFamily="2" charset="0"/>
                  <a:ea typeface="Open Sans" pitchFamily="34" charset="-122"/>
                  <a:cs typeface="Open Sans" pitchFamily="34" charset="-120"/>
                </a:rPr>
                <a:t>Lessons Learned Document</a:t>
              </a:r>
              <a:endParaRPr lang="en-US" sz="1100" noProof="0">
                <a:latin typeface="Montserrat" panose="00000500000000000000" pitchFamily="2" charset="0"/>
              </a:endParaRPr>
            </a:p>
            <a:p>
              <a:pPr lvl="0">
                <a:defRPr/>
              </a:pPr>
              <a:r>
                <a:rPr lang="en-US" sz="1100" noProof="0">
                  <a:latin typeface="Montserrat" panose="00000500000000000000" pitchFamily="2" charset="0"/>
                  <a:ea typeface="Open Sans" pitchFamily="34" charset="-122"/>
                  <a:cs typeface="Open Sans" pitchFamily="34" charset="-120"/>
                </a:rPr>
                <a:t>Insights for future waves</a:t>
              </a:r>
              <a:endParaRPr lang="en-US" sz="1100" noProof="0">
                <a:latin typeface="Montserrat" panose="00000500000000000000" pitchFamily="2" charset="0"/>
              </a:endParaRPr>
            </a:p>
          </p:txBody>
        </p:sp>
      </p:grpSp>
      <p:pic>
        <p:nvPicPr>
          <p:cNvPr id="3" name="Image 10" descr="preencoded.png">
            <a:extLst>
              <a:ext uri="{FF2B5EF4-FFF2-40B4-BE49-F238E27FC236}">
                <a16:creationId xmlns:a16="http://schemas.microsoft.com/office/drawing/2014/main" id="{4D5CCF80-52BC-0AA3-8DA4-4144BAEB419C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rcRect t="-100" b="-100"/>
          <a:stretch/>
        </p:blipFill>
        <p:spPr>
          <a:xfrm>
            <a:off x="767867" y="1303095"/>
            <a:ext cx="114300" cy="15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381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XHGuYRtGl6gmJJKi32Q"/>
</p:tagLst>
</file>

<file path=ppt/theme/theme1.xml><?xml version="1.0" encoding="utf-8"?>
<a:theme xmlns:a="http://schemas.openxmlformats.org/drawingml/2006/main" name="Avangrid">
  <a:themeElements>
    <a:clrScheme name="Iberdrola 2023">
      <a:dk1>
        <a:srgbClr val="3A3734"/>
      </a:dk1>
      <a:lt1>
        <a:srgbClr val="FFFFFF"/>
      </a:lt1>
      <a:dk2>
        <a:srgbClr val="00402A"/>
      </a:dk2>
      <a:lt2>
        <a:srgbClr val="DCEBE1"/>
      </a:lt2>
      <a:accent1>
        <a:srgbClr val="008C38"/>
      </a:accent1>
      <a:accent2>
        <a:srgbClr val="00A343"/>
      </a:accent2>
      <a:accent3>
        <a:srgbClr val="26BF64"/>
      </a:accent3>
      <a:accent4>
        <a:srgbClr val="5BD38C"/>
      </a:accent4>
      <a:accent5>
        <a:srgbClr val="0792E5"/>
      </a:accent5>
      <a:accent6>
        <a:srgbClr val="E3850D"/>
      </a:accent6>
      <a:hlink>
        <a:srgbClr val="008C38"/>
      </a:hlink>
      <a:folHlink>
        <a:srgbClr val="008C38"/>
      </a:folHlink>
    </a:clrScheme>
    <a:fontScheme name="Iberdrola">
      <a:majorFont>
        <a:latin typeface="IberPangea Text"/>
        <a:ea typeface=""/>
        <a:cs typeface=""/>
      </a:majorFont>
      <a:minorFont>
        <a:latin typeface="IberPangea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100" dirty="0" err="1" smtClean="0">
            <a:latin typeface="+mn-lt"/>
            <a:ea typeface="IberPangea Text Light" panose="020B0404000000000000" pitchFamily="34" charset="0"/>
            <a:cs typeface="IberPangea Text Light" panose="020B040400000000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vangrid" id="{C5E70BF2-7777-432B-A411-7C23E3B46B62}" vid="{B99387B5-4D1D-448C-9593-4509A862D83C}"/>
    </a:ext>
  </a:extLst>
</a:theme>
</file>

<file path=ppt/theme/theme2.xml><?xml version="1.0" encoding="utf-8"?>
<a:theme xmlns:a="http://schemas.openxmlformats.org/drawingml/2006/main" name="1_Avangrid">
  <a:themeElements>
    <a:clrScheme name="Iberdrola 2023">
      <a:dk1>
        <a:srgbClr val="3A3734"/>
      </a:dk1>
      <a:lt1>
        <a:srgbClr val="FFFFFF"/>
      </a:lt1>
      <a:dk2>
        <a:srgbClr val="00402A"/>
      </a:dk2>
      <a:lt2>
        <a:srgbClr val="DCEBE1"/>
      </a:lt2>
      <a:accent1>
        <a:srgbClr val="008C38"/>
      </a:accent1>
      <a:accent2>
        <a:srgbClr val="00A343"/>
      </a:accent2>
      <a:accent3>
        <a:srgbClr val="26BF64"/>
      </a:accent3>
      <a:accent4>
        <a:srgbClr val="5BD38C"/>
      </a:accent4>
      <a:accent5>
        <a:srgbClr val="0792E5"/>
      </a:accent5>
      <a:accent6>
        <a:srgbClr val="E3850D"/>
      </a:accent6>
      <a:hlink>
        <a:srgbClr val="008C38"/>
      </a:hlink>
      <a:folHlink>
        <a:srgbClr val="008C38"/>
      </a:folHlink>
    </a:clrScheme>
    <a:fontScheme name="Iberdrola">
      <a:majorFont>
        <a:latin typeface="IberPangea Text"/>
        <a:ea typeface=""/>
        <a:cs typeface=""/>
      </a:majorFont>
      <a:minorFont>
        <a:latin typeface="IberPangea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100" dirty="0" err="1" smtClean="0">
            <a:latin typeface="+mn-lt"/>
            <a:ea typeface="IberPangea Text Light" panose="020B0404000000000000" pitchFamily="34" charset="0"/>
            <a:cs typeface="IberPangea Text Light" panose="020B040400000000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vangrid" id="{C5E70BF2-7777-432B-A411-7C23E3B46B62}" vid="{B99387B5-4D1D-448C-9593-4509A862D83C}"/>
    </a:ext>
  </a:extLst>
</a:theme>
</file>

<file path=ppt/theme/theme3.xml><?xml version="1.0" encoding="utf-8"?>
<a:theme xmlns:a="http://schemas.openxmlformats.org/drawingml/2006/main" name="Light Blank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2" id="{D10DC2F8-827F-0140-A440-F202B8E90B00}" vid="{B6B83D7E-AD6A-4C4B-B63B-072D1CF033F3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a_x00ed_s xmlns="4b464e96-be12-433e-8722-39d5a0f59d28" xsi:nil="true"/>
    <Fuente xmlns="4b464e96-be12-433e-8722-39d5a0f59d28" xsi:nil="true"/>
    <lcf76f155ced4ddcb4097134ff3c332f xmlns="4b464e96-be12-433e-8722-39d5a0f59d28">
      <Terms xmlns="http://schemas.microsoft.com/office/infopath/2007/PartnerControls"/>
    </lcf76f155ced4ddcb4097134ff3c332f>
    <TaxCatchAll xmlns="9af8d66c-8f78-4f3a-ae1c-6e82e7ed62c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BF3122F7F4D498EB3A12D7FC443DA" ma:contentTypeVersion="15" ma:contentTypeDescription="Create a new document." ma:contentTypeScope="" ma:versionID="54fd3935055be7f2473d3bcccc4c41fe">
  <xsd:schema xmlns:xsd="http://www.w3.org/2001/XMLSchema" xmlns:xs="http://www.w3.org/2001/XMLSchema" xmlns:p="http://schemas.microsoft.com/office/2006/metadata/properties" xmlns:ns2="4b464e96-be12-433e-8722-39d5a0f59d28" xmlns:ns3="9af8d66c-8f78-4f3a-ae1c-6e82e7ed62c7" targetNamespace="http://schemas.microsoft.com/office/2006/metadata/properties" ma:root="true" ma:fieldsID="15c832138d5a3dd2e20aed558ae63bd2" ns2:_="" ns3:_="">
    <xsd:import namespace="4b464e96-be12-433e-8722-39d5a0f59d28"/>
    <xsd:import namespace="9af8d66c-8f78-4f3a-ae1c-6e82e7ed62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Fuente" minOccurs="0"/>
                <xsd:element ref="ns2:Pa_x00ed_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464e96-be12-433e-8722-39d5a0f59d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Fuente" ma:index="20" nillable="true" ma:displayName="Compartido por" ma:format="Dropdown" ma:internalName="Fuente">
      <xsd:simpleType>
        <xsd:restriction base="dms:Text">
          <xsd:maxLength value="255"/>
        </xsd:restriction>
      </xsd:simpleType>
    </xsd:element>
    <xsd:element name="Pa_x00ed_s" ma:index="21" nillable="true" ma:displayName="País" ma:format="Dropdown" ma:internalName="Pa_x00ed_s">
      <xsd:simpleType>
        <xsd:restriction base="dms:Text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8d66c-8f78-4f3a-ae1c-6e82e7ed62c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ad7c53e-bc4f-4e24-99ba-65f21ed5e662}" ma:internalName="TaxCatchAll" ma:showField="CatchAllData" ma:web="9af8d66c-8f78-4f3a-ae1c-6e82e7ed62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E5127B-7417-409F-8AA7-2607359BC7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A9EC79-D943-4258-9138-56BB04BB6D0C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4b464e96-be12-433e-8722-39d5a0f59d28"/>
    <ds:schemaRef ds:uri="http://schemas.openxmlformats.org/package/2006/metadata/core-properties"/>
    <ds:schemaRef ds:uri="9af8d66c-8f78-4f3a-ae1c-6e82e7ed62c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2E04A6B-B11F-4F59-8DD8-057971DB47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464e96-be12-433e-8722-39d5a0f59d28"/>
    <ds:schemaRef ds:uri="9af8d66c-8f78-4f3a-ae1c-6e82e7ed62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3992</Words>
  <Application>Microsoft Office PowerPoint</Application>
  <PresentationFormat>Widescreen</PresentationFormat>
  <Paragraphs>618</Paragraphs>
  <Slides>26</Slides>
  <Notes>16</Notes>
  <HiddenSlides>16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Avangrid</vt:lpstr>
      <vt:lpstr>1_Avangrid</vt:lpstr>
      <vt:lpstr>Light Blank Slides</vt:lpstr>
      <vt:lpstr>1_Office Theme</vt:lpstr>
      <vt:lpstr>Apresentação do PowerPoint</vt:lpstr>
      <vt:lpstr>TEAM MEMBERS</vt:lpstr>
      <vt:lpstr>CONTEXT AND SESSSION OBJECTIVES</vt:lpstr>
      <vt:lpstr>Apresentação do PowerPoint</vt:lpstr>
      <vt:lpstr>Project Timeline &amp; Key Deliverables </vt:lpstr>
      <vt:lpstr>Initial Discovery Sessions</vt:lpstr>
      <vt:lpstr>Initial Discovery Sessions</vt:lpstr>
      <vt:lpstr>Champion selection</vt:lpstr>
      <vt:lpstr>Apresentação do PowerPoint</vt:lpstr>
      <vt:lpstr>Project Timeline &amp; Key Deliverables </vt:lpstr>
      <vt:lpstr>Apresentação do PowerPoint</vt:lpstr>
      <vt:lpstr>Apresentação do PowerPoint</vt:lpstr>
      <vt:lpstr>Apresentação do PowerPoint</vt:lpstr>
      <vt:lpstr>Apresentação do PowerPoint</vt:lpstr>
      <vt:lpstr>Template 4 — Project Portfolio Inventory</vt:lpstr>
      <vt:lpstr>Apresentação do PowerPoint</vt:lpstr>
      <vt:lpstr>Apresentação do PowerPoint</vt:lpstr>
      <vt:lpstr>Apresentação do PowerPoint</vt:lpstr>
      <vt:lpstr>Apresentação do PowerPoint</vt:lpstr>
      <vt:lpstr>Project Timeline &amp; Key Deliverables </vt:lpstr>
      <vt:lpstr>Key Deliverables – Review and Baseline</vt:lpstr>
      <vt:lpstr>Key Deliverables – Define Product Lifecycle</vt:lpstr>
      <vt:lpstr>Key Deliverables – Design the Tool Ecosystem</vt:lpstr>
      <vt:lpstr>Key Deliverables – Pilot Execution</vt:lpstr>
      <vt:lpstr>Key Deliverables – Learn &amp; Adjust</vt:lpstr>
      <vt:lpstr>Key Deliverables – Learn &amp; Adjust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Alfredo Soto Cuellar</dc:creator>
  <cp:lastModifiedBy>Ana Sancha Medina</cp:lastModifiedBy>
  <cp:revision>38</cp:revision>
  <dcterms:created xsi:type="dcterms:W3CDTF">2026-03-25T18:07:13Z</dcterms:created>
  <dcterms:modified xsi:type="dcterms:W3CDTF">2026-04-06T16:25:07Z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0x01010024ABF3122F7F4D498EB3A12D7FC443DA</vt:lpwstr>
  </property>
  <property fmtid="{D5CDD505-2E9C-101B-9397-08002B2CF9AE}" pid="3" name="MediaServiceImageTags">
    <vt:lpwstr/>
  </property>
</Properties>
</file>